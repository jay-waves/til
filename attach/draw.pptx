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66" r:id="rId2"/>
    <p:sldId id="267" r:id="rId3"/>
    <p:sldId id="271" r:id="rId4"/>
    <p:sldId id="270" r:id="rId5"/>
    <p:sldId id="257" r:id="rId6"/>
    <p:sldId id="258" r:id="rId7"/>
    <p:sldId id="259" r:id="rId8"/>
    <p:sldId id="260" r:id="rId9"/>
    <p:sldId id="262" r:id="rId10"/>
    <p:sldId id="268" r:id="rId11"/>
    <p:sldId id="261" r:id="rId12"/>
    <p:sldId id="263" r:id="rId13"/>
    <p:sldId id="264" r:id="rId14"/>
    <p:sldId id="265" r:id="rId15"/>
    <p:sldId id="275" r:id="rId16"/>
    <p:sldId id="278" r:id="rId17"/>
    <p:sldId id="269" r:id="rId18"/>
    <p:sldId id="277" r:id="rId19"/>
    <p:sldId id="274" r:id="rId20"/>
    <p:sldId id="273" r:id="rId21"/>
    <p:sldId id="256" r:id="rId22"/>
    <p:sldId id="308" r:id="rId23"/>
    <p:sldId id="281" r:id="rId24"/>
    <p:sldId id="272" r:id="rId25"/>
    <p:sldId id="280" r:id="rId26"/>
    <p:sldId id="279" r:id="rId27"/>
    <p:sldId id="276" r:id="rId28"/>
    <p:sldId id="282" r:id="rId29"/>
    <p:sldId id="283" r:id="rId30"/>
    <p:sldId id="284" r:id="rId31"/>
    <p:sldId id="286" r:id="rId32"/>
    <p:sldId id="289" r:id="rId33"/>
    <p:sldId id="293" r:id="rId34"/>
    <p:sldId id="288" r:id="rId35"/>
    <p:sldId id="287" r:id="rId36"/>
    <p:sldId id="292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285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数据结构" id="{9ED22192-1AE1-4E54-8263-0D5FD510DFCA}">
          <p14:sldIdLst>
            <p14:sldId id="266"/>
            <p14:sldId id="267"/>
            <p14:sldId id="271"/>
            <p14:sldId id="270"/>
          </p14:sldIdLst>
        </p14:section>
        <p14:section name="系统" id="{4652E8E0-7417-4605-8269-CC1475ABC535}">
          <p14:sldIdLst>
            <p14:sldId id="257"/>
            <p14:sldId id="258"/>
            <p14:sldId id="259"/>
            <p14:sldId id="260"/>
            <p14:sldId id="262"/>
            <p14:sldId id="268"/>
            <p14:sldId id="261"/>
            <p14:sldId id="263"/>
            <p14:sldId id="264"/>
            <p14:sldId id="265"/>
            <p14:sldId id="275"/>
            <p14:sldId id="278"/>
            <p14:sldId id="269"/>
            <p14:sldId id="277"/>
            <p14:sldId id="274"/>
            <p14:sldId id="273"/>
          </p14:sldIdLst>
        </p14:section>
        <p14:section name="数学" id="{979DFF9D-6274-4152-BD15-ED379B7E49EF}">
          <p14:sldIdLst>
            <p14:sldId id="256"/>
            <p14:sldId id="308"/>
            <p14:sldId id="281"/>
          </p14:sldIdLst>
        </p14:section>
        <p14:section name="杂" id="{0CF015DA-3EE5-4484-A4CA-21DC14FED9A3}">
          <p14:sldIdLst>
            <p14:sldId id="272"/>
            <p14:sldId id="280"/>
            <p14:sldId id="279"/>
            <p14:sldId id="276"/>
          </p14:sldIdLst>
        </p14:section>
        <p14:section name="密码学" id="{4E24617C-6C02-45C0-9941-9C85930AF3ED}">
          <p14:sldIdLst>
            <p14:sldId id="282"/>
            <p14:sldId id="283"/>
            <p14:sldId id="284"/>
            <p14:sldId id="286"/>
            <p14:sldId id="289"/>
            <p14:sldId id="293"/>
            <p14:sldId id="288"/>
            <p14:sldId id="287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285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32" y="114"/>
      </p:cViewPr>
      <p:guideLst>
        <p:guide orient="horz" pos="1434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F2A48-5C8A-4D60-8AD5-16FEE36E26E3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01FEB-DEBE-4EB6-B8E8-CDA65C369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55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01FEB-DEBE-4EB6-B8E8-CDA65C369A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79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手机架构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01FEB-DEBE-4EB6-B8E8-CDA65C369A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695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01FEB-DEBE-4EB6-B8E8-CDA65C369A1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604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9D831-BAFA-4573-A646-0D0C7E6088B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189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9D831-BAFA-4573-A646-0D0C7E6088B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640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5D98B-A252-1F17-E276-A5D1A44A9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73D61D-8F9E-B066-D8AD-51BD125C2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6CB5F-6E9E-7A9E-C2E4-D52FED3F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9BDB3F-7CFF-9BD4-B94F-4E5A3BB4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AA189-A842-3C9E-7DE6-A11AE7F3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11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F7638-20AC-9427-3407-1B64E3CF6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DF067-CDDB-9634-8532-F9F58EAF8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E7DC25-100E-7D1B-3C56-2DEEA28A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D59D-60D7-9ABA-C015-B4E10279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E844C-7327-EB4F-1EDD-535C937B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07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C63A6-4FDC-B6B3-FCE3-A32B0093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F0B70-5F66-5DBD-2C1B-215A71E31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4A2BC-56D2-BE2E-4BD4-E6B25AEA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E635D-AD10-6FD1-7405-D7D59F56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69A7F-4294-6BBE-789C-6782C0B7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1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FDD41-51ED-90A3-D9BD-5665A035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9084F-0C4C-EC3E-3DC9-0CE8863A8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193387-A359-7D98-78CA-67DD5AD7D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65C9E-A69E-A0F1-204D-FD4E7A6C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0FF3FF-C9C6-3D01-245D-7330AAD2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A7E174-823C-9ADD-BDD5-CCE72B20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135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46284-F254-9421-4941-AA068D10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652E64-008B-9BF4-D68A-5320CBC7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149D9F-E740-A922-BC5E-46F658427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7E984F-0A7E-1AFA-39E1-559471BD2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F705E4-75C5-4CCA-65C7-8651D59C8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0B4F31-8816-4BB7-F758-D37AB666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6DA630-8925-63FA-DAF1-C05898DF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E7B011-2D9A-56A8-4761-402F61BF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939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B5BD2-9D2C-8000-4C0A-331D18B9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779D66-F37C-A59C-A920-9AB8DD7B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A64887-4F0C-3CA7-7195-85D147AFA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5EEF1-E732-867B-FD2E-B966BCBC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97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59307E-4F6D-8C63-A716-74B5F738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4274BB-C329-77A0-EE1D-1F753E11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F8A2BD-6D39-6938-7033-CBABEF2A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75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D0C5F-F0EF-AE12-CA40-F59AB060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E8A32-490F-3336-CFFD-2EDB05F92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A2FE93-49F5-BA15-AA87-C0B55B930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751C9D-F9FB-67A2-0E63-92D10CC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950EC-4ECA-3FE9-7695-AA426462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BCDB92-8B1C-1591-8DD5-04997515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33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6FC47-A449-7985-EDAE-EFBF407E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D10FEC-3F35-9EF1-73C1-3F08EBA10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FCC86B-1F24-53F3-59A8-177D3AF0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C3FA74-BD29-1F14-B24B-651D0912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AD50F-B3D6-8BFC-A0AC-DF4A3463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B806B-BBF6-E0E7-6499-F285D754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76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6FB0C-FCA3-1B6C-B8EF-9400649B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347A66-B123-1631-EA84-9687FE534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F7281F-7FD7-156B-5719-2D379D56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84955-102F-6F8C-7628-57AC1E850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D7DC4-C4EC-7E08-B492-7932EC76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3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715257-F743-321B-25D2-2B414D2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1B34AA-4D40-A41C-EE7E-EEB75A3BE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329418-DDDF-5CA3-A521-638DADFC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A84C25-38D9-BD3C-A34D-B041A868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E11D23-B0B1-AD96-E4FF-95515CCE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97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07C502-6FE0-2D8F-B2C6-4A2D4B53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273289-1DC7-388A-DE7E-275D8E8E7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331BD-783D-CAF2-6E43-0F19539E3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D0034-7EB4-4EF8-B956-9EC0B1485317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D6385D-62CD-A414-1209-AD921067C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DB7135-4E27-2D02-DC3A-9F12D93BA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282E-4951-4740-983B-235DE3982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691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10" Type="http://schemas.openxmlformats.org/officeDocument/2006/relationships/image" Target="../media/image7.sv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Relationship Id="rId9" Type="http://schemas.openxmlformats.org/officeDocument/2006/relationships/image" Target="../media/image8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34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32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NULL"/><Relationship Id="rId8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34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9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32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NULL"/><Relationship Id="rId35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32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84FB91D9-D76C-A0B0-DCD9-AB56B9BEC623}"/>
              </a:ext>
            </a:extLst>
          </p:cNvPr>
          <p:cNvSpPr/>
          <p:nvPr/>
        </p:nvSpPr>
        <p:spPr>
          <a:xfrm>
            <a:off x="7426049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4EE818C-A97B-8389-2783-559046650DA2}"/>
              </a:ext>
            </a:extLst>
          </p:cNvPr>
          <p:cNvSpPr/>
          <p:nvPr/>
        </p:nvSpPr>
        <p:spPr>
          <a:xfrm>
            <a:off x="2355275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B71AFCC-2D34-A06F-3AD5-17003439A122}"/>
              </a:ext>
            </a:extLst>
          </p:cNvPr>
          <p:cNvSpPr/>
          <p:nvPr/>
        </p:nvSpPr>
        <p:spPr>
          <a:xfrm>
            <a:off x="3200400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2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09512-1608-6381-875C-6055DD903E8F}"/>
              </a:ext>
            </a:extLst>
          </p:cNvPr>
          <p:cNvSpPr/>
          <p:nvPr/>
        </p:nvSpPr>
        <p:spPr>
          <a:xfrm>
            <a:off x="4045525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4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E2F63C5-57FF-0CEF-A9A0-9C849E327DE9}"/>
              </a:ext>
            </a:extLst>
          </p:cNvPr>
          <p:cNvSpPr/>
          <p:nvPr/>
        </p:nvSpPr>
        <p:spPr>
          <a:xfrm>
            <a:off x="4890650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7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692ED53-F301-E1C4-2EA4-90254AB25EA4}"/>
              </a:ext>
            </a:extLst>
          </p:cNvPr>
          <p:cNvSpPr/>
          <p:nvPr/>
        </p:nvSpPr>
        <p:spPr>
          <a:xfrm>
            <a:off x="5735783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8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66FD09-E1D3-2229-E262-206F7898359F}"/>
              </a:ext>
            </a:extLst>
          </p:cNvPr>
          <p:cNvSpPr/>
          <p:nvPr/>
        </p:nvSpPr>
        <p:spPr>
          <a:xfrm>
            <a:off x="6580916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9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7E68C64-4AA0-E138-8605-302D3199499E}"/>
              </a:ext>
            </a:extLst>
          </p:cNvPr>
          <p:cNvSpPr/>
          <p:nvPr/>
        </p:nvSpPr>
        <p:spPr>
          <a:xfrm>
            <a:off x="8271182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13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32CBBA3-557B-D08F-9F0A-E57743C86924}"/>
              </a:ext>
            </a:extLst>
          </p:cNvPr>
          <p:cNvSpPr/>
          <p:nvPr/>
        </p:nvSpPr>
        <p:spPr>
          <a:xfrm>
            <a:off x="9116315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17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D2D5D31-742B-11C3-7144-170C67B25D0F}"/>
              </a:ext>
            </a:extLst>
          </p:cNvPr>
          <p:cNvSpPr/>
          <p:nvPr/>
        </p:nvSpPr>
        <p:spPr>
          <a:xfrm>
            <a:off x="9961448" y="444269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19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E10326E-647C-7A65-5785-8028D1361763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2955639" y="4613566"/>
            <a:ext cx="24476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0BACFAC-FD30-1676-9482-E3B5A95722C8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3800764" y="4613566"/>
            <a:ext cx="24476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40A9E40-FF89-CC7F-D5D7-DC8FE7A08852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4645889" y="4613566"/>
            <a:ext cx="24476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77AA770-C6B9-B4AF-5AB8-20C1F3AF45A4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5491014" y="4613566"/>
            <a:ext cx="2447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B83714B-79DB-2618-DF3C-617C8BD33870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6336147" y="4613566"/>
            <a:ext cx="2447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5D6FD90-3909-C714-83C0-6F2C9A5EB65E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7181280" y="4613566"/>
            <a:ext cx="2447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275113F-91BF-6D3A-3985-7D44FFA1E6F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8026413" y="4613566"/>
            <a:ext cx="2447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F18AF8A-3207-C035-A9AB-AE2468A1628F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8871546" y="4613566"/>
            <a:ext cx="2447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E69021C-C5CB-C665-B205-3F4A2614B0FF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9716679" y="4613566"/>
            <a:ext cx="2447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F96E5D94-4956-1A12-287C-2DB39C985E45}"/>
              </a:ext>
            </a:extLst>
          </p:cNvPr>
          <p:cNvSpPr/>
          <p:nvPr/>
        </p:nvSpPr>
        <p:spPr>
          <a:xfrm>
            <a:off x="2355275" y="354907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24F802B-FB19-BE43-A792-D8C83A38AF72}"/>
              </a:ext>
            </a:extLst>
          </p:cNvPr>
          <p:cNvCxnSpPr>
            <a:cxnSpLocks/>
            <a:stCxn id="50" idx="4"/>
            <a:endCxn id="10" idx="0"/>
          </p:cNvCxnSpPr>
          <p:nvPr/>
        </p:nvCxnSpPr>
        <p:spPr>
          <a:xfrm>
            <a:off x="2655457" y="3890817"/>
            <a:ext cx="0" cy="5518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A68AB792-382C-CC2D-C4FE-1BACB9C1B552}"/>
              </a:ext>
            </a:extLst>
          </p:cNvPr>
          <p:cNvSpPr/>
          <p:nvPr/>
        </p:nvSpPr>
        <p:spPr>
          <a:xfrm>
            <a:off x="4045525" y="354907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4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A456D0E-9D0E-A615-B46F-82E82F3A0D9E}"/>
              </a:ext>
            </a:extLst>
          </p:cNvPr>
          <p:cNvCxnSpPr>
            <a:cxnSpLocks/>
            <a:stCxn id="50" idx="6"/>
            <a:endCxn id="55" idx="2"/>
          </p:cNvCxnSpPr>
          <p:nvPr/>
        </p:nvCxnSpPr>
        <p:spPr>
          <a:xfrm>
            <a:off x="2955639" y="3719945"/>
            <a:ext cx="108988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2D9DCAC1-E781-E47B-B931-D44928D00C54}"/>
              </a:ext>
            </a:extLst>
          </p:cNvPr>
          <p:cNvSpPr/>
          <p:nvPr/>
        </p:nvSpPr>
        <p:spPr>
          <a:xfrm>
            <a:off x="5735783" y="354907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8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26E0E32-9B37-38D0-580D-CFC95F528411}"/>
              </a:ext>
            </a:extLst>
          </p:cNvPr>
          <p:cNvCxnSpPr>
            <a:cxnSpLocks/>
            <a:stCxn id="55" idx="6"/>
            <a:endCxn id="60" idx="2"/>
          </p:cNvCxnSpPr>
          <p:nvPr/>
        </p:nvCxnSpPr>
        <p:spPr>
          <a:xfrm>
            <a:off x="4645889" y="3719945"/>
            <a:ext cx="108989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4C011D39-B585-BF13-4D19-59F9920ED087}"/>
              </a:ext>
            </a:extLst>
          </p:cNvPr>
          <p:cNvSpPr/>
          <p:nvPr/>
        </p:nvSpPr>
        <p:spPr>
          <a:xfrm>
            <a:off x="7426041" y="354907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F3668AA-856D-2DBF-E86D-CEF5B7635369}"/>
              </a:ext>
            </a:extLst>
          </p:cNvPr>
          <p:cNvCxnSpPr>
            <a:cxnSpLocks/>
            <a:stCxn id="60" idx="6"/>
            <a:endCxn id="64" idx="2"/>
          </p:cNvCxnSpPr>
          <p:nvPr/>
        </p:nvCxnSpPr>
        <p:spPr>
          <a:xfrm>
            <a:off x="6336147" y="3719945"/>
            <a:ext cx="108989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DD3FA8F9-6668-A558-615E-EFE3AE8C7BD1}"/>
              </a:ext>
            </a:extLst>
          </p:cNvPr>
          <p:cNvSpPr/>
          <p:nvPr/>
        </p:nvSpPr>
        <p:spPr>
          <a:xfrm>
            <a:off x="9116315" y="354907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17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B4BA64A-E872-4583-2E03-5068FF162E06}"/>
              </a:ext>
            </a:extLst>
          </p:cNvPr>
          <p:cNvCxnSpPr>
            <a:cxnSpLocks/>
            <a:stCxn id="64" idx="6"/>
            <a:endCxn id="68" idx="2"/>
          </p:cNvCxnSpPr>
          <p:nvPr/>
        </p:nvCxnSpPr>
        <p:spPr>
          <a:xfrm>
            <a:off x="8026405" y="3719945"/>
            <a:ext cx="10899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3914D340-FAE2-6B77-E02C-7C514BA37980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>
            <a:off x="4345707" y="3890817"/>
            <a:ext cx="0" cy="5518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EA4086C-8B74-F3A1-326E-9BABF1DFE1E4}"/>
              </a:ext>
            </a:extLst>
          </p:cNvPr>
          <p:cNvCxnSpPr>
            <a:cxnSpLocks/>
            <a:stCxn id="60" idx="4"/>
            <a:endCxn id="14" idx="0"/>
          </p:cNvCxnSpPr>
          <p:nvPr/>
        </p:nvCxnSpPr>
        <p:spPr>
          <a:xfrm>
            <a:off x="6035965" y="3890817"/>
            <a:ext cx="0" cy="5518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17202E28-A7D8-B5B3-413B-242985BD2D8A}"/>
              </a:ext>
            </a:extLst>
          </p:cNvPr>
          <p:cNvCxnSpPr>
            <a:cxnSpLocks/>
            <a:stCxn id="64" idx="4"/>
            <a:endCxn id="8" idx="0"/>
          </p:cNvCxnSpPr>
          <p:nvPr/>
        </p:nvCxnSpPr>
        <p:spPr>
          <a:xfrm>
            <a:off x="7726223" y="3890817"/>
            <a:ext cx="8" cy="5518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214DB14-308E-CC3C-74B3-7BC688F2330A}"/>
              </a:ext>
            </a:extLst>
          </p:cNvPr>
          <p:cNvCxnSpPr>
            <a:cxnSpLocks/>
            <a:stCxn id="68" idx="4"/>
            <a:endCxn id="17" idx="0"/>
          </p:cNvCxnSpPr>
          <p:nvPr/>
        </p:nvCxnSpPr>
        <p:spPr>
          <a:xfrm>
            <a:off x="9416497" y="3890817"/>
            <a:ext cx="0" cy="5518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椭圆 84">
            <a:extLst>
              <a:ext uri="{FF2B5EF4-FFF2-40B4-BE49-F238E27FC236}">
                <a16:creationId xmlns:a16="http://schemas.microsoft.com/office/drawing/2014/main" id="{EA80A8BE-7D80-F0FB-8206-EA4D9D0508B0}"/>
              </a:ext>
            </a:extLst>
          </p:cNvPr>
          <p:cNvSpPr/>
          <p:nvPr/>
        </p:nvSpPr>
        <p:spPr>
          <a:xfrm>
            <a:off x="2355275" y="249381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1FE16C35-93BB-1B9F-DD81-3EC18A9A5668}"/>
              </a:ext>
            </a:extLst>
          </p:cNvPr>
          <p:cNvCxnSpPr>
            <a:cxnSpLocks/>
            <a:stCxn id="85" idx="6"/>
            <a:endCxn id="88" idx="2"/>
          </p:cNvCxnSpPr>
          <p:nvPr/>
        </p:nvCxnSpPr>
        <p:spPr>
          <a:xfrm>
            <a:off x="2955639" y="2664685"/>
            <a:ext cx="278014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B3D5D69D-6B44-27F2-00DC-0473D5FE0F02}"/>
              </a:ext>
            </a:extLst>
          </p:cNvPr>
          <p:cNvSpPr/>
          <p:nvPr/>
        </p:nvSpPr>
        <p:spPr>
          <a:xfrm>
            <a:off x="5735783" y="249381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8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7ACEA01-03D0-12BA-B6A8-B0E98A828B38}"/>
              </a:ext>
            </a:extLst>
          </p:cNvPr>
          <p:cNvCxnSpPr>
            <a:cxnSpLocks/>
            <a:stCxn id="88" idx="6"/>
            <a:endCxn id="92" idx="2"/>
          </p:cNvCxnSpPr>
          <p:nvPr/>
        </p:nvCxnSpPr>
        <p:spPr>
          <a:xfrm>
            <a:off x="6336147" y="2664685"/>
            <a:ext cx="108989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6B51A2D1-BA63-3A63-F6A1-54B2F200B59B}"/>
              </a:ext>
            </a:extLst>
          </p:cNvPr>
          <p:cNvSpPr/>
          <p:nvPr/>
        </p:nvSpPr>
        <p:spPr>
          <a:xfrm>
            <a:off x="7426041" y="2493813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E46B5552-0F50-93A0-2D54-740D09E7D73B}"/>
              </a:ext>
            </a:extLst>
          </p:cNvPr>
          <p:cNvCxnSpPr>
            <a:cxnSpLocks/>
            <a:stCxn id="85" idx="4"/>
            <a:endCxn id="50" idx="0"/>
          </p:cNvCxnSpPr>
          <p:nvPr/>
        </p:nvCxnSpPr>
        <p:spPr>
          <a:xfrm>
            <a:off x="2655457" y="2835557"/>
            <a:ext cx="0" cy="7135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481221D-E6F6-6949-09C7-937775A32F33}"/>
              </a:ext>
            </a:extLst>
          </p:cNvPr>
          <p:cNvCxnSpPr>
            <a:cxnSpLocks/>
            <a:stCxn id="88" idx="4"/>
            <a:endCxn id="60" idx="0"/>
          </p:cNvCxnSpPr>
          <p:nvPr/>
        </p:nvCxnSpPr>
        <p:spPr>
          <a:xfrm>
            <a:off x="6035965" y="2835557"/>
            <a:ext cx="0" cy="7135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C8C9190-252C-6BF0-1B61-D67BCAF8E8F4}"/>
              </a:ext>
            </a:extLst>
          </p:cNvPr>
          <p:cNvCxnSpPr>
            <a:cxnSpLocks/>
            <a:stCxn id="92" idx="4"/>
            <a:endCxn id="64" idx="0"/>
          </p:cNvCxnSpPr>
          <p:nvPr/>
        </p:nvCxnSpPr>
        <p:spPr>
          <a:xfrm>
            <a:off x="7726223" y="2835557"/>
            <a:ext cx="0" cy="7135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25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FCA3712-9541-F290-8708-18261BA30DC0}"/>
              </a:ext>
            </a:extLst>
          </p:cNvPr>
          <p:cNvSpPr/>
          <p:nvPr/>
        </p:nvSpPr>
        <p:spPr>
          <a:xfrm>
            <a:off x="6160652" y="2531875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27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4B7406A-8226-8B34-4EE3-64CC8974A9DC}"/>
              </a:ext>
            </a:extLst>
          </p:cNvPr>
          <p:cNvCxnSpPr>
            <a:cxnSpLocks/>
            <a:stCxn id="2" idx="3"/>
            <a:endCxn id="5" idx="7"/>
          </p:cNvCxnSpPr>
          <p:nvPr/>
        </p:nvCxnSpPr>
        <p:spPr>
          <a:xfrm flipH="1">
            <a:off x="5227604" y="2823572"/>
            <a:ext cx="1020969" cy="4846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DB8CB1F6-3C6D-60F0-7884-00D5D1CE331B}"/>
              </a:ext>
            </a:extLst>
          </p:cNvPr>
          <p:cNvSpPr/>
          <p:nvPr/>
        </p:nvSpPr>
        <p:spPr>
          <a:xfrm>
            <a:off x="4715161" y="325812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15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524136B-B51D-266D-A74A-69067AC83CC2}"/>
              </a:ext>
            </a:extLst>
          </p:cNvPr>
          <p:cNvSpPr/>
          <p:nvPr/>
        </p:nvSpPr>
        <p:spPr>
          <a:xfrm>
            <a:off x="7587678" y="3267364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55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38018E8-3E48-7385-97B0-5F486BEFA11B}"/>
              </a:ext>
            </a:extLst>
          </p:cNvPr>
          <p:cNvCxnSpPr>
            <a:cxnSpLocks/>
            <a:stCxn id="2" idx="5"/>
            <a:endCxn id="19" idx="1"/>
          </p:cNvCxnSpPr>
          <p:nvPr/>
        </p:nvCxnSpPr>
        <p:spPr>
          <a:xfrm>
            <a:off x="6673095" y="2823572"/>
            <a:ext cx="1002504" cy="49383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F4B14022-C08D-2165-3173-7A8AC3C733D7}"/>
              </a:ext>
            </a:extLst>
          </p:cNvPr>
          <p:cNvSpPr/>
          <p:nvPr/>
        </p:nvSpPr>
        <p:spPr>
          <a:xfrm>
            <a:off x="8326606" y="3979650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62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F3A5B08B-9896-AD54-BB7A-B4331282E8CC}"/>
              </a:ext>
            </a:extLst>
          </p:cNvPr>
          <p:cNvSpPr/>
          <p:nvPr/>
        </p:nvSpPr>
        <p:spPr>
          <a:xfrm>
            <a:off x="6883413" y="39830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33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B2E64A7-CC96-CD1B-4992-3C473D6AD152}"/>
              </a:ext>
            </a:extLst>
          </p:cNvPr>
          <p:cNvSpPr/>
          <p:nvPr/>
        </p:nvSpPr>
        <p:spPr>
          <a:xfrm>
            <a:off x="6518567" y="46926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28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2E9EC83-0E55-D9EC-0571-34104C863BBD}"/>
              </a:ext>
            </a:extLst>
          </p:cNvPr>
          <p:cNvSpPr/>
          <p:nvPr/>
        </p:nvSpPr>
        <p:spPr>
          <a:xfrm>
            <a:off x="7232080" y="4694961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34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0B93083-A023-B510-EBEB-CF54222647C9}"/>
              </a:ext>
            </a:extLst>
          </p:cNvPr>
          <p:cNvSpPr/>
          <p:nvPr/>
        </p:nvSpPr>
        <p:spPr>
          <a:xfrm>
            <a:off x="3987791" y="3970431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11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A842A77-06BA-BBD2-B728-A49857AAD986}"/>
              </a:ext>
            </a:extLst>
          </p:cNvPr>
          <p:cNvSpPr/>
          <p:nvPr/>
        </p:nvSpPr>
        <p:spPr>
          <a:xfrm>
            <a:off x="8668335" y="46926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67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3DD5B72-3E07-FA68-1EDA-5AE9D1B5BE2B}"/>
              </a:ext>
            </a:extLst>
          </p:cNvPr>
          <p:cNvSpPr/>
          <p:nvPr/>
        </p:nvSpPr>
        <p:spPr>
          <a:xfrm>
            <a:off x="5440220" y="3973956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23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AE7C72D-5316-63FC-527D-E79046072465}"/>
              </a:ext>
            </a:extLst>
          </p:cNvPr>
          <p:cNvSpPr/>
          <p:nvPr/>
        </p:nvSpPr>
        <p:spPr>
          <a:xfrm>
            <a:off x="3641429" y="46926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6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2570DAE-A460-2F30-E778-447B2594615F}"/>
              </a:ext>
            </a:extLst>
          </p:cNvPr>
          <p:cNvSpPr/>
          <p:nvPr/>
        </p:nvSpPr>
        <p:spPr>
          <a:xfrm>
            <a:off x="4368799" y="46926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12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EE6D4B80-72C8-79FB-0BCD-01C1C796DD45}"/>
              </a:ext>
            </a:extLst>
          </p:cNvPr>
          <p:cNvSpPr/>
          <p:nvPr/>
        </p:nvSpPr>
        <p:spPr>
          <a:xfrm>
            <a:off x="5086746" y="46926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17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5785AC8-80EF-EA78-E153-B3AA3420F8A2}"/>
              </a:ext>
            </a:extLst>
          </p:cNvPr>
          <p:cNvSpPr/>
          <p:nvPr/>
        </p:nvSpPr>
        <p:spPr>
          <a:xfrm>
            <a:off x="5795818" y="4692678"/>
            <a:ext cx="600364" cy="3417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25</a:t>
            </a:r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75621C1-2C7F-AD50-D0BE-2DCE5164DD17}"/>
              </a:ext>
            </a:extLst>
          </p:cNvPr>
          <p:cNvCxnSpPr>
            <a:cxnSpLocks/>
            <a:stCxn id="5" idx="3"/>
            <a:endCxn id="31" idx="7"/>
          </p:cNvCxnSpPr>
          <p:nvPr/>
        </p:nvCxnSpPr>
        <p:spPr>
          <a:xfrm flipH="1">
            <a:off x="4500234" y="3549825"/>
            <a:ext cx="302848" cy="47065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1D4C2FE-2200-2956-19DB-9F7320B153A5}"/>
              </a:ext>
            </a:extLst>
          </p:cNvPr>
          <p:cNvCxnSpPr>
            <a:cxnSpLocks/>
            <a:stCxn id="5" idx="5"/>
            <a:endCxn id="34" idx="1"/>
          </p:cNvCxnSpPr>
          <p:nvPr/>
        </p:nvCxnSpPr>
        <p:spPr>
          <a:xfrm>
            <a:off x="5227604" y="3549825"/>
            <a:ext cx="300537" cy="47417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ACDF147-9377-BD60-2476-0E5D75886839}"/>
              </a:ext>
            </a:extLst>
          </p:cNvPr>
          <p:cNvCxnSpPr>
            <a:cxnSpLocks/>
            <a:stCxn id="19" idx="3"/>
            <a:endCxn id="27" idx="0"/>
          </p:cNvCxnSpPr>
          <p:nvPr/>
        </p:nvCxnSpPr>
        <p:spPr>
          <a:xfrm flipH="1">
            <a:off x="7183595" y="3559061"/>
            <a:ext cx="492004" cy="4240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272F7FFB-EFD8-E8F9-C6DF-3C99C36011FA}"/>
              </a:ext>
            </a:extLst>
          </p:cNvPr>
          <p:cNvCxnSpPr>
            <a:cxnSpLocks/>
            <a:stCxn id="19" idx="5"/>
            <a:endCxn id="24" idx="0"/>
          </p:cNvCxnSpPr>
          <p:nvPr/>
        </p:nvCxnSpPr>
        <p:spPr>
          <a:xfrm>
            <a:off x="8100121" y="3559061"/>
            <a:ext cx="526667" cy="42058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BF76137-1E15-364A-A284-510566CDE7A5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8746836" y="4321394"/>
            <a:ext cx="221681" cy="37128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1430DB7-6DBA-E743-39E5-6990FD6AC553}"/>
              </a:ext>
            </a:extLst>
          </p:cNvPr>
          <p:cNvCxnSpPr>
            <a:cxnSpLocks/>
            <a:stCxn id="27" idx="5"/>
            <a:endCxn id="30" idx="0"/>
          </p:cNvCxnSpPr>
          <p:nvPr/>
        </p:nvCxnSpPr>
        <p:spPr>
          <a:xfrm>
            <a:off x="7395856" y="4274775"/>
            <a:ext cx="136406" cy="4201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889BBCFE-815A-CC9B-ACB4-18F703E8A6FA}"/>
              </a:ext>
            </a:extLst>
          </p:cNvPr>
          <p:cNvCxnSpPr>
            <a:cxnSpLocks/>
            <a:stCxn id="27" idx="3"/>
            <a:endCxn id="29" idx="0"/>
          </p:cNvCxnSpPr>
          <p:nvPr/>
        </p:nvCxnSpPr>
        <p:spPr>
          <a:xfrm flipH="1">
            <a:off x="6818749" y="4274775"/>
            <a:ext cx="152585" cy="4179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2A5C7C6-5AE7-09A1-60E6-2C822BA2414E}"/>
              </a:ext>
            </a:extLst>
          </p:cNvPr>
          <p:cNvCxnSpPr>
            <a:cxnSpLocks/>
            <a:stCxn id="34" idx="5"/>
            <a:endCxn id="40" idx="0"/>
          </p:cNvCxnSpPr>
          <p:nvPr/>
        </p:nvCxnSpPr>
        <p:spPr>
          <a:xfrm>
            <a:off x="5952663" y="4265653"/>
            <a:ext cx="143337" cy="4270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07CBB8A7-640E-476D-E8EF-60CE39263283}"/>
              </a:ext>
            </a:extLst>
          </p:cNvPr>
          <p:cNvCxnSpPr>
            <a:cxnSpLocks/>
            <a:stCxn id="34" idx="3"/>
            <a:endCxn id="39" idx="0"/>
          </p:cNvCxnSpPr>
          <p:nvPr/>
        </p:nvCxnSpPr>
        <p:spPr>
          <a:xfrm flipH="1">
            <a:off x="5386928" y="4265653"/>
            <a:ext cx="141213" cy="4270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5BE15E44-5259-CA01-3BFB-9DFF5AC08BD2}"/>
              </a:ext>
            </a:extLst>
          </p:cNvPr>
          <p:cNvCxnSpPr>
            <a:cxnSpLocks/>
            <a:stCxn id="31" idx="5"/>
            <a:endCxn id="37" idx="0"/>
          </p:cNvCxnSpPr>
          <p:nvPr/>
        </p:nvCxnSpPr>
        <p:spPr>
          <a:xfrm>
            <a:off x="4500234" y="4262128"/>
            <a:ext cx="168747" cy="43055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0EF4314-F90A-D809-11D7-F808ACF3B5A1}"/>
              </a:ext>
            </a:extLst>
          </p:cNvPr>
          <p:cNvCxnSpPr>
            <a:cxnSpLocks/>
            <a:stCxn id="31" idx="3"/>
            <a:endCxn id="36" idx="0"/>
          </p:cNvCxnSpPr>
          <p:nvPr/>
        </p:nvCxnSpPr>
        <p:spPr>
          <a:xfrm flipH="1">
            <a:off x="3941611" y="4262128"/>
            <a:ext cx="134101" cy="43055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41EE54E-83AE-C791-4685-8703036248FE}"/>
              </a:ext>
            </a:extLst>
          </p:cNvPr>
          <p:cNvSpPr txBox="1"/>
          <p:nvPr/>
        </p:nvSpPr>
        <p:spPr>
          <a:xfrm>
            <a:off x="7100631" y="2774517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&gt;27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A5579B8F-5EE6-5714-8300-5D32664D6C43}"/>
              </a:ext>
            </a:extLst>
          </p:cNvPr>
          <p:cNvSpPr txBox="1"/>
          <p:nvPr/>
        </p:nvSpPr>
        <p:spPr>
          <a:xfrm>
            <a:off x="5209486" y="2753822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&lt;27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15" name="连接符: 曲线 114">
            <a:extLst>
              <a:ext uri="{FF2B5EF4-FFF2-40B4-BE49-F238E27FC236}">
                <a16:creationId xmlns:a16="http://schemas.microsoft.com/office/drawing/2014/main" id="{770C056C-A285-F1C4-458B-3F4C583DB287}"/>
              </a:ext>
            </a:extLst>
          </p:cNvPr>
          <p:cNvCxnSpPr>
            <a:cxnSpLocks/>
            <a:stCxn id="36" idx="4"/>
            <a:endCxn id="37" idx="3"/>
          </p:cNvCxnSpPr>
          <p:nvPr/>
        </p:nvCxnSpPr>
        <p:spPr>
          <a:xfrm rot="5400000" flipH="1" flipV="1">
            <a:off x="4174141" y="4751844"/>
            <a:ext cx="50047" cy="515109"/>
          </a:xfrm>
          <a:prstGeom prst="curvedConnector3">
            <a:avLst>
              <a:gd name="adj1" fmla="val -456771"/>
            </a:avLst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曲线 115">
            <a:extLst>
              <a:ext uri="{FF2B5EF4-FFF2-40B4-BE49-F238E27FC236}">
                <a16:creationId xmlns:a16="http://schemas.microsoft.com/office/drawing/2014/main" id="{691BF8DB-7D2C-22BD-1DB4-FBB416ED52BF}"/>
              </a:ext>
            </a:extLst>
          </p:cNvPr>
          <p:cNvCxnSpPr>
            <a:cxnSpLocks/>
            <a:stCxn id="39" idx="4"/>
            <a:endCxn id="40" idx="3"/>
          </p:cNvCxnSpPr>
          <p:nvPr/>
        </p:nvCxnSpPr>
        <p:spPr>
          <a:xfrm rot="5400000" flipH="1" flipV="1">
            <a:off x="5610309" y="4760993"/>
            <a:ext cx="50047" cy="496811"/>
          </a:xfrm>
          <a:prstGeom prst="curvedConnector3">
            <a:avLst>
              <a:gd name="adj1" fmla="val -456771"/>
            </a:avLst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曲线 118">
            <a:extLst>
              <a:ext uri="{FF2B5EF4-FFF2-40B4-BE49-F238E27FC236}">
                <a16:creationId xmlns:a16="http://schemas.microsoft.com/office/drawing/2014/main" id="{728227BB-C8D3-5C65-914B-79924BF80FEA}"/>
              </a:ext>
            </a:extLst>
          </p:cNvPr>
          <p:cNvCxnSpPr>
            <a:cxnSpLocks/>
            <a:stCxn id="29" idx="4"/>
            <a:endCxn id="30" idx="3"/>
          </p:cNvCxnSpPr>
          <p:nvPr/>
        </p:nvCxnSpPr>
        <p:spPr>
          <a:xfrm rot="5400000" flipH="1" flipV="1">
            <a:off x="7045493" y="4759914"/>
            <a:ext cx="47764" cy="501252"/>
          </a:xfrm>
          <a:prstGeom prst="curvedConnector3">
            <a:avLst>
              <a:gd name="adj1" fmla="val -483383"/>
            </a:avLst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曲线 123">
            <a:extLst>
              <a:ext uri="{FF2B5EF4-FFF2-40B4-BE49-F238E27FC236}">
                <a16:creationId xmlns:a16="http://schemas.microsoft.com/office/drawing/2014/main" id="{62B3F342-9EB6-73C1-C11D-E01FBE31E7FE}"/>
              </a:ext>
            </a:extLst>
          </p:cNvPr>
          <p:cNvCxnSpPr>
            <a:cxnSpLocks/>
            <a:stCxn id="40" idx="4"/>
            <a:endCxn id="29" idx="3"/>
          </p:cNvCxnSpPr>
          <p:nvPr/>
        </p:nvCxnSpPr>
        <p:spPr>
          <a:xfrm rot="5400000" flipH="1" flipV="1">
            <a:off x="6326220" y="4754155"/>
            <a:ext cx="50047" cy="510488"/>
          </a:xfrm>
          <a:prstGeom prst="curvedConnector3">
            <a:avLst>
              <a:gd name="adj1" fmla="val -456771"/>
            </a:avLst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曲线 127">
            <a:extLst>
              <a:ext uri="{FF2B5EF4-FFF2-40B4-BE49-F238E27FC236}">
                <a16:creationId xmlns:a16="http://schemas.microsoft.com/office/drawing/2014/main" id="{9AEF9572-E680-34B1-DBF0-9691122E0273}"/>
              </a:ext>
            </a:extLst>
          </p:cNvPr>
          <p:cNvCxnSpPr>
            <a:cxnSpLocks/>
            <a:stCxn id="37" idx="4"/>
            <a:endCxn id="39" idx="3"/>
          </p:cNvCxnSpPr>
          <p:nvPr/>
        </p:nvCxnSpPr>
        <p:spPr>
          <a:xfrm rot="5400000" flipH="1" flipV="1">
            <a:off x="4896800" y="4756556"/>
            <a:ext cx="50047" cy="505686"/>
          </a:xfrm>
          <a:prstGeom prst="curvedConnector3">
            <a:avLst>
              <a:gd name="adj1" fmla="val -456771"/>
            </a:avLst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连接符: 曲线 133">
            <a:extLst>
              <a:ext uri="{FF2B5EF4-FFF2-40B4-BE49-F238E27FC236}">
                <a16:creationId xmlns:a16="http://schemas.microsoft.com/office/drawing/2014/main" id="{EBAE2401-2B2F-26D4-CFB2-6D0CAAE56E8F}"/>
              </a:ext>
            </a:extLst>
          </p:cNvPr>
          <p:cNvCxnSpPr>
            <a:cxnSpLocks/>
            <a:stCxn id="30" idx="5"/>
            <a:endCxn id="33" idx="3"/>
          </p:cNvCxnSpPr>
          <p:nvPr/>
        </p:nvCxnSpPr>
        <p:spPr>
          <a:xfrm rot="5400000" flipH="1" flipV="1">
            <a:off x="8249247" y="4479650"/>
            <a:ext cx="2283" cy="1011733"/>
          </a:xfrm>
          <a:prstGeom prst="curvedConnector3">
            <a:avLst>
              <a:gd name="adj1" fmla="val -12205300"/>
            </a:avLst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35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778D32FF-995F-B60B-16D7-C9081F4FCF94}"/>
              </a:ext>
            </a:extLst>
          </p:cNvPr>
          <p:cNvSpPr/>
          <p:nvPr/>
        </p:nvSpPr>
        <p:spPr>
          <a:xfrm>
            <a:off x="1607483" y="1542859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8E2E09-A5FA-301C-53A7-E262F67F52A8}"/>
              </a:ext>
            </a:extLst>
          </p:cNvPr>
          <p:cNvSpPr/>
          <p:nvPr/>
        </p:nvSpPr>
        <p:spPr>
          <a:xfrm>
            <a:off x="2307134" y="663996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C574066-A1AB-C351-9E2F-F8C23386364B}"/>
              </a:ext>
            </a:extLst>
          </p:cNvPr>
          <p:cNvCxnSpPr>
            <a:cxnSpLocks/>
            <a:stCxn id="5" idx="3"/>
            <a:endCxn id="4" idx="0"/>
          </p:cNvCxnSpPr>
          <p:nvPr/>
        </p:nvCxnSpPr>
        <p:spPr>
          <a:xfrm flipH="1">
            <a:off x="1995411" y="955693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47DE3A1-7E29-14AC-3C3F-8A99AB25220D}"/>
              </a:ext>
            </a:extLst>
          </p:cNvPr>
          <p:cNvCxnSpPr>
            <a:cxnSpLocks/>
            <a:stCxn id="5" idx="5"/>
            <a:endCxn id="42" idx="0"/>
          </p:cNvCxnSpPr>
          <p:nvPr/>
        </p:nvCxnSpPr>
        <p:spPr>
          <a:xfrm>
            <a:off x="2616575" y="955693"/>
            <a:ext cx="522721" cy="59696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等腰三角形 41">
            <a:extLst>
              <a:ext uri="{FF2B5EF4-FFF2-40B4-BE49-F238E27FC236}">
                <a16:creationId xmlns:a16="http://schemas.microsoft.com/office/drawing/2014/main" id="{C06895BF-FB2C-DCFD-79F0-9F9849229BDA}"/>
              </a:ext>
            </a:extLst>
          </p:cNvPr>
          <p:cNvSpPr/>
          <p:nvPr/>
        </p:nvSpPr>
        <p:spPr>
          <a:xfrm>
            <a:off x="2751368" y="1552657"/>
            <a:ext cx="775855" cy="144763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86E303-B044-8E91-5B0A-FB00D9DCE433}"/>
              </a:ext>
            </a:extLst>
          </p:cNvPr>
          <p:cNvSpPr txBox="1"/>
          <p:nvPr/>
        </p:nvSpPr>
        <p:spPr>
          <a:xfrm>
            <a:off x="2839113" y="2504660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h-1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DEAEA8E8-182C-D503-EBD6-0EDC8B20602F}"/>
              </a:ext>
            </a:extLst>
          </p:cNvPr>
          <p:cNvSpPr/>
          <p:nvPr/>
        </p:nvSpPr>
        <p:spPr>
          <a:xfrm>
            <a:off x="2954744" y="3250738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2A8DA63E-D36E-635B-D293-32B0C39E0F09}"/>
              </a:ext>
            </a:extLst>
          </p:cNvPr>
          <p:cNvSpPr/>
          <p:nvPr/>
        </p:nvSpPr>
        <p:spPr>
          <a:xfrm>
            <a:off x="5513920" y="2552345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19C3E21E-7C77-BE7D-774E-D947FF843447}"/>
              </a:ext>
            </a:extLst>
          </p:cNvPr>
          <p:cNvSpPr/>
          <p:nvPr/>
        </p:nvSpPr>
        <p:spPr>
          <a:xfrm>
            <a:off x="6213571" y="1673482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03B96A0C-90C8-4433-B881-45A8B79DE906}"/>
              </a:ext>
            </a:extLst>
          </p:cNvPr>
          <p:cNvCxnSpPr>
            <a:cxnSpLocks/>
            <a:stCxn id="72" idx="3"/>
            <a:endCxn id="71" idx="0"/>
          </p:cNvCxnSpPr>
          <p:nvPr/>
        </p:nvCxnSpPr>
        <p:spPr>
          <a:xfrm flipH="1">
            <a:off x="5901848" y="1965179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3035D55-FFFA-8CB6-B147-E19B8723806B}"/>
              </a:ext>
            </a:extLst>
          </p:cNvPr>
          <p:cNvCxnSpPr>
            <a:cxnSpLocks/>
            <a:stCxn id="72" idx="5"/>
            <a:endCxn id="91" idx="0"/>
          </p:cNvCxnSpPr>
          <p:nvPr/>
        </p:nvCxnSpPr>
        <p:spPr>
          <a:xfrm>
            <a:off x="6523012" y="1965179"/>
            <a:ext cx="471137" cy="5871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879A3FF-22AB-D15D-3BF6-45ECB5758857}"/>
              </a:ext>
            </a:extLst>
          </p:cNvPr>
          <p:cNvCxnSpPr>
            <a:cxnSpLocks/>
            <a:stCxn id="91" idx="3"/>
            <a:endCxn id="79" idx="0"/>
          </p:cNvCxnSpPr>
          <p:nvPr/>
        </p:nvCxnSpPr>
        <p:spPr>
          <a:xfrm flipH="1">
            <a:off x="6994148" y="3711797"/>
            <a:ext cx="1" cy="2454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E0E68F76-B1A5-849B-28FD-8552CF9D1C97}"/>
              </a:ext>
            </a:extLst>
          </p:cNvPr>
          <p:cNvSpPr/>
          <p:nvPr/>
        </p:nvSpPr>
        <p:spPr>
          <a:xfrm>
            <a:off x="6809597" y="3957218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81" name="等腰三角形 80">
            <a:extLst>
              <a:ext uri="{FF2B5EF4-FFF2-40B4-BE49-F238E27FC236}">
                <a16:creationId xmlns:a16="http://schemas.microsoft.com/office/drawing/2014/main" id="{2517D138-5731-3D9C-B09B-07B7FE651124}"/>
              </a:ext>
            </a:extLst>
          </p:cNvPr>
          <p:cNvSpPr/>
          <p:nvPr/>
        </p:nvSpPr>
        <p:spPr>
          <a:xfrm>
            <a:off x="4681758" y="1542859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1C771576-9E19-8130-B7E8-819661D98589}"/>
              </a:ext>
            </a:extLst>
          </p:cNvPr>
          <p:cNvSpPr/>
          <p:nvPr/>
        </p:nvSpPr>
        <p:spPr>
          <a:xfrm>
            <a:off x="5381409" y="663996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A00BB9D-CFD4-4654-B78A-F07741D36E72}"/>
              </a:ext>
            </a:extLst>
          </p:cNvPr>
          <p:cNvCxnSpPr>
            <a:cxnSpLocks/>
            <a:stCxn id="82" idx="3"/>
            <a:endCxn id="81" idx="0"/>
          </p:cNvCxnSpPr>
          <p:nvPr/>
        </p:nvCxnSpPr>
        <p:spPr>
          <a:xfrm flipH="1">
            <a:off x="5069686" y="955693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E858463A-FFD2-3CE6-2205-EF5C4574639E}"/>
              </a:ext>
            </a:extLst>
          </p:cNvPr>
          <p:cNvCxnSpPr>
            <a:cxnSpLocks/>
            <a:stCxn id="82" idx="5"/>
            <a:endCxn id="72" idx="1"/>
          </p:cNvCxnSpPr>
          <p:nvPr/>
        </p:nvCxnSpPr>
        <p:spPr>
          <a:xfrm>
            <a:off x="5690850" y="955693"/>
            <a:ext cx="575813" cy="7678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2FA0EAC7-0DC1-2938-E178-13AA68AE5135}"/>
              </a:ext>
            </a:extLst>
          </p:cNvPr>
          <p:cNvSpPr txBox="1"/>
          <p:nvPr/>
        </p:nvSpPr>
        <p:spPr>
          <a:xfrm>
            <a:off x="4729460" y="2280805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91" name="等腰三角形 90">
            <a:extLst>
              <a:ext uri="{FF2B5EF4-FFF2-40B4-BE49-F238E27FC236}">
                <a16:creationId xmlns:a16="http://schemas.microsoft.com/office/drawing/2014/main" id="{76F0B191-D44A-CBCE-24C8-11FC8D8701A1}"/>
              </a:ext>
            </a:extLst>
          </p:cNvPr>
          <p:cNvSpPr/>
          <p:nvPr/>
        </p:nvSpPr>
        <p:spPr>
          <a:xfrm>
            <a:off x="6606221" y="2552344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1AAEF23-BD4A-E949-DD68-85BD12C392CD}"/>
              </a:ext>
            </a:extLst>
          </p:cNvPr>
          <p:cNvSpPr txBox="1"/>
          <p:nvPr/>
        </p:nvSpPr>
        <p:spPr>
          <a:xfrm>
            <a:off x="6674393" y="3306459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14" name="等腰三角形 113">
            <a:extLst>
              <a:ext uri="{FF2B5EF4-FFF2-40B4-BE49-F238E27FC236}">
                <a16:creationId xmlns:a16="http://schemas.microsoft.com/office/drawing/2014/main" id="{BD3AEDA4-98AF-BFB0-4B96-AFC005F2BDD4}"/>
              </a:ext>
            </a:extLst>
          </p:cNvPr>
          <p:cNvSpPr/>
          <p:nvPr/>
        </p:nvSpPr>
        <p:spPr>
          <a:xfrm>
            <a:off x="9731729" y="1866131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C4908BEE-3C7B-8CA3-6072-86BB9348E993}"/>
              </a:ext>
            </a:extLst>
          </p:cNvPr>
          <p:cNvSpPr/>
          <p:nvPr/>
        </p:nvSpPr>
        <p:spPr>
          <a:xfrm>
            <a:off x="10221984" y="834868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5577300-E6B3-D266-1FFE-F439935A7092}"/>
              </a:ext>
            </a:extLst>
          </p:cNvPr>
          <p:cNvCxnSpPr>
            <a:cxnSpLocks/>
            <a:stCxn id="115" idx="4"/>
            <a:endCxn id="114" idx="0"/>
          </p:cNvCxnSpPr>
          <p:nvPr/>
        </p:nvCxnSpPr>
        <p:spPr>
          <a:xfrm flipH="1">
            <a:off x="10119657" y="1176612"/>
            <a:ext cx="283594" cy="6895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A31788CE-31D3-1D43-4BF9-4F4B93F64969}"/>
              </a:ext>
            </a:extLst>
          </p:cNvPr>
          <p:cNvCxnSpPr>
            <a:cxnSpLocks/>
            <a:stCxn id="115" idx="5"/>
            <a:endCxn id="125" idx="0"/>
          </p:cNvCxnSpPr>
          <p:nvPr/>
        </p:nvCxnSpPr>
        <p:spPr>
          <a:xfrm>
            <a:off x="10531425" y="1126565"/>
            <a:ext cx="471137" cy="5871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7E229962-6AD8-2841-56AE-BBBF0730A5C6}"/>
              </a:ext>
            </a:extLst>
          </p:cNvPr>
          <p:cNvCxnSpPr>
            <a:cxnSpLocks/>
            <a:stCxn id="125" idx="3"/>
            <a:endCxn id="119" idx="0"/>
          </p:cNvCxnSpPr>
          <p:nvPr/>
        </p:nvCxnSpPr>
        <p:spPr>
          <a:xfrm flipH="1">
            <a:off x="11002561" y="2873183"/>
            <a:ext cx="1" cy="2454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893D029F-9736-4E65-06CC-23B2740C5D4D}"/>
              </a:ext>
            </a:extLst>
          </p:cNvPr>
          <p:cNvSpPr/>
          <p:nvPr/>
        </p:nvSpPr>
        <p:spPr>
          <a:xfrm>
            <a:off x="10818010" y="3118604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20" name="等腰三角形 119">
            <a:extLst>
              <a:ext uri="{FF2B5EF4-FFF2-40B4-BE49-F238E27FC236}">
                <a16:creationId xmlns:a16="http://schemas.microsoft.com/office/drawing/2014/main" id="{F8397AB9-F52C-F5C9-FACD-0C8AEF86534E}"/>
              </a:ext>
            </a:extLst>
          </p:cNvPr>
          <p:cNvSpPr/>
          <p:nvPr/>
        </p:nvSpPr>
        <p:spPr>
          <a:xfrm>
            <a:off x="8674149" y="2182584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BB16C270-A180-8B55-369B-C670D619D2F8}"/>
              </a:ext>
            </a:extLst>
          </p:cNvPr>
          <p:cNvSpPr/>
          <p:nvPr/>
        </p:nvSpPr>
        <p:spPr>
          <a:xfrm>
            <a:off x="9285144" y="1502610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F731CA90-50B8-5BB9-CFED-4578723A1FB7}"/>
              </a:ext>
            </a:extLst>
          </p:cNvPr>
          <p:cNvCxnSpPr>
            <a:cxnSpLocks/>
            <a:stCxn id="121" idx="3"/>
            <a:endCxn id="120" idx="0"/>
          </p:cNvCxnSpPr>
          <p:nvPr/>
        </p:nvCxnSpPr>
        <p:spPr>
          <a:xfrm flipH="1">
            <a:off x="9062077" y="1794307"/>
            <a:ext cx="276159" cy="3882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E58FA21-3EAD-2C7A-A5F1-AAA7A57D9696}"/>
              </a:ext>
            </a:extLst>
          </p:cNvPr>
          <p:cNvSpPr txBox="1"/>
          <p:nvPr/>
        </p:nvSpPr>
        <p:spPr>
          <a:xfrm>
            <a:off x="8747544" y="2996836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25" name="等腰三角形 124">
            <a:extLst>
              <a:ext uri="{FF2B5EF4-FFF2-40B4-BE49-F238E27FC236}">
                <a16:creationId xmlns:a16="http://schemas.microsoft.com/office/drawing/2014/main" id="{369A6DAB-195B-6353-B541-A7AA246F4A4D}"/>
              </a:ext>
            </a:extLst>
          </p:cNvPr>
          <p:cNvSpPr/>
          <p:nvPr/>
        </p:nvSpPr>
        <p:spPr>
          <a:xfrm>
            <a:off x="10614634" y="1713730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8EC9034-EA71-F673-FC59-F708943EC276}"/>
              </a:ext>
            </a:extLst>
          </p:cNvPr>
          <p:cNvSpPr txBox="1"/>
          <p:nvPr/>
        </p:nvSpPr>
        <p:spPr>
          <a:xfrm>
            <a:off x="10724210" y="2377550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9EA8C926-5920-7C1C-E095-8DFEFF62753C}"/>
              </a:ext>
            </a:extLst>
          </p:cNvPr>
          <p:cNvCxnSpPr>
            <a:cxnSpLocks/>
            <a:stCxn id="115" idx="3"/>
            <a:endCxn id="121" idx="7"/>
          </p:cNvCxnSpPr>
          <p:nvPr/>
        </p:nvCxnSpPr>
        <p:spPr>
          <a:xfrm flipH="1">
            <a:off x="9594585" y="1126565"/>
            <a:ext cx="680491" cy="4260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B6BD5411-1649-06EA-15DD-28782505815C}"/>
              </a:ext>
            </a:extLst>
          </p:cNvPr>
          <p:cNvSpPr txBox="1"/>
          <p:nvPr/>
        </p:nvSpPr>
        <p:spPr>
          <a:xfrm>
            <a:off x="1669068" y="2291968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h-2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4F4051CD-1C27-309B-BE49-FC05A2B57687}"/>
              </a:ext>
            </a:extLst>
          </p:cNvPr>
          <p:cNvSpPr txBox="1"/>
          <p:nvPr/>
        </p:nvSpPr>
        <p:spPr>
          <a:xfrm>
            <a:off x="5601665" y="3342037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E3881DBE-2C87-6CA1-0183-50700AD21EE4}"/>
              </a:ext>
            </a:extLst>
          </p:cNvPr>
          <p:cNvSpPr txBox="1"/>
          <p:nvPr/>
        </p:nvSpPr>
        <p:spPr>
          <a:xfrm>
            <a:off x="9833825" y="2664495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46" name="等腰三角形 145">
            <a:extLst>
              <a:ext uri="{FF2B5EF4-FFF2-40B4-BE49-F238E27FC236}">
                <a16:creationId xmlns:a16="http://schemas.microsoft.com/office/drawing/2014/main" id="{DBDA7BB8-E468-A43C-6182-83E2493CF659}"/>
              </a:ext>
            </a:extLst>
          </p:cNvPr>
          <p:cNvSpPr/>
          <p:nvPr/>
        </p:nvSpPr>
        <p:spPr>
          <a:xfrm>
            <a:off x="9168079" y="5119222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8D36C68C-FD6E-BF1C-9D10-1BA90F75DFC7}"/>
              </a:ext>
            </a:extLst>
          </p:cNvPr>
          <p:cNvSpPr/>
          <p:nvPr/>
        </p:nvSpPr>
        <p:spPr>
          <a:xfrm>
            <a:off x="9731729" y="3617743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03FB759B-FC6E-012C-FBF6-5AA940A3F1A1}"/>
              </a:ext>
            </a:extLst>
          </p:cNvPr>
          <p:cNvCxnSpPr>
            <a:cxnSpLocks/>
            <a:stCxn id="153" idx="5"/>
            <a:endCxn id="146" idx="0"/>
          </p:cNvCxnSpPr>
          <p:nvPr/>
        </p:nvCxnSpPr>
        <p:spPr>
          <a:xfrm>
            <a:off x="9104330" y="4577182"/>
            <a:ext cx="451677" cy="54204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8D156691-47A1-DB5F-11E2-71A0EEEA6716}"/>
              </a:ext>
            </a:extLst>
          </p:cNvPr>
          <p:cNvCxnSpPr>
            <a:cxnSpLocks/>
            <a:stCxn id="147" idx="5"/>
            <a:endCxn id="156" idx="0"/>
          </p:cNvCxnSpPr>
          <p:nvPr/>
        </p:nvCxnSpPr>
        <p:spPr>
          <a:xfrm>
            <a:off x="10041170" y="3909440"/>
            <a:ext cx="471137" cy="5871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B780E7C3-6185-9F5D-1BC7-1B626BDC1BEF}"/>
              </a:ext>
            </a:extLst>
          </p:cNvPr>
          <p:cNvCxnSpPr>
            <a:cxnSpLocks/>
            <a:stCxn id="156" idx="3"/>
            <a:endCxn id="151" idx="0"/>
          </p:cNvCxnSpPr>
          <p:nvPr/>
        </p:nvCxnSpPr>
        <p:spPr>
          <a:xfrm flipH="1">
            <a:off x="10512306" y="5656058"/>
            <a:ext cx="1" cy="2454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椭圆 150">
            <a:extLst>
              <a:ext uri="{FF2B5EF4-FFF2-40B4-BE49-F238E27FC236}">
                <a16:creationId xmlns:a16="http://schemas.microsoft.com/office/drawing/2014/main" id="{2B4F0398-844A-7F09-C30E-22170ED87850}"/>
              </a:ext>
            </a:extLst>
          </p:cNvPr>
          <p:cNvSpPr/>
          <p:nvPr/>
        </p:nvSpPr>
        <p:spPr>
          <a:xfrm>
            <a:off x="10327755" y="5901479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52" name="等腰三角形 151">
            <a:extLst>
              <a:ext uri="{FF2B5EF4-FFF2-40B4-BE49-F238E27FC236}">
                <a16:creationId xmlns:a16="http://schemas.microsoft.com/office/drawing/2014/main" id="{AA63CC57-E98B-9293-C0AF-820DFF5A355D}"/>
              </a:ext>
            </a:extLst>
          </p:cNvPr>
          <p:cNvSpPr/>
          <p:nvPr/>
        </p:nvSpPr>
        <p:spPr>
          <a:xfrm>
            <a:off x="8183894" y="4965459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BD93047E-1E9A-73D0-D50C-CEEA3FE23F84}"/>
              </a:ext>
            </a:extLst>
          </p:cNvPr>
          <p:cNvSpPr/>
          <p:nvPr/>
        </p:nvSpPr>
        <p:spPr>
          <a:xfrm>
            <a:off x="8794889" y="4285485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A5B82E5-E9B7-A92B-BA32-D18491C76104}"/>
              </a:ext>
            </a:extLst>
          </p:cNvPr>
          <p:cNvCxnSpPr>
            <a:cxnSpLocks/>
            <a:stCxn id="153" idx="3"/>
            <a:endCxn id="152" idx="0"/>
          </p:cNvCxnSpPr>
          <p:nvPr/>
        </p:nvCxnSpPr>
        <p:spPr>
          <a:xfrm flipH="1">
            <a:off x="8571822" y="4577182"/>
            <a:ext cx="276159" cy="3882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483C359D-3589-CBE8-B3C5-BD2BD12771D0}"/>
              </a:ext>
            </a:extLst>
          </p:cNvPr>
          <p:cNvSpPr txBox="1"/>
          <p:nvPr/>
        </p:nvSpPr>
        <p:spPr>
          <a:xfrm>
            <a:off x="8257289" y="5779711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56" name="等腰三角形 155">
            <a:extLst>
              <a:ext uri="{FF2B5EF4-FFF2-40B4-BE49-F238E27FC236}">
                <a16:creationId xmlns:a16="http://schemas.microsoft.com/office/drawing/2014/main" id="{3F737D85-368C-44E6-0E1C-BCB8B690A5AA}"/>
              </a:ext>
            </a:extLst>
          </p:cNvPr>
          <p:cNvSpPr/>
          <p:nvPr/>
        </p:nvSpPr>
        <p:spPr>
          <a:xfrm>
            <a:off x="10124379" y="4496605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889909D-E6BC-7AAA-C7E9-E6323C4EBEBA}"/>
              </a:ext>
            </a:extLst>
          </p:cNvPr>
          <p:cNvSpPr txBox="1"/>
          <p:nvPr/>
        </p:nvSpPr>
        <p:spPr>
          <a:xfrm>
            <a:off x="10233955" y="5160425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87B6DF47-A081-7B31-B779-BB0013F5B2AC}"/>
              </a:ext>
            </a:extLst>
          </p:cNvPr>
          <p:cNvCxnSpPr>
            <a:cxnSpLocks/>
            <a:stCxn id="147" idx="3"/>
            <a:endCxn id="153" idx="7"/>
          </p:cNvCxnSpPr>
          <p:nvPr/>
        </p:nvCxnSpPr>
        <p:spPr>
          <a:xfrm flipH="1">
            <a:off x="9104330" y="3909440"/>
            <a:ext cx="680491" cy="4260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CDF43BE5-26AE-71B9-BA9D-661D61F5FE69}"/>
              </a:ext>
            </a:extLst>
          </p:cNvPr>
          <p:cNvSpPr txBox="1"/>
          <p:nvPr/>
        </p:nvSpPr>
        <p:spPr>
          <a:xfrm>
            <a:off x="9273531" y="5918462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221C8A51-EB93-6CF0-15AB-0E1AA96F6C10}"/>
              </a:ext>
            </a:extLst>
          </p:cNvPr>
          <p:cNvSpPr/>
          <p:nvPr/>
        </p:nvSpPr>
        <p:spPr>
          <a:xfrm rot="19712588">
            <a:off x="4868482" y="188951"/>
            <a:ext cx="1868786" cy="2120650"/>
          </a:xfrm>
          <a:prstGeom prst="arc">
            <a:avLst>
              <a:gd name="adj1" fmla="val 16200000"/>
              <a:gd name="adj2" fmla="val 1285313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1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778D32FF-995F-B60B-16D7-C9081F4FCF94}"/>
              </a:ext>
            </a:extLst>
          </p:cNvPr>
          <p:cNvSpPr/>
          <p:nvPr/>
        </p:nvSpPr>
        <p:spPr>
          <a:xfrm>
            <a:off x="101634" y="1260446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8E2E09-A5FA-301C-53A7-E262F67F52A8}"/>
              </a:ext>
            </a:extLst>
          </p:cNvPr>
          <p:cNvSpPr/>
          <p:nvPr/>
        </p:nvSpPr>
        <p:spPr>
          <a:xfrm>
            <a:off x="801285" y="381583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C574066-A1AB-C351-9E2F-F8C23386364B}"/>
              </a:ext>
            </a:extLst>
          </p:cNvPr>
          <p:cNvCxnSpPr>
            <a:cxnSpLocks/>
            <a:stCxn id="5" idx="3"/>
            <a:endCxn id="4" idx="0"/>
          </p:cNvCxnSpPr>
          <p:nvPr/>
        </p:nvCxnSpPr>
        <p:spPr>
          <a:xfrm flipH="1">
            <a:off x="489562" y="673280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47DE3A1-7E29-14AC-3C3F-8A99AB25220D}"/>
              </a:ext>
            </a:extLst>
          </p:cNvPr>
          <p:cNvCxnSpPr>
            <a:cxnSpLocks/>
            <a:stCxn id="5" idx="5"/>
            <a:endCxn id="42" idx="0"/>
          </p:cNvCxnSpPr>
          <p:nvPr/>
        </p:nvCxnSpPr>
        <p:spPr>
          <a:xfrm>
            <a:off x="1110726" y="673280"/>
            <a:ext cx="522721" cy="59696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等腰三角形 41">
            <a:extLst>
              <a:ext uri="{FF2B5EF4-FFF2-40B4-BE49-F238E27FC236}">
                <a16:creationId xmlns:a16="http://schemas.microsoft.com/office/drawing/2014/main" id="{C06895BF-FB2C-DCFD-79F0-9F9849229BDA}"/>
              </a:ext>
            </a:extLst>
          </p:cNvPr>
          <p:cNvSpPr/>
          <p:nvPr/>
        </p:nvSpPr>
        <p:spPr>
          <a:xfrm>
            <a:off x="1245519" y="1270244"/>
            <a:ext cx="775855" cy="144763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86E303-B044-8E91-5B0A-FB00D9DCE433}"/>
              </a:ext>
            </a:extLst>
          </p:cNvPr>
          <p:cNvSpPr txBox="1"/>
          <p:nvPr/>
        </p:nvSpPr>
        <p:spPr>
          <a:xfrm>
            <a:off x="1333887" y="2284880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0562CD7-9B8C-2579-04AF-E37915D43AB8}"/>
              </a:ext>
            </a:extLst>
          </p:cNvPr>
          <p:cNvCxnSpPr>
            <a:cxnSpLocks/>
            <a:stCxn id="42" idx="3"/>
            <a:endCxn id="50" idx="0"/>
          </p:cNvCxnSpPr>
          <p:nvPr/>
        </p:nvCxnSpPr>
        <p:spPr>
          <a:xfrm flipH="1">
            <a:off x="1633446" y="2717880"/>
            <a:ext cx="1" cy="2504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DEAEA8E8-182C-D503-EBD6-0EDC8B20602F}"/>
              </a:ext>
            </a:extLst>
          </p:cNvPr>
          <p:cNvSpPr/>
          <p:nvPr/>
        </p:nvSpPr>
        <p:spPr>
          <a:xfrm>
            <a:off x="1448895" y="2968325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96" name="等腰三角形 95">
            <a:extLst>
              <a:ext uri="{FF2B5EF4-FFF2-40B4-BE49-F238E27FC236}">
                <a16:creationId xmlns:a16="http://schemas.microsoft.com/office/drawing/2014/main" id="{B6E90553-7C76-B281-B7E7-A607BE56EEA0}"/>
              </a:ext>
            </a:extLst>
          </p:cNvPr>
          <p:cNvSpPr/>
          <p:nvPr/>
        </p:nvSpPr>
        <p:spPr>
          <a:xfrm>
            <a:off x="720679" y="4874583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1F48DB1F-F7DB-37FE-0302-368891399F2A}"/>
              </a:ext>
            </a:extLst>
          </p:cNvPr>
          <p:cNvSpPr/>
          <p:nvPr/>
        </p:nvSpPr>
        <p:spPr>
          <a:xfrm>
            <a:off x="1420330" y="3995720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9A9F441-18D9-0459-FEE0-84EDBDBF9775}"/>
              </a:ext>
            </a:extLst>
          </p:cNvPr>
          <p:cNvCxnSpPr>
            <a:cxnSpLocks/>
            <a:stCxn id="97" idx="3"/>
            <a:endCxn id="96" idx="0"/>
          </p:cNvCxnSpPr>
          <p:nvPr/>
        </p:nvCxnSpPr>
        <p:spPr>
          <a:xfrm flipH="1">
            <a:off x="1108607" y="4287417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949D64FB-B182-6D19-8A6B-3CA643905C4C}"/>
              </a:ext>
            </a:extLst>
          </p:cNvPr>
          <p:cNvCxnSpPr>
            <a:cxnSpLocks/>
            <a:stCxn id="97" idx="5"/>
            <a:endCxn id="108" idx="0"/>
          </p:cNvCxnSpPr>
          <p:nvPr/>
        </p:nvCxnSpPr>
        <p:spPr>
          <a:xfrm>
            <a:off x="1729771" y="4287417"/>
            <a:ext cx="471137" cy="5871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F8150AC1-5E4D-67ED-8D03-064837A1E7C4}"/>
              </a:ext>
            </a:extLst>
          </p:cNvPr>
          <p:cNvSpPr txBox="1"/>
          <p:nvPr/>
        </p:nvSpPr>
        <p:spPr>
          <a:xfrm>
            <a:off x="815060" y="5642876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3B66A658-E3A4-3761-8D65-85BC7EC6FE48}"/>
              </a:ext>
            </a:extLst>
          </p:cNvPr>
          <p:cNvCxnSpPr>
            <a:cxnSpLocks/>
            <a:stCxn id="96" idx="3"/>
            <a:endCxn id="102" idx="0"/>
          </p:cNvCxnSpPr>
          <p:nvPr/>
        </p:nvCxnSpPr>
        <p:spPr>
          <a:xfrm>
            <a:off x="1108607" y="6034036"/>
            <a:ext cx="6636" cy="2162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椭圆 101">
            <a:extLst>
              <a:ext uri="{FF2B5EF4-FFF2-40B4-BE49-F238E27FC236}">
                <a16:creationId xmlns:a16="http://schemas.microsoft.com/office/drawing/2014/main" id="{262012BB-9A49-7245-D98D-7485C9BBCFEE}"/>
              </a:ext>
            </a:extLst>
          </p:cNvPr>
          <p:cNvSpPr/>
          <p:nvPr/>
        </p:nvSpPr>
        <p:spPr>
          <a:xfrm>
            <a:off x="930692" y="6250316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3" name="等腰三角形 102">
            <a:extLst>
              <a:ext uri="{FF2B5EF4-FFF2-40B4-BE49-F238E27FC236}">
                <a16:creationId xmlns:a16="http://schemas.microsoft.com/office/drawing/2014/main" id="{5C7C0394-5AC3-698F-5C15-631703E8A026}"/>
              </a:ext>
            </a:extLst>
          </p:cNvPr>
          <p:cNvSpPr/>
          <p:nvPr/>
        </p:nvSpPr>
        <p:spPr>
          <a:xfrm>
            <a:off x="-111483" y="3865097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9548D1D-C270-BCB8-30E8-063A643D65A6}"/>
              </a:ext>
            </a:extLst>
          </p:cNvPr>
          <p:cNvSpPr/>
          <p:nvPr/>
        </p:nvSpPr>
        <p:spPr>
          <a:xfrm>
            <a:off x="588168" y="2986234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29AA377-978E-688F-6FE9-25B6D68079C8}"/>
              </a:ext>
            </a:extLst>
          </p:cNvPr>
          <p:cNvCxnSpPr>
            <a:cxnSpLocks/>
            <a:stCxn id="104" idx="3"/>
            <a:endCxn id="103" idx="0"/>
          </p:cNvCxnSpPr>
          <p:nvPr/>
        </p:nvCxnSpPr>
        <p:spPr>
          <a:xfrm flipH="1">
            <a:off x="276445" y="3277931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3C1D9D8F-9CD7-F04C-80DF-05608F714939}"/>
              </a:ext>
            </a:extLst>
          </p:cNvPr>
          <p:cNvCxnSpPr>
            <a:cxnSpLocks/>
            <a:stCxn id="104" idx="5"/>
            <a:endCxn id="97" idx="1"/>
          </p:cNvCxnSpPr>
          <p:nvPr/>
        </p:nvCxnSpPr>
        <p:spPr>
          <a:xfrm>
            <a:off x="897609" y="3277931"/>
            <a:ext cx="575813" cy="7678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AE93F77-7EB1-10AB-06F8-F499CE58EF46}"/>
              </a:ext>
            </a:extLst>
          </p:cNvPr>
          <p:cNvSpPr txBox="1"/>
          <p:nvPr/>
        </p:nvSpPr>
        <p:spPr>
          <a:xfrm>
            <a:off x="-63781" y="4603043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8" name="等腰三角形 107">
            <a:extLst>
              <a:ext uri="{FF2B5EF4-FFF2-40B4-BE49-F238E27FC236}">
                <a16:creationId xmlns:a16="http://schemas.microsoft.com/office/drawing/2014/main" id="{E259E171-A34E-F087-B8B1-C1F279B9A833}"/>
              </a:ext>
            </a:extLst>
          </p:cNvPr>
          <p:cNvSpPr/>
          <p:nvPr/>
        </p:nvSpPr>
        <p:spPr>
          <a:xfrm>
            <a:off x="1812980" y="4874582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B6BD5411-1649-06EA-15DD-28782505815C}"/>
              </a:ext>
            </a:extLst>
          </p:cNvPr>
          <p:cNvSpPr txBox="1"/>
          <p:nvPr/>
        </p:nvSpPr>
        <p:spPr>
          <a:xfrm>
            <a:off x="163219" y="2009555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1385E5C8-2319-07ED-60AB-53D6F3168F81}"/>
              </a:ext>
            </a:extLst>
          </p:cNvPr>
          <p:cNvSpPr/>
          <p:nvPr/>
        </p:nvSpPr>
        <p:spPr>
          <a:xfrm>
            <a:off x="3815930" y="1220197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1EF5EFE7-5B8B-4070-0F04-17B2D5F6A587}"/>
              </a:ext>
            </a:extLst>
          </p:cNvPr>
          <p:cNvCxnSpPr>
            <a:cxnSpLocks/>
            <a:stCxn id="163" idx="3"/>
            <a:endCxn id="180" idx="0"/>
          </p:cNvCxnSpPr>
          <p:nvPr/>
        </p:nvCxnSpPr>
        <p:spPr>
          <a:xfrm flipH="1">
            <a:off x="3501697" y="1511894"/>
            <a:ext cx="367325" cy="8462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55664A47-E31C-B8D7-A66A-A17D7CC46B8C}"/>
              </a:ext>
            </a:extLst>
          </p:cNvPr>
          <p:cNvCxnSpPr>
            <a:cxnSpLocks/>
            <a:stCxn id="163" idx="5"/>
            <a:endCxn id="174" idx="0"/>
          </p:cNvCxnSpPr>
          <p:nvPr/>
        </p:nvCxnSpPr>
        <p:spPr>
          <a:xfrm>
            <a:off x="4125371" y="1511894"/>
            <a:ext cx="471137" cy="5871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1AD1ABAE-782F-EBCF-F8CC-F18BF05C12C3}"/>
              </a:ext>
            </a:extLst>
          </p:cNvPr>
          <p:cNvSpPr txBox="1"/>
          <p:nvPr/>
        </p:nvSpPr>
        <p:spPr>
          <a:xfrm>
            <a:off x="3438437" y="2192485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80149432-82A9-8F22-D52C-DBCA4D63A4C1}"/>
              </a:ext>
            </a:extLst>
          </p:cNvPr>
          <p:cNvCxnSpPr>
            <a:cxnSpLocks/>
            <a:stCxn id="162" idx="3"/>
            <a:endCxn id="168" idx="0"/>
          </p:cNvCxnSpPr>
          <p:nvPr/>
        </p:nvCxnSpPr>
        <p:spPr>
          <a:xfrm>
            <a:off x="2999365" y="4380736"/>
            <a:ext cx="2528" cy="3505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椭圆 167">
            <a:extLst>
              <a:ext uri="{FF2B5EF4-FFF2-40B4-BE49-F238E27FC236}">
                <a16:creationId xmlns:a16="http://schemas.microsoft.com/office/drawing/2014/main" id="{5A84330B-6B35-D3EE-ABAC-2C022A10EE7F}"/>
              </a:ext>
            </a:extLst>
          </p:cNvPr>
          <p:cNvSpPr/>
          <p:nvPr/>
        </p:nvSpPr>
        <p:spPr>
          <a:xfrm>
            <a:off x="2817342" y="4731254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69" name="等腰三角形 168">
            <a:extLst>
              <a:ext uri="{FF2B5EF4-FFF2-40B4-BE49-F238E27FC236}">
                <a16:creationId xmlns:a16="http://schemas.microsoft.com/office/drawing/2014/main" id="{2957C4E8-13DE-B6A7-A668-831D1D3A4F04}"/>
              </a:ext>
            </a:extLst>
          </p:cNvPr>
          <p:cNvSpPr/>
          <p:nvPr/>
        </p:nvSpPr>
        <p:spPr>
          <a:xfrm>
            <a:off x="2284117" y="1089574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DC2BA576-05FB-5E95-3FC5-A42A0C1C2D50}"/>
              </a:ext>
            </a:extLst>
          </p:cNvPr>
          <p:cNvSpPr/>
          <p:nvPr/>
        </p:nvSpPr>
        <p:spPr>
          <a:xfrm>
            <a:off x="2983768" y="210711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B7FB6051-82C5-615F-07AB-B05095287C4E}"/>
              </a:ext>
            </a:extLst>
          </p:cNvPr>
          <p:cNvCxnSpPr>
            <a:cxnSpLocks/>
            <a:stCxn id="170" idx="3"/>
            <a:endCxn id="169" idx="0"/>
          </p:cNvCxnSpPr>
          <p:nvPr/>
        </p:nvCxnSpPr>
        <p:spPr>
          <a:xfrm flipH="1">
            <a:off x="2672045" y="502408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68F91805-6A46-CA90-DA9A-642C483BCF1A}"/>
              </a:ext>
            </a:extLst>
          </p:cNvPr>
          <p:cNvCxnSpPr>
            <a:cxnSpLocks/>
            <a:stCxn id="170" idx="5"/>
            <a:endCxn id="163" idx="1"/>
          </p:cNvCxnSpPr>
          <p:nvPr/>
        </p:nvCxnSpPr>
        <p:spPr>
          <a:xfrm>
            <a:off x="3293209" y="502408"/>
            <a:ext cx="575813" cy="7678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78E4B1CC-AE5A-D639-DE11-62148741056E}"/>
              </a:ext>
            </a:extLst>
          </p:cNvPr>
          <p:cNvSpPr txBox="1"/>
          <p:nvPr/>
        </p:nvSpPr>
        <p:spPr>
          <a:xfrm>
            <a:off x="2368117" y="1896842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74" name="等腰三角形 173">
            <a:extLst>
              <a:ext uri="{FF2B5EF4-FFF2-40B4-BE49-F238E27FC236}">
                <a16:creationId xmlns:a16="http://schemas.microsoft.com/office/drawing/2014/main" id="{915F1466-0B8C-7CE8-8E25-E0BF4784A376}"/>
              </a:ext>
            </a:extLst>
          </p:cNvPr>
          <p:cNvSpPr/>
          <p:nvPr/>
        </p:nvSpPr>
        <p:spPr>
          <a:xfrm>
            <a:off x="4208580" y="2099059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6D807228-D796-2DCA-A1F9-1EEE95800BCB}"/>
              </a:ext>
            </a:extLst>
          </p:cNvPr>
          <p:cNvSpPr txBox="1"/>
          <p:nvPr/>
        </p:nvSpPr>
        <p:spPr>
          <a:xfrm>
            <a:off x="1900725" y="5673213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D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8278D290-A333-D5C8-8756-01674B47DA16}"/>
              </a:ext>
            </a:extLst>
          </p:cNvPr>
          <p:cNvSpPr txBox="1"/>
          <p:nvPr/>
        </p:nvSpPr>
        <p:spPr>
          <a:xfrm>
            <a:off x="4296325" y="2854173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D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01C299C1-C784-2698-9DD9-637BF9B14917}"/>
              </a:ext>
            </a:extLst>
          </p:cNvPr>
          <p:cNvSpPr txBox="1"/>
          <p:nvPr/>
        </p:nvSpPr>
        <p:spPr>
          <a:xfrm>
            <a:off x="1310028" y="4013601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96FD7C9-5250-4DE4-B8D4-5BDAAFAD9341}"/>
              </a:ext>
            </a:extLst>
          </p:cNvPr>
          <p:cNvSpPr txBox="1"/>
          <p:nvPr/>
        </p:nvSpPr>
        <p:spPr>
          <a:xfrm>
            <a:off x="3686614" y="1237181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9FF65094-C169-33DC-BFA9-FE5FED327F9A}"/>
              </a:ext>
            </a:extLst>
          </p:cNvPr>
          <p:cNvSpPr/>
          <p:nvPr/>
        </p:nvSpPr>
        <p:spPr>
          <a:xfrm>
            <a:off x="3320430" y="2358149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56388148-A56D-31C8-5019-D69BCDF417D1}"/>
              </a:ext>
            </a:extLst>
          </p:cNvPr>
          <p:cNvGrpSpPr/>
          <p:nvPr/>
        </p:nvGrpSpPr>
        <p:grpSpPr>
          <a:xfrm>
            <a:off x="2611437" y="3221283"/>
            <a:ext cx="775855" cy="1159453"/>
            <a:chOff x="7127042" y="3115817"/>
            <a:chExt cx="775855" cy="1159453"/>
          </a:xfrm>
        </p:grpSpPr>
        <p:sp>
          <p:nvSpPr>
            <p:cNvPr id="162" name="等腰三角形 161">
              <a:extLst>
                <a:ext uri="{FF2B5EF4-FFF2-40B4-BE49-F238E27FC236}">
                  <a16:creationId xmlns:a16="http://schemas.microsoft.com/office/drawing/2014/main" id="{2F01841E-6644-A3F8-3BDF-A90C8E38437F}"/>
                </a:ext>
              </a:extLst>
            </p:cNvPr>
            <p:cNvSpPr/>
            <p:nvPr/>
          </p:nvSpPr>
          <p:spPr>
            <a:xfrm>
              <a:off x="7127042" y="3115817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4E65C2D7-6ACC-1BDA-84E0-713309EF81EC}"/>
                </a:ext>
              </a:extLst>
            </p:cNvPr>
            <p:cNvSpPr txBox="1"/>
            <p:nvPr/>
          </p:nvSpPr>
          <p:spPr>
            <a:xfrm>
              <a:off x="7214787" y="3933526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E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31D4F678-F54C-700D-38F8-66804C03FE85}"/>
              </a:ext>
            </a:extLst>
          </p:cNvPr>
          <p:cNvGrpSpPr/>
          <p:nvPr/>
        </p:nvGrpSpPr>
        <p:grpSpPr>
          <a:xfrm>
            <a:off x="3494066" y="3210288"/>
            <a:ext cx="775855" cy="1159453"/>
            <a:chOff x="7127042" y="3115817"/>
            <a:chExt cx="775855" cy="1159453"/>
          </a:xfrm>
        </p:grpSpPr>
        <p:sp>
          <p:nvSpPr>
            <p:cNvPr id="192" name="等腰三角形 191">
              <a:extLst>
                <a:ext uri="{FF2B5EF4-FFF2-40B4-BE49-F238E27FC236}">
                  <a16:creationId xmlns:a16="http://schemas.microsoft.com/office/drawing/2014/main" id="{6A67DF0C-5750-3C2A-E603-C88905AE10AC}"/>
                </a:ext>
              </a:extLst>
            </p:cNvPr>
            <p:cNvSpPr/>
            <p:nvPr/>
          </p:nvSpPr>
          <p:spPr>
            <a:xfrm>
              <a:off x="7127042" y="3115817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DB7052D6-44E1-F108-5F77-AC1137E871DF}"/>
                </a:ext>
              </a:extLst>
            </p:cNvPr>
            <p:cNvSpPr txBox="1"/>
            <p:nvPr/>
          </p:nvSpPr>
          <p:spPr>
            <a:xfrm>
              <a:off x="7214787" y="3933526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F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B2B807F9-9B79-947E-66D1-8E0AB48E5DF5}"/>
              </a:ext>
            </a:extLst>
          </p:cNvPr>
          <p:cNvCxnSpPr>
            <a:cxnSpLocks/>
            <a:stCxn id="180" idx="3"/>
            <a:endCxn id="162" idx="0"/>
          </p:cNvCxnSpPr>
          <p:nvPr/>
        </p:nvCxnSpPr>
        <p:spPr>
          <a:xfrm flipH="1">
            <a:off x="2999365" y="2649846"/>
            <a:ext cx="374157" cy="5714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7EE2C09-1AEA-E2D4-B78B-4136B430714A}"/>
              </a:ext>
            </a:extLst>
          </p:cNvPr>
          <p:cNvCxnSpPr>
            <a:cxnSpLocks/>
            <a:stCxn id="180" idx="5"/>
            <a:endCxn id="192" idx="0"/>
          </p:cNvCxnSpPr>
          <p:nvPr/>
        </p:nvCxnSpPr>
        <p:spPr>
          <a:xfrm>
            <a:off x="3629871" y="2649846"/>
            <a:ext cx="252123" cy="56044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44F30DEB-BE5C-5F49-0A60-E7B885A48F10}"/>
              </a:ext>
            </a:extLst>
          </p:cNvPr>
          <p:cNvCxnSpPr>
            <a:cxnSpLocks/>
            <a:stCxn id="216" idx="5"/>
            <a:endCxn id="202" idx="1"/>
          </p:cNvCxnSpPr>
          <p:nvPr/>
        </p:nvCxnSpPr>
        <p:spPr>
          <a:xfrm>
            <a:off x="8963547" y="3624096"/>
            <a:ext cx="545548" cy="4768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CC5EEE11-A551-0904-9065-25D00B620DA9}"/>
              </a:ext>
            </a:extLst>
          </p:cNvPr>
          <p:cNvCxnSpPr>
            <a:cxnSpLocks/>
            <a:stCxn id="202" idx="5"/>
            <a:endCxn id="213" idx="0"/>
          </p:cNvCxnSpPr>
          <p:nvPr/>
        </p:nvCxnSpPr>
        <p:spPr>
          <a:xfrm>
            <a:off x="9765444" y="4342615"/>
            <a:ext cx="758811" cy="5026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42CC91FA-2603-710B-70C1-FB7DB607BF6E}"/>
              </a:ext>
            </a:extLst>
          </p:cNvPr>
          <p:cNvCxnSpPr>
            <a:cxnSpLocks/>
            <a:stCxn id="218" idx="3"/>
            <a:endCxn id="207" idx="0"/>
          </p:cNvCxnSpPr>
          <p:nvPr/>
        </p:nvCxnSpPr>
        <p:spPr>
          <a:xfrm flipH="1">
            <a:off x="8297141" y="6002642"/>
            <a:ext cx="1" cy="2396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椭圆 206">
            <a:extLst>
              <a:ext uri="{FF2B5EF4-FFF2-40B4-BE49-F238E27FC236}">
                <a16:creationId xmlns:a16="http://schemas.microsoft.com/office/drawing/2014/main" id="{59CF42F7-E0F6-A7C3-BD27-FD5CE9B89316}"/>
              </a:ext>
            </a:extLst>
          </p:cNvPr>
          <p:cNvSpPr/>
          <p:nvPr/>
        </p:nvSpPr>
        <p:spPr>
          <a:xfrm>
            <a:off x="8112590" y="6242317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08" name="等腰三角形 207">
            <a:extLst>
              <a:ext uri="{FF2B5EF4-FFF2-40B4-BE49-F238E27FC236}">
                <a16:creationId xmlns:a16="http://schemas.microsoft.com/office/drawing/2014/main" id="{2376BFA6-4A85-30B6-7789-A49FF4F59FA6}"/>
              </a:ext>
            </a:extLst>
          </p:cNvPr>
          <p:cNvSpPr/>
          <p:nvPr/>
        </p:nvSpPr>
        <p:spPr>
          <a:xfrm>
            <a:off x="6980763" y="4843189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E38823FE-BD23-A3A7-1B7B-EC9F1645AEFD}"/>
              </a:ext>
            </a:extLst>
          </p:cNvPr>
          <p:cNvSpPr/>
          <p:nvPr/>
        </p:nvSpPr>
        <p:spPr>
          <a:xfrm>
            <a:off x="7939350" y="4061137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5AA534E6-2AC3-1C97-02F2-B35852552D76}"/>
              </a:ext>
            </a:extLst>
          </p:cNvPr>
          <p:cNvCxnSpPr>
            <a:cxnSpLocks/>
            <a:stCxn id="209" idx="3"/>
            <a:endCxn id="208" idx="0"/>
          </p:cNvCxnSpPr>
          <p:nvPr/>
        </p:nvCxnSpPr>
        <p:spPr>
          <a:xfrm flipH="1">
            <a:off x="7368691" y="4352834"/>
            <a:ext cx="623751" cy="490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8D340FB5-20C9-86B3-619E-56CFDCCB7EBB}"/>
              </a:ext>
            </a:extLst>
          </p:cNvPr>
          <p:cNvCxnSpPr>
            <a:cxnSpLocks/>
            <a:stCxn id="216" idx="3"/>
            <a:endCxn id="209" idx="7"/>
          </p:cNvCxnSpPr>
          <p:nvPr/>
        </p:nvCxnSpPr>
        <p:spPr>
          <a:xfrm flipH="1">
            <a:off x="8248791" y="3624096"/>
            <a:ext cx="458407" cy="4870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565A8E9F-A6F0-2804-B4C5-73A536E965E4}"/>
              </a:ext>
            </a:extLst>
          </p:cNvPr>
          <p:cNvSpPr txBox="1"/>
          <p:nvPr/>
        </p:nvSpPr>
        <p:spPr>
          <a:xfrm>
            <a:off x="7068508" y="5651630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27D70F52-D1C5-6F48-DF1A-9D1D2020026B}"/>
              </a:ext>
            </a:extLst>
          </p:cNvPr>
          <p:cNvGrpSpPr/>
          <p:nvPr/>
        </p:nvGrpSpPr>
        <p:grpSpPr>
          <a:xfrm>
            <a:off x="10136327" y="4845275"/>
            <a:ext cx="775855" cy="1159453"/>
            <a:chOff x="10052374" y="2440803"/>
            <a:chExt cx="775855" cy="1159453"/>
          </a:xfrm>
        </p:grpSpPr>
        <p:sp>
          <p:nvSpPr>
            <p:cNvPr id="213" name="等腰三角形 212">
              <a:extLst>
                <a:ext uri="{FF2B5EF4-FFF2-40B4-BE49-F238E27FC236}">
                  <a16:creationId xmlns:a16="http://schemas.microsoft.com/office/drawing/2014/main" id="{242493A8-5D5C-AACF-7FAB-BC3C15628167}"/>
                </a:ext>
              </a:extLst>
            </p:cNvPr>
            <p:cNvSpPr/>
            <p:nvPr/>
          </p:nvSpPr>
          <p:spPr>
            <a:xfrm>
              <a:off x="10052374" y="2440803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E07CBB83-5395-1EEA-460F-916B1DB6EFBA}"/>
                </a:ext>
              </a:extLst>
            </p:cNvPr>
            <p:cNvSpPr txBox="1"/>
            <p:nvPr/>
          </p:nvSpPr>
          <p:spPr>
            <a:xfrm>
              <a:off x="10140119" y="3195917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D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sp>
        <p:nvSpPr>
          <p:cNvPr id="202" name="椭圆 201">
            <a:extLst>
              <a:ext uri="{FF2B5EF4-FFF2-40B4-BE49-F238E27FC236}">
                <a16:creationId xmlns:a16="http://schemas.microsoft.com/office/drawing/2014/main" id="{A44EEE3E-699C-C865-B3F5-A55864EC3CCC}"/>
              </a:ext>
            </a:extLst>
          </p:cNvPr>
          <p:cNvSpPr/>
          <p:nvPr/>
        </p:nvSpPr>
        <p:spPr>
          <a:xfrm>
            <a:off x="9456003" y="4050918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08E18A64-E1C1-A3E8-B5D1-AD6E47D213B9}"/>
              </a:ext>
            </a:extLst>
          </p:cNvPr>
          <p:cNvSpPr txBox="1"/>
          <p:nvPr/>
        </p:nvSpPr>
        <p:spPr>
          <a:xfrm>
            <a:off x="9356191" y="4080679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D0245185-E87E-ABBC-99CE-BB004DAFCEDC}"/>
              </a:ext>
            </a:extLst>
          </p:cNvPr>
          <p:cNvSpPr/>
          <p:nvPr/>
        </p:nvSpPr>
        <p:spPr>
          <a:xfrm>
            <a:off x="8654106" y="3332399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94414352-D96A-CE51-D7D2-229E90041380}"/>
              </a:ext>
            </a:extLst>
          </p:cNvPr>
          <p:cNvGrpSpPr/>
          <p:nvPr/>
        </p:nvGrpSpPr>
        <p:grpSpPr>
          <a:xfrm>
            <a:off x="7909214" y="4843189"/>
            <a:ext cx="775855" cy="1159453"/>
            <a:chOff x="7127042" y="3115817"/>
            <a:chExt cx="775855" cy="1159453"/>
          </a:xfrm>
        </p:grpSpPr>
        <p:sp>
          <p:nvSpPr>
            <p:cNvPr id="218" name="等腰三角形 217">
              <a:extLst>
                <a:ext uri="{FF2B5EF4-FFF2-40B4-BE49-F238E27FC236}">
                  <a16:creationId xmlns:a16="http://schemas.microsoft.com/office/drawing/2014/main" id="{2F1201D3-2ACD-BC09-F37B-598C170564E4}"/>
                </a:ext>
              </a:extLst>
            </p:cNvPr>
            <p:cNvSpPr/>
            <p:nvPr/>
          </p:nvSpPr>
          <p:spPr>
            <a:xfrm>
              <a:off x="7127042" y="3115817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A2F11449-3B0C-B98B-5D8E-03533159BC4E}"/>
                </a:ext>
              </a:extLst>
            </p:cNvPr>
            <p:cNvSpPr txBox="1"/>
            <p:nvPr/>
          </p:nvSpPr>
          <p:spPr>
            <a:xfrm>
              <a:off x="7214787" y="3933526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E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8610F393-21B6-A8B5-9489-93E41BBF6196}"/>
              </a:ext>
            </a:extLst>
          </p:cNvPr>
          <p:cNvGrpSpPr/>
          <p:nvPr/>
        </p:nvGrpSpPr>
        <p:grpSpPr>
          <a:xfrm>
            <a:off x="9035292" y="4843189"/>
            <a:ext cx="775855" cy="1159453"/>
            <a:chOff x="7127042" y="3115817"/>
            <a:chExt cx="775855" cy="1159453"/>
          </a:xfrm>
        </p:grpSpPr>
        <p:sp>
          <p:nvSpPr>
            <p:cNvPr id="221" name="等腰三角形 220">
              <a:extLst>
                <a:ext uri="{FF2B5EF4-FFF2-40B4-BE49-F238E27FC236}">
                  <a16:creationId xmlns:a16="http://schemas.microsoft.com/office/drawing/2014/main" id="{408BB529-A31F-E357-D677-090CD6295D2A}"/>
                </a:ext>
              </a:extLst>
            </p:cNvPr>
            <p:cNvSpPr/>
            <p:nvPr/>
          </p:nvSpPr>
          <p:spPr>
            <a:xfrm>
              <a:off x="7127042" y="3115817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1598073E-6E1F-57C9-2A2B-436659884E7D}"/>
                </a:ext>
              </a:extLst>
            </p:cNvPr>
            <p:cNvSpPr txBox="1"/>
            <p:nvPr/>
          </p:nvSpPr>
          <p:spPr>
            <a:xfrm>
              <a:off x="7214787" y="3933526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F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528CD400-438B-8208-3D46-F9D8CA4EA603}"/>
              </a:ext>
            </a:extLst>
          </p:cNvPr>
          <p:cNvCxnSpPr>
            <a:cxnSpLocks/>
            <a:stCxn id="209" idx="5"/>
            <a:endCxn id="218" idx="0"/>
          </p:cNvCxnSpPr>
          <p:nvPr/>
        </p:nvCxnSpPr>
        <p:spPr>
          <a:xfrm>
            <a:off x="8248791" y="4352834"/>
            <a:ext cx="48351" cy="490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AE2787DB-DB35-C9CB-3434-57F79C24C2E1}"/>
              </a:ext>
            </a:extLst>
          </p:cNvPr>
          <p:cNvCxnSpPr>
            <a:cxnSpLocks/>
            <a:stCxn id="202" idx="3"/>
            <a:endCxn id="221" idx="0"/>
          </p:cNvCxnSpPr>
          <p:nvPr/>
        </p:nvCxnSpPr>
        <p:spPr>
          <a:xfrm flipH="1">
            <a:off x="9423220" y="4342615"/>
            <a:ext cx="85875" cy="5005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F8526E71-5DC9-FBFC-8E9D-B72D13BAC3A1}"/>
              </a:ext>
            </a:extLst>
          </p:cNvPr>
          <p:cNvSpPr txBox="1"/>
          <p:nvPr/>
        </p:nvSpPr>
        <p:spPr>
          <a:xfrm>
            <a:off x="8535191" y="3349382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B20DF1D9-A9DD-F4B1-3717-41468F9B0517}"/>
              </a:ext>
            </a:extLst>
          </p:cNvPr>
          <p:cNvCxnSpPr>
            <a:cxnSpLocks/>
            <a:stCxn id="253" idx="5"/>
            <a:endCxn id="251" idx="1"/>
          </p:cNvCxnSpPr>
          <p:nvPr/>
        </p:nvCxnSpPr>
        <p:spPr>
          <a:xfrm>
            <a:off x="6567316" y="1382744"/>
            <a:ext cx="570541" cy="6455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0AD9831F-CE94-252E-577E-BFF567799407}"/>
              </a:ext>
            </a:extLst>
          </p:cNvPr>
          <p:cNvCxnSpPr>
            <a:cxnSpLocks/>
            <a:stCxn id="251" idx="5"/>
            <a:endCxn id="249" idx="0"/>
          </p:cNvCxnSpPr>
          <p:nvPr/>
        </p:nvCxnSpPr>
        <p:spPr>
          <a:xfrm>
            <a:off x="7394206" y="2269948"/>
            <a:ext cx="436279" cy="6192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A9BC7F9B-EBA4-7942-FAE1-C837E3B668A0}"/>
              </a:ext>
            </a:extLst>
          </p:cNvPr>
          <p:cNvCxnSpPr>
            <a:cxnSpLocks/>
            <a:stCxn id="255" idx="3"/>
            <a:endCxn id="242" idx="0"/>
          </p:cNvCxnSpPr>
          <p:nvPr/>
        </p:nvCxnSpPr>
        <p:spPr>
          <a:xfrm>
            <a:off x="5899655" y="3062629"/>
            <a:ext cx="10291" cy="2027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椭圆 241">
            <a:extLst>
              <a:ext uri="{FF2B5EF4-FFF2-40B4-BE49-F238E27FC236}">
                <a16:creationId xmlns:a16="http://schemas.microsoft.com/office/drawing/2014/main" id="{A9412BEB-87B1-E400-0E14-A0761C3546EF}"/>
              </a:ext>
            </a:extLst>
          </p:cNvPr>
          <p:cNvSpPr/>
          <p:nvPr/>
        </p:nvSpPr>
        <p:spPr>
          <a:xfrm>
            <a:off x="5725395" y="3265406"/>
            <a:ext cx="369101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43" name="等腰三角形 242">
            <a:extLst>
              <a:ext uri="{FF2B5EF4-FFF2-40B4-BE49-F238E27FC236}">
                <a16:creationId xmlns:a16="http://schemas.microsoft.com/office/drawing/2014/main" id="{50B81287-15A3-2EF2-B569-FEAC6BFC39E0}"/>
              </a:ext>
            </a:extLst>
          </p:cNvPr>
          <p:cNvSpPr/>
          <p:nvPr/>
        </p:nvSpPr>
        <p:spPr>
          <a:xfrm>
            <a:off x="4827363" y="1010471"/>
            <a:ext cx="775855" cy="11594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6926766C-7A85-28BF-11C8-61ABFFCEB012}"/>
              </a:ext>
            </a:extLst>
          </p:cNvPr>
          <p:cNvSpPr/>
          <p:nvPr/>
        </p:nvSpPr>
        <p:spPr>
          <a:xfrm>
            <a:off x="5527014" y="131608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B2557632-545C-DB2C-62AB-EC4AAE85E636}"/>
              </a:ext>
            </a:extLst>
          </p:cNvPr>
          <p:cNvCxnSpPr>
            <a:cxnSpLocks/>
            <a:stCxn id="244" idx="3"/>
            <a:endCxn id="243" idx="0"/>
          </p:cNvCxnSpPr>
          <p:nvPr/>
        </p:nvCxnSpPr>
        <p:spPr>
          <a:xfrm flipH="1">
            <a:off x="5215291" y="423305"/>
            <a:ext cx="364815" cy="5871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AC733DE6-3E11-5092-C5CE-DD3307949101}"/>
              </a:ext>
            </a:extLst>
          </p:cNvPr>
          <p:cNvCxnSpPr>
            <a:cxnSpLocks/>
            <a:stCxn id="244" idx="5"/>
            <a:endCxn id="253" idx="1"/>
          </p:cNvCxnSpPr>
          <p:nvPr/>
        </p:nvCxnSpPr>
        <p:spPr>
          <a:xfrm>
            <a:off x="5836455" y="423305"/>
            <a:ext cx="474512" cy="71778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文本框 246">
            <a:extLst>
              <a:ext uri="{FF2B5EF4-FFF2-40B4-BE49-F238E27FC236}">
                <a16:creationId xmlns:a16="http://schemas.microsoft.com/office/drawing/2014/main" id="{4890D1C6-F27C-2E96-1AB3-8ABA31CEC4EB}"/>
              </a:ext>
            </a:extLst>
          </p:cNvPr>
          <p:cNvSpPr txBox="1"/>
          <p:nvPr/>
        </p:nvSpPr>
        <p:spPr>
          <a:xfrm>
            <a:off x="4911363" y="1817739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097BDE43-012F-BAB8-E275-63C637D3D360}"/>
              </a:ext>
            </a:extLst>
          </p:cNvPr>
          <p:cNvGrpSpPr/>
          <p:nvPr/>
        </p:nvGrpSpPr>
        <p:grpSpPr>
          <a:xfrm>
            <a:off x="7442557" y="2889182"/>
            <a:ext cx="775855" cy="1159453"/>
            <a:chOff x="10052374" y="2440803"/>
            <a:chExt cx="775855" cy="1159453"/>
          </a:xfrm>
        </p:grpSpPr>
        <p:sp>
          <p:nvSpPr>
            <p:cNvPr id="249" name="等腰三角形 248">
              <a:extLst>
                <a:ext uri="{FF2B5EF4-FFF2-40B4-BE49-F238E27FC236}">
                  <a16:creationId xmlns:a16="http://schemas.microsoft.com/office/drawing/2014/main" id="{60C92138-518A-D37E-13D0-AD9E300D7AB6}"/>
                </a:ext>
              </a:extLst>
            </p:cNvPr>
            <p:cNvSpPr/>
            <p:nvPr/>
          </p:nvSpPr>
          <p:spPr>
            <a:xfrm>
              <a:off x="10052374" y="2440803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D4B8AA57-B25D-7BB2-96AD-316E3E4E9B60}"/>
                </a:ext>
              </a:extLst>
            </p:cNvPr>
            <p:cNvSpPr txBox="1"/>
            <p:nvPr/>
          </p:nvSpPr>
          <p:spPr>
            <a:xfrm>
              <a:off x="10140119" y="3195917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D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sp>
        <p:nvSpPr>
          <p:cNvPr id="251" name="椭圆 250">
            <a:extLst>
              <a:ext uri="{FF2B5EF4-FFF2-40B4-BE49-F238E27FC236}">
                <a16:creationId xmlns:a16="http://schemas.microsoft.com/office/drawing/2014/main" id="{17CE2E08-3D2B-51B3-69F0-E5922FBC3535}"/>
              </a:ext>
            </a:extLst>
          </p:cNvPr>
          <p:cNvSpPr/>
          <p:nvPr/>
        </p:nvSpPr>
        <p:spPr>
          <a:xfrm>
            <a:off x="7084765" y="1978251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E01A3A2B-673B-FD86-188F-451A7C55D984}"/>
              </a:ext>
            </a:extLst>
          </p:cNvPr>
          <p:cNvSpPr txBox="1"/>
          <p:nvPr/>
        </p:nvSpPr>
        <p:spPr>
          <a:xfrm>
            <a:off x="7101857" y="1995235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11733A9E-979E-4C23-815C-74D184A53A57}"/>
              </a:ext>
            </a:extLst>
          </p:cNvPr>
          <p:cNvSpPr/>
          <p:nvPr/>
        </p:nvSpPr>
        <p:spPr>
          <a:xfrm>
            <a:off x="6257875" y="1091047"/>
            <a:ext cx="362533" cy="34174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8DE6440E-B042-4A75-2B3F-DF03C5A99CCF}"/>
              </a:ext>
            </a:extLst>
          </p:cNvPr>
          <p:cNvGrpSpPr/>
          <p:nvPr/>
        </p:nvGrpSpPr>
        <p:grpSpPr>
          <a:xfrm>
            <a:off x="5511727" y="1903176"/>
            <a:ext cx="775855" cy="1159453"/>
            <a:chOff x="7127042" y="3115817"/>
            <a:chExt cx="775855" cy="1159453"/>
          </a:xfrm>
        </p:grpSpPr>
        <p:sp>
          <p:nvSpPr>
            <p:cNvPr id="255" name="等腰三角形 254">
              <a:extLst>
                <a:ext uri="{FF2B5EF4-FFF2-40B4-BE49-F238E27FC236}">
                  <a16:creationId xmlns:a16="http://schemas.microsoft.com/office/drawing/2014/main" id="{BF9C5671-CC0B-60EA-1446-7B6325943DD9}"/>
                </a:ext>
              </a:extLst>
            </p:cNvPr>
            <p:cNvSpPr/>
            <p:nvPr/>
          </p:nvSpPr>
          <p:spPr>
            <a:xfrm>
              <a:off x="7127042" y="3115817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64C055B1-338C-489F-1ED1-FE9976A605A4}"/>
                </a:ext>
              </a:extLst>
            </p:cNvPr>
            <p:cNvSpPr txBox="1"/>
            <p:nvPr/>
          </p:nvSpPr>
          <p:spPr>
            <a:xfrm>
              <a:off x="7214787" y="3933526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E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3C19E907-7B14-F293-BF99-A40CDFD52E1E}"/>
              </a:ext>
            </a:extLst>
          </p:cNvPr>
          <p:cNvGrpSpPr/>
          <p:nvPr/>
        </p:nvGrpSpPr>
        <p:grpSpPr>
          <a:xfrm>
            <a:off x="6472176" y="2889222"/>
            <a:ext cx="775855" cy="1159453"/>
            <a:chOff x="7127042" y="3115817"/>
            <a:chExt cx="775855" cy="1159453"/>
          </a:xfrm>
        </p:grpSpPr>
        <p:sp>
          <p:nvSpPr>
            <p:cNvPr id="258" name="等腰三角形 257">
              <a:extLst>
                <a:ext uri="{FF2B5EF4-FFF2-40B4-BE49-F238E27FC236}">
                  <a16:creationId xmlns:a16="http://schemas.microsoft.com/office/drawing/2014/main" id="{D3F1A270-3871-F4AD-4CF7-73B813C01A63}"/>
                </a:ext>
              </a:extLst>
            </p:cNvPr>
            <p:cNvSpPr/>
            <p:nvPr/>
          </p:nvSpPr>
          <p:spPr>
            <a:xfrm>
              <a:off x="7127042" y="3115817"/>
              <a:ext cx="775855" cy="115945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F2CB88CD-75CD-E1EB-8B85-42F3C7FFAAF9}"/>
                </a:ext>
              </a:extLst>
            </p:cNvPr>
            <p:cNvSpPr txBox="1"/>
            <p:nvPr/>
          </p:nvSpPr>
          <p:spPr>
            <a:xfrm>
              <a:off x="7214787" y="3933526"/>
              <a:ext cx="600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F</a:t>
              </a:r>
              <a:endParaRPr lang="zh-CN" altLang="en-US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5C6C6AEF-8577-B8A0-C2F7-DADA90015BF5}"/>
              </a:ext>
            </a:extLst>
          </p:cNvPr>
          <p:cNvCxnSpPr>
            <a:cxnSpLocks/>
            <a:stCxn id="253" idx="3"/>
            <a:endCxn id="255" idx="0"/>
          </p:cNvCxnSpPr>
          <p:nvPr/>
        </p:nvCxnSpPr>
        <p:spPr>
          <a:xfrm flipH="1">
            <a:off x="5899655" y="1382744"/>
            <a:ext cx="411312" cy="5204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A1C6C674-D356-73ED-2A49-60A9F2DA7D88}"/>
              </a:ext>
            </a:extLst>
          </p:cNvPr>
          <p:cNvCxnSpPr>
            <a:cxnSpLocks/>
            <a:stCxn id="251" idx="3"/>
            <a:endCxn id="258" idx="0"/>
          </p:cNvCxnSpPr>
          <p:nvPr/>
        </p:nvCxnSpPr>
        <p:spPr>
          <a:xfrm flipH="1">
            <a:off x="6860104" y="2269948"/>
            <a:ext cx="277753" cy="6192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文本框 261">
            <a:extLst>
              <a:ext uri="{FF2B5EF4-FFF2-40B4-BE49-F238E27FC236}">
                <a16:creationId xmlns:a16="http://schemas.microsoft.com/office/drawing/2014/main" id="{F61FF8E9-8C12-6E8C-9A10-7794FB293E2B}"/>
              </a:ext>
            </a:extLst>
          </p:cNvPr>
          <p:cNvSpPr txBox="1"/>
          <p:nvPr/>
        </p:nvSpPr>
        <p:spPr>
          <a:xfrm>
            <a:off x="6139405" y="1120844"/>
            <a:ext cx="6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C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281" name="弧形 280">
            <a:extLst>
              <a:ext uri="{FF2B5EF4-FFF2-40B4-BE49-F238E27FC236}">
                <a16:creationId xmlns:a16="http://schemas.microsoft.com/office/drawing/2014/main" id="{57029FA8-5A50-A011-BDD3-D6FC0DE9482E}"/>
              </a:ext>
            </a:extLst>
          </p:cNvPr>
          <p:cNvSpPr/>
          <p:nvPr/>
        </p:nvSpPr>
        <p:spPr>
          <a:xfrm rot="17599170">
            <a:off x="3144118" y="1116198"/>
            <a:ext cx="1474800" cy="1088825"/>
          </a:xfrm>
          <a:prstGeom prst="arc">
            <a:avLst>
              <a:gd name="adj1" fmla="val 13912282"/>
              <a:gd name="adj2" fmla="val 1285313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弧形 281">
            <a:extLst>
              <a:ext uri="{FF2B5EF4-FFF2-40B4-BE49-F238E27FC236}">
                <a16:creationId xmlns:a16="http://schemas.microsoft.com/office/drawing/2014/main" id="{AAE53BB7-DB63-982D-42F7-97A445B1918D}"/>
              </a:ext>
            </a:extLst>
          </p:cNvPr>
          <p:cNvSpPr/>
          <p:nvPr/>
        </p:nvSpPr>
        <p:spPr>
          <a:xfrm rot="20271620">
            <a:off x="5201721" y="89573"/>
            <a:ext cx="948772" cy="1005912"/>
          </a:xfrm>
          <a:prstGeom prst="arc">
            <a:avLst>
              <a:gd name="adj1" fmla="val 13912282"/>
              <a:gd name="adj2" fmla="val 2660437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77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92C976E-618F-297F-D888-524046B23119}"/>
              </a:ext>
            </a:extLst>
          </p:cNvPr>
          <p:cNvSpPr/>
          <p:nvPr/>
        </p:nvSpPr>
        <p:spPr>
          <a:xfrm>
            <a:off x="3771900" y="509954"/>
            <a:ext cx="1600201" cy="5274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184A84-E221-CB75-8F34-305FC4AE1958}"/>
              </a:ext>
            </a:extLst>
          </p:cNvPr>
          <p:cNvSpPr/>
          <p:nvPr/>
        </p:nvSpPr>
        <p:spPr>
          <a:xfrm>
            <a:off x="3675183" y="400096"/>
            <a:ext cx="1600201" cy="5274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2968A2-A888-9CAB-32A7-68C55AF7453A}"/>
              </a:ext>
            </a:extLst>
          </p:cNvPr>
          <p:cNvSpPr txBox="1"/>
          <p:nvPr/>
        </p:nvSpPr>
        <p:spPr>
          <a:xfrm>
            <a:off x="3771900" y="509954"/>
            <a:ext cx="1406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用户空间程序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67DA413-44CE-9F9E-1E98-0B34D7EADA5E}"/>
              </a:ext>
            </a:extLst>
          </p:cNvPr>
          <p:cNvGrpSpPr/>
          <p:nvPr/>
        </p:nvGrpSpPr>
        <p:grpSpPr>
          <a:xfrm>
            <a:off x="3352799" y="2105189"/>
            <a:ext cx="1406770" cy="777972"/>
            <a:chOff x="4961792" y="2167451"/>
            <a:chExt cx="1406770" cy="77797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2D8CC05-4A79-EEC9-FF62-4280847C1CA4}"/>
                </a:ext>
              </a:extLst>
            </p:cNvPr>
            <p:cNvSpPr txBox="1"/>
            <p:nvPr/>
          </p:nvSpPr>
          <p:spPr>
            <a:xfrm>
              <a:off x="4961792" y="2402548"/>
              <a:ext cx="14067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进程管理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B7FF2E-0132-A2E8-26FC-C84ACF47FBF4}"/>
                </a:ext>
              </a:extLst>
            </p:cNvPr>
            <p:cNvSpPr/>
            <p:nvPr/>
          </p:nvSpPr>
          <p:spPr>
            <a:xfrm>
              <a:off x="4961793" y="2167451"/>
              <a:ext cx="1406769" cy="7779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2758403-FDFB-BA3B-FB6F-8F926340838D}"/>
              </a:ext>
            </a:extLst>
          </p:cNvPr>
          <p:cNvGrpSpPr/>
          <p:nvPr/>
        </p:nvGrpSpPr>
        <p:grpSpPr>
          <a:xfrm>
            <a:off x="5483469" y="2105189"/>
            <a:ext cx="1406770" cy="777972"/>
            <a:chOff x="4961792" y="2167451"/>
            <a:chExt cx="1406770" cy="77797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B8A4C1F-D9D3-9985-0E35-7EC389DB8BAE}"/>
                </a:ext>
              </a:extLst>
            </p:cNvPr>
            <p:cNvSpPr txBox="1"/>
            <p:nvPr/>
          </p:nvSpPr>
          <p:spPr>
            <a:xfrm>
              <a:off x="4961792" y="2402548"/>
              <a:ext cx="14067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内存管理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ACDF46E-5EDE-1E50-D8D7-885C6A8C98BD}"/>
                </a:ext>
              </a:extLst>
            </p:cNvPr>
            <p:cNvSpPr/>
            <p:nvPr/>
          </p:nvSpPr>
          <p:spPr>
            <a:xfrm>
              <a:off x="4961793" y="2167451"/>
              <a:ext cx="1406769" cy="7779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D60C5FC-D06F-8CEE-5842-D9C52221543B}"/>
              </a:ext>
            </a:extLst>
          </p:cNvPr>
          <p:cNvGrpSpPr/>
          <p:nvPr/>
        </p:nvGrpSpPr>
        <p:grpSpPr>
          <a:xfrm>
            <a:off x="7614135" y="2105188"/>
            <a:ext cx="1406774" cy="777972"/>
            <a:chOff x="4961788" y="2167451"/>
            <a:chExt cx="1406774" cy="77797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3832AA8-003D-9596-5196-5C77FDC152E4}"/>
                </a:ext>
              </a:extLst>
            </p:cNvPr>
            <p:cNvSpPr txBox="1"/>
            <p:nvPr/>
          </p:nvSpPr>
          <p:spPr>
            <a:xfrm>
              <a:off x="4961788" y="2340807"/>
              <a:ext cx="14067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套接字</a:t>
              </a:r>
              <a:endParaRPr lang="en-US" altLang="zh-CN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BSD Sockets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7EFDE78-08CC-28D9-EEA4-34981532D507}"/>
                </a:ext>
              </a:extLst>
            </p:cNvPr>
            <p:cNvSpPr/>
            <p:nvPr/>
          </p:nvSpPr>
          <p:spPr>
            <a:xfrm>
              <a:off x="4961793" y="2167451"/>
              <a:ext cx="1406769" cy="7779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C7AAE9B-20AD-9731-09CB-304402E43F5C}"/>
              </a:ext>
            </a:extLst>
          </p:cNvPr>
          <p:cNvGrpSpPr/>
          <p:nvPr/>
        </p:nvGrpSpPr>
        <p:grpSpPr>
          <a:xfrm>
            <a:off x="950090" y="2181746"/>
            <a:ext cx="2121339" cy="620018"/>
            <a:chOff x="4828889" y="2244010"/>
            <a:chExt cx="1687675" cy="62001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CF04E38-ACC0-7C00-0285-C1471726D3F7}"/>
                </a:ext>
              </a:extLst>
            </p:cNvPr>
            <p:cNvSpPr txBox="1"/>
            <p:nvPr/>
          </p:nvSpPr>
          <p:spPr>
            <a:xfrm>
              <a:off x="4834305" y="2320585"/>
              <a:ext cx="1682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虚拟文件系统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Virual File System, VFS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35B0F57-9798-963E-3553-CBADA4337133}"/>
                </a:ext>
              </a:extLst>
            </p:cNvPr>
            <p:cNvSpPr/>
            <p:nvPr/>
          </p:nvSpPr>
          <p:spPr>
            <a:xfrm>
              <a:off x="4828889" y="2244010"/>
              <a:ext cx="1687675" cy="62001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43D922A7-370E-C8A2-7608-88DD1EDB79D9}"/>
              </a:ext>
            </a:extLst>
          </p:cNvPr>
          <p:cNvSpPr txBox="1"/>
          <p:nvPr/>
        </p:nvSpPr>
        <p:spPr>
          <a:xfrm>
            <a:off x="546234" y="3316109"/>
            <a:ext cx="1789586" cy="53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文件系统驱动程序</a:t>
            </a:r>
            <a:endParaRPr lang="en-US" altLang="zh-CN" sz="12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  <a:p>
            <a:pPr algn="ctr"/>
            <a:r>
              <a: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File System Driver</a:t>
            </a:r>
            <a:endParaRPr lang="zh-CN" altLang="en-US" sz="12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F9D1912-3B2A-C61C-8C06-2AE139DD6576}"/>
              </a:ext>
            </a:extLst>
          </p:cNvPr>
          <p:cNvGrpSpPr/>
          <p:nvPr/>
        </p:nvGrpSpPr>
        <p:grpSpPr>
          <a:xfrm>
            <a:off x="956897" y="5228272"/>
            <a:ext cx="1682259" cy="551286"/>
            <a:chOff x="4824042" y="2167451"/>
            <a:chExt cx="1682259" cy="551286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98D78BE-EF8E-AFCD-EB57-22E204B54AB5}"/>
                </a:ext>
              </a:extLst>
            </p:cNvPr>
            <p:cNvSpPr txBox="1"/>
            <p:nvPr/>
          </p:nvSpPr>
          <p:spPr>
            <a:xfrm>
              <a:off x="4824042" y="2242436"/>
              <a:ext cx="1682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硬盘驱动程序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Device Driver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C568138-7671-B2BD-F8C0-4FB62B57FF83}"/>
                </a:ext>
              </a:extLst>
            </p:cNvPr>
            <p:cNvSpPr/>
            <p:nvPr/>
          </p:nvSpPr>
          <p:spPr>
            <a:xfrm>
              <a:off x="4961793" y="2167451"/>
              <a:ext cx="1406769" cy="551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AE542AA-562B-BFAE-A316-5B3852255F64}"/>
              </a:ext>
            </a:extLst>
          </p:cNvPr>
          <p:cNvGrpSpPr/>
          <p:nvPr/>
        </p:nvGrpSpPr>
        <p:grpSpPr>
          <a:xfrm>
            <a:off x="1043345" y="6078474"/>
            <a:ext cx="1488837" cy="466923"/>
            <a:chOff x="4911962" y="2330747"/>
            <a:chExt cx="1488837" cy="466923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85101CE-19D9-73B4-7C67-052451BD2A6E}"/>
                </a:ext>
              </a:extLst>
            </p:cNvPr>
            <p:cNvSpPr txBox="1"/>
            <p:nvPr/>
          </p:nvSpPr>
          <p:spPr>
            <a:xfrm>
              <a:off x="4911962" y="2336005"/>
              <a:ext cx="1488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硬盘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Pysical Devices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6F127D3-91EC-646C-CD60-092D2124CA81}"/>
                </a:ext>
              </a:extLst>
            </p:cNvPr>
            <p:cNvSpPr/>
            <p:nvPr/>
          </p:nvSpPr>
          <p:spPr>
            <a:xfrm>
              <a:off x="5055574" y="2330747"/>
              <a:ext cx="1219201" cy="46509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2DD06FD-241B-9156-619C-5DA556477E83}"/>
              </a:ext>
            </a:extLst>
          </p:cNvPr>
          <p:cNvGrpSpPr/>
          <p:nvPr/>
        </p:nvGrpSpPr>
        <p:grpSpPr>
          <a:xfrm>
            <a:off x="7707922" y="6113328"/>
            <a:ext cx="1219201" cy="465095"/>
            <a:chOff x="5055574" y="2330747"/>
            <a:chExt cx="1219201" cy="465095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B9B6038-7511-6E46-1713-C0A0D5306B79}"/>
                </a:ext>
              </a:extLst>
            </p:cNvPr>
            <p:cNvSpPr txBox="1"/>
            <p:nvPr/>
          </p:nvSpPr>
          <p:spPr>
            <a:xfrm>
              <a:off x="5087811" y="2416264"/>
              <a:ext cx="11547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网卡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6883A19-531B-5D8F-45C1-8550997179CF}"/>
                </a:ext>
              </a:extLst>
            </p:cNvPr>
            <p:cNvSpPr/>
            <p:nvPr/>
          </p:nvSpPr>
          <p:spPr>
            <a:xfrm>
              <a:off x="5055574" y="2330747"/>
              <a:ext cx="1219201" cy="46509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611D680-F98E-7D3F-91AB-02B026E5B415}"/>
              </a:ext>
            </a:extLst>
          </p:cNvPr>
          <p:cNvGrpSpPr/>
          <p:nvPr/>
        </p:nvGrpSpPr>
        <p:grpSpPr>
          <a:xfrm>
            <a:off x="7589228" y="4692467"/>
            <a:ext cx="1496158" cy="777972"/>
            <a:chOff x="4936883" y="2167451"/>
            <a:chExt cx="1496158" cy="77797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F15884F-E6FB-1337-CD29-E6D4D3B7AE09}"/>
                </a:ext>
              </a:extLst>
            </p:cNvPr>
            <p:cNvSpPr txBox="1"/>
            <p:nvPr/>
          </p:nvSpPr>
          <p:spPr>
            <a:xfrm>
              <a:off x="4936883" y="2273165"/>
              <a:ext cx="1496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网卡驱动程序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Network Card Driver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348FAD6-D8E0-D1DA-C706-A2BEAD7FB364}"/>
                </a:ext>
              </a:extLst>
            </p:cNvPr>
            <p:cNvSpPr/>
            <p:nvPr/>
          </p:nvSpPr>
          <p:spPr>
            <a:xfrm>
              <a:off x="4961793" y="2167451"/>
              <a:ext cx="1406769" cy="7779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4D60142-FFF7-B5FB-D996-52EBAE422C6F}"/>
              </a:ext>
            </a:extLst>
          </p:cNvPr>
          <p:cNvGrpSpPr/>
          <p:nvPr/>
        </p:nvGrpSpPr>
        <p:grpSpPr>
          <a:xfrm>
            <a:off x="7476389" y="3429212"/>
            <a:ext cx="1682259" cy="777972"/>
            <a:chOff x="4824044" y="2167451"/>
            <a:chExt cx="1682259" cy="77797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2865F36-CB96-FA30-ADCA-77573D1F0336}"/>
                </a:ext>
              </a:extLst>
            </p:cNvPr>
            <p:cNvSpPr txBox="1"/>
            <p:nvPr/>
          </p:nvSpPr>
          <p:spPr>
            <a:xfrm>
              <a:off x="4824044" y="2319694"/>
              <a:ext cx="1682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协议驱动程序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TCP/IP Driver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4D492E8-53BD-74FA-2ECD-F0B38ACCA423}"/>
                </a:ext>
              </a:extLst>
            </p:cNvPr>
            <p:cNvSpPr/>
            <p:nvPr/>
          </p:nvSpPr>
          <p:spPr>
            <a:xfrm>
              <a:off x="4961793" y="2167451"/>
              <a:ext cx="1406769" cy="7779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6F71E4A-3B7F-83B6-513B-ACEE5EE8F978}"/>
              </a:ext>
            </a:extLst>
          </p:cNvPr>
          <p:cNvGrpSpPr/>
          <p:nvPr/>
        </p:nvGrpSpPr>
        <p:grpSpPr>
          <a:xfrm>
            <a:off x="1084385" y="1248118"/>
            <a:ext cx="7936521" cy="493841"/>
            <a:chOff x="4961792" y="2167451"/>
            <a:chExt cx="7936521" cy="493841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677CFDB-1445-D138-B660-D7D5210A2561}"/>
                </a:ext>
              </a:extLst>
            </p:cNvPr>
            <p:cNvSpPr txBox="1"/>
            <p:nvPr/>
          </p:nvSpPr>
          <p:spPr>
            <a:xfrm>
              <a:off x="6030051" y="2245192"/>
              <a:ext cx="4838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系统调用接口</a:t>
              </a:r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, System Call Interface, SCI</a:t>
              </a:r>
              <a:r>
                <a:rPr lang="zh-CN" altLang="en-US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 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57C596E-6899-026D-5144-746EE94DEF44}"/>
                </a:ext>
              </a:extLst>
            </p:cNvPr>
            <p:cNvSpPr/>
            <p:nvPr/>
          </p:nvSpPr>
          <p:spPr>
            <a:xfrm>
              <a:off x="4961792" y="2167451"/>
              <a:ext cx="7936521" cy="49384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4D58D11-3141-0404-F9FC-4FA50A0D084C}"/>
              </a:ext>
            </a:extLst>
          </p:cNvPr>
          <p:cNvCxnSpPr/>
          <p:nvPr/>
        </p:nvCxnSpPr>
        <p:spPr>
          <a:xfrm>
            <a:off x="4211515" y="1037446"/>
            <a:ext cx="0" cy="3345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96351CA-3847-A9D0-09FD-074CFDB88C08}"/>
              </a:ext>
            </a:extLst>
          </p:cNvPr>
          <p:cNvCxnSpPr/>
          <p:nvPr/>
        </p:nvCxnSpPr>
        <p:spPr>
          <a:xfrm>
            <a:off x="4469421" y="1037446"/>
            <a:ext cx="0" cy="3345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9FFABA6-3C4A-E466-0D3E-5D78F36638F3}"/>
              </a:ext>
            </a:extLst>
          </p:cNvPr>
          <p:cNvCxnSpPr/>
          <p:nvPr/>
        </p:nvCxnSpPr>
        <p:spPr>
          <a:xfrm>
            <a:off x="4753704" y="1037446"/>
            <a:ext cx="0" cy="3345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C0C9FF7-B640-328A-FF81-B74B0FF556D2}"/>
              </a:ext>
            </a:extLst>
          </p:cNvPr>
          <p:cNvCxnSpPr/>
          <p:nvPr/>
        </p:nvCxnSpPr>
        <p:spPr>
          <a:xfrm>
            <a:off x="5052645" y="1037446"/>
            <a:ext cx="0" cy="3345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5DC09A2-A688-2F7A-B0BF-8DF1D8B14A39}"/>
              </a:ext>
            </a:extLst>
          </p:cNvPr>
          <p:cNvCxnSpPr>
            <a:cxnSpLocks/>
          </p:cNvCxnSpPr>
          <p:nvPr/>
        </p:nvCxnSpPr>
        <p:spPr>
          <a:xfrm>
            <a:off x="1773105" y="1679803"/>
            <a:ext cx="0" cy="567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8DA8B95-B89C-FAE2-B268-63E9D18D8D6F}"/>
              </a:ext>
            </a:extLst>
          </p:cNvPr>
          <p:cNvCxnSpPr>
            <a:cxnSpLocks/>
          </p:cNvCxnSpPr>
          <p:nvPr/>
        </p:nvCxnSpPr>
        <p:spPr>
          <a:xfrm>
            <a:off x="4047380" y="1679803"/>
            <a:ext cx="0" cy="567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86A2C03-8680-CA35-B318-FA9624E81DCC}"/>
              </a:ext>
            </a:extLst>
          </p:cNvPr>
          <p:cNvCxnSpPr>
            <a:cxnSpLocks/>
          </p:cNvCxnSpPr>
          <p:nvPr/>
        </p:nvCxnSpPr>
        <p:spPr>
          <a:xfrm>
            <a:off x="6186853" y="1679803"/>
            <a:ext cx="0" cy="567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5FCD4A9-35E4-4CFF-850E-949E7C78598B}"/>
              </a:ext>
            </a:extLst>
          </p:cNvPr>
          <p:cNvCxnSpPr>
            <a:cxnSpLocks/>
          </p:cNvCxnSpPr>
          <p:nvPr/>
        </p:nvCxnSpPr>
        <p:spPr>
          <a:xfrm>
            <a:off x="8299935" y="1679803"/>
            <a:ext cx="0" cy="567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28E11E1-21AD-C792-3A68-2BA57D9CFA93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2010759" y="2801764"/>
            <a:ext cx="1" cy="45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63FEF90-AA2A-F178-F4E6-2569DB3293BC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1796558" y="5779558"/>
            <a:ext cx="1475" cy="2989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DDF1A9E-EFDE-A11A-4877-79996D7F2F26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 flipH="1">
            <a:off x="8317523" y="2883160"/>
            <a:ext cx="2" cy="5460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120D091-0199-3720-E26F-D3E39E63FFCA}"/>
              </a:ext>
            </a:extLst>
          </p:cNvPr>
          <p:cNvCxnSpPr>
            <a:cxnSpLocks/>
            <a:stCxn id="43" idx="2"/>
            <a:endCxn id="40" idx="0"/>
          </p:cNvCxnSpPr>
          <p:nvPr/>
        </p:nvCxnSpPr>
        <p:spPr>
          <a:xfrm>
            <a:off x="8317523" y="4207184"/>
            <a:ext cx="0" cy="48528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F024A624-37D8-547D-87AA-267E8ADC39B3}"/>
              </a:ext>
            </a:extLst>
          </p:cNvPr>
          <p:cNvCxnSpPr>
            <a:cxnSpLocks/>
            <a:stCxn id="40" idx="2"/>
            <a:endCxn id="34" idx="0"/>
          </p:cNvCxnSpPr>
          <p:nvPr/>
        </p:nvCxnSpPr>
        <p:spPr>
          <a:xfrm>
            <a:off x="8317523" y="5470439"/>
            <a:ext cx="0" cy="64288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B27767EE-9217-EB0B-B615-8DA68B4CE524}"/>
              </a:ext>
            </a:extLst>
          </p:cNvPr>
          <p:cNvCxnSpPr/>
          <p:nvPr/>
        </p:nvCxnSpPr>
        <p:spPr>
          <a:xfrm>
            <a:off x="417634" y="1134397"/>
            <a:ext cx="9715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E1517FA1-21F6-D8C4-F68C-05C99258B0D1}"/>
              </a:ext>
            </a:extLst>
          </p:cNvPr>
          <p:cNvSpPr txBox="1"/>
          <p:nvPr/>
        </p:nvSpPr>
        <p:spPr>
          <a:xfrm>
            <a:off x="8972550" y="693435"/>
            <a:ext cx="1318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用户空间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ADA0180-97C5-D464-802E-F5BF183BA8C3}"/>
              </a:ext>
            </a:extLst>
          </p:cNvPr>
          <p:cNvSpPr txBox="1"/>
          <p:nvPr/>
        </p:nvSpPr>
        <p:spPr>
          <a:xfrm>
            <a:off x="9158650" y="3063042"/>
            <a:ext cx="1318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内核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495A87D-1BC1-3C18-1C0D-EEC8EFD6715A}"/>
              </a:ext>
            </a:extLst>
          </p:cNvPr>
          <p:cNvCxnSpPr/>
          <p:nvPr/>
        </p:nvCxnSpPr>
        <p:spPr>
          <a:xfrm>
            <a:off x="320919" y="5791883"/>
            <a:ext cx="9715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4D574364-1D6D-DEC2-B53C-60FEED051DF0}"/>
              </a:ext>
            </a:extLst>
          </p:cNvPr>
          <p:cNvSpPr txBox="1"/>
          <p:nvPr/>
        </p:nvSpPr>
        <p:spPr>
          <a:xfrm>
            <a:off x="9085386" y="5997194"/>
            <a:ext cx="1318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硬件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98D350B-373A-D9EA-EF22-58296C63CA3B}"/>
              </a:ext>
            </a:extLst>
          </p:cNvPr>
          <p:cNvGrpSpPr/>
          <p:nvPr/>
        </p:nvGrpSpPr>
        <p:grpSpPr>
          <a:xfrm>
            <a:off x="750264" y="3858103"/>
            <a:ext cx="961301" cy="437098"/>
            <a:chOff x="4961783" y="2330748"/>
            <a:chExt cx="961301" cy="437098"/>
          </a:xfrm>
        </p:grpSpPr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30C508A8-D364-EFCE-CB32-2D0AA363108B}"/>
                </a:ext>
              </a:extLst>
            </p:cNvPr>
            <p:cNvSpPr txBox="1"/>
            <p:nvPr/>
          </p:nvSpPr>
          <p:spPr>
            <a:xfrm>
              <a:off x="4961783" y="2440754"/>
              <a:ext cx="9613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EXT4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DE41A014-CA15-3D23-0DB6-848F60C141B3}"/>
                </a:ext>
              </a:extLst>
            </p:cNvPr>
            <p:cNvSpPr/>
            <p:nvPr/>
          </p:nvSpPr>
          <p:spPr>
            <a:xfrm>
              <a:off x="5055575" y="2330748"/>
              <a:ext cx="741486" cy="437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4325BF01-DF45-D69E-5092-B7DC981CCCA5}"/>
              </a:ext>
            </a:extLst>
          </p:cNvPr>
          <p:cNvGrpSpPr/>
          <p:nvPr/>
        </p:nvGrpSpPr>
        <p:grpSpPr>
          <a:xfrm>
            <a:off x="2110127" y="3873110"/>
            <a:ext cx="961301" cy="437098"/>
            <a:chOff x="4961783" y="2330748"/>
            <a:chExt cx="961301" cy="437098"/>
          </a:xfrm>
        </p:grpSpPr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0671EF66-F622-F26A-4D20-073399CFC2E5}"/>
                </a:ext>
              </a:extLst>
            </p:cNvPr>
            <p:cNvSpPr txBox="1"/>
            <p:nvPr/>
          </p:nvSpPr>
          <p:spPr>
            <a:xfrm>
              <a:off x="4961783" y="2440754"/>
              <a:ext cx="9613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FAT32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6F494078-0924-836A-C02A-A71CE6E69615}"/>
                </a:ext>
              </a:extLst>
            </p:cNvPr>
            <p:cNvSpPr/>
            <p:nvPr/>
          </p:nvSpPr>
          <p:spPr>
            <a:xfrm>
              <a:off x="5055575" y="2330748"/>
              <a:ext cx="741486" cy="437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B5B2C048-7B1F-8C23-1249-677978336224}"/>
              </a:ext>
            </a:extLst>
          </p:cNvPr>
          <p:cNvGrpSpPr/>
          <p:nvPr/>
        </p:nvGrpSpPr>
        <p:grpSpPr>
          <a:xfrm>
            <a:off x="3100723" y="3859317"/>
            <a:ext cx="961301" cy="437098"/>
            <a:chOff x="4961783" y="2330748"/>
            <a:chExt cx="961301" cy="437098"/>
          </a:xfrm>
        </p:grpSpPr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A4D20748-C24E-E90C-2C8A-133FD844862F}"/>
                </a:ext>
              </a:extLst>
            </p:cNvPr>
            <p:cNvSpPr txBox="1"/>
            <p:nvPr/>
          </p:nvSpPr>
          <p:spPr>
            <a:xfrm>
              <a:off x="4961783" y="2440754"/>
              <a:ext cx="9613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/proc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788A01E5-2A83-6484-4B3A-D72B6265A8AC}"/>
                </a:ext>
              </a:extLst>
            </p:cNvPr>
            <p:cNvSpPr/>
            <p:nvPr/>
          </p:nvSpPr>
          <p:spPr>
            <a:xfrm>
              <a:off x="5055575" y="2330748"/>
              <a:ext cx="741486" cy="437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86FCEB80-5E70-057D-1EC6-0FF813CFAA36}"/>
              </a:ext>
            </a:extLst>
          </p:cNvPr>
          <p:cNvGrpSpPr/>
          <p:nvPr/>
        </p:nvGrpSpPr>
        <p:grpSpPr>
          <a:xfrm>
            <a:off x="742939" y="4449825"/>
            <a:ext cx="2495547" cy="531013"/>
            <a:chOff x="4462090" y="2193760"/>
            <a:chExt cx="2495547" cy="531013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FDF95202-66CE-BB82-E9B0-7F0C784A4752}"/>
                </a:ext>
              </a:extLst>
            </p:cNvPr>
            <p:cNvSpPr txBox="1"/>
            <p:nvPr/>
          </p:nvSpPr>
          <p:spPr>
            <a:xfrm>
              <a:off x="4781550" y="2321609"/>
              <a:ext cx="168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Buffer Cache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E573A106-BE42-CAE9-6E1B-127D6B6C9151}"/>
                </a:ext>
              </a:extLst>
            </p:cNvPr>
            <p:cNvSpPr/>
            <p:nvPr/>
          </p:nvSpPr>
          <p:spPr>
            <a:xfrm>
              <a:off x="4462090" y="2193760"/>
              <a:ext cx="2495547" cy="53101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26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5F9D1912-3B2A-C61C-8C06-2AE139DD6576}"/>
              </a:ext>
            </a:extLst>
          </p:cNvPr>
          <p:cNvGrpSpPr/>
          <p:nvPr/>
        </p:nvGrpSpPr>
        <p:grpSpPr>
          <a:xfrm>
            <a:off x="4006364" y="5829636"/>
            <a:ext cx="3487965" cy="551286"/>
            <a:chOff x="4661935" y="2167451"/>
            <a:chExt cx="2118615" cy="551286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98D78BE-EF8E-AFCD-EB57-22E204B54AB5}"/>
                </a:ext>
              </a:extLst>
            </p:cNvPr>
            <p:cNvSpPr txBox="1"/>
            <p:nvPr/>
          </p:nvSpPr>
          <p:spPr>
            <a:xfrm>
              <a:off x="4854304" y="2221509"/>
              <a:ext cx="1682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硬件抽象层</a:t>
              </a:r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, HAl</a:t>
              </a: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Hardware Abstraction Layer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C568138-7671-B2BD-F8C0-4FB62B57FF83}"/>
                </a:ext>
              </a:extLst>
            </p:cNvPr>
            <p:cNvSpPr/>
            <p:nvPr/>
          </p:nvSpPr>
          <p:spPr>
            <a:xfrm>
              <a:off x="4661935" y="2167451"/>
              <a:ext cx="2118615" cy="551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611D680-F98E-7D3F-91AB-02B026E5B415}"/>
              </a:ext>
            </a:extLst>
          </p:cNvPr>
          <p:cNvGrpSpPr/>
          <p:nvPr/>
        </p:nvGrpSpPr>
        <p:grpSpPr>
          <a:xfrm>
            <a:off x="7006923" y="4940824"/>
            <a:ext cx="1496158" cy="635671"/>
            <a:chOff x="4936883" y="2167451"/>
            <a:chExt cx="1496158" cy="635671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F15884F-E6FB-1337-CD29-E6D4D3B7AE09}"/>
                </a:ext>
              </a:extLst>
            </p:cNvPr>
            <p:cNvSpPr txBox="1"/>
            <p:nvPr/>
          </p:nvSpPr>
          <p:spPr>
            <a:xfrm>
              <a:off x="4936883" y="2273165"/>
              <a:ext cx="1496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微内核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MicroKernel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348FAD6-D8E0-D1DA-C706-A2BEAD7FB364}"/>
                </a:ext>
              </a:extLst>
            </p:cNvPr>
            <p:cNvSpPr/>
            <p:nvPr/>
          </p:nvSpPr>
          <p:spPr>
            <a:xfrm>
              <a:off x="4961793" y="2167451"/>
              <a:ext cx="1406769" cy="63567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120D091-0199-3720-E26F-D3E39E63FFCA}"/>
              </a:ext>
            </a:extLst>
          </p:cNvPr>
          <p:cNvCxnSpPr>
            <a:cxnSpLocks/>
          </p:cNvCxnSpPr>
          <p:nvPr/>
        </p:nvCxnSpPr>
        <p:spPr>
          <a:xfrm>
            <a:off x="5400513" y="1215857"/>
            <a:ext cx="588471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B27767EE-9217-EB0B-B615-8DA68B4CE524}"/>
              </a:ext>
            </a:extLst>
          </p:cNvPr>
          <p:cNvCxnSpPr/>
          <p:nvPr/>
        </p:nvCxnSpPr>
        <p:spPr>
          <a:xfrm>
            <a:off x="624651" y="1902466"/>
            <a:ext cx="9715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E1517FA1-21F6-D8C4-F68C-05C99258B0D1}"/>
              </a:ext>
            </a:extLst>
          </p:cNvPr>
          <p:cNvSpPr txBox="1"/>
          <p:nvPr/>
        </p:nvSpPr>
        <p:spPr>
          <a:xfrm>
            <a:off x="374679" y="183946"/>
            <a:ext cx="1318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用户空间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ADA0180-97C5-D464-802E-F5BF183BA8C3}"/>
              </a:ext>
            </a:extLst>
          </p:cNvPr>
          <p:cNvSpPr txBox="1"/>
          <p:nvPr/>
        </p:nvSpPr>
        <p:spPr>
          <a:xfrm>
            <a:off x="374679" y="5205629"/>
            <a:ext cx="1318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内核空间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495A87D-1BC1-3C18-1C0D-EEC8EFD6715A}"/>
              </a:ext>
            </a:extLst>
          </p:cNvPr>
          <p:cNvCxnSpPr/>
          <p:nvPr/>
        </p:nvCxnSpPr>
        <p:spPr>
          <a:xfrm>
            <a:off x="380146" y="6513612"/>
            <a:ext cx="9715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4D574364-1D6D-DEC2-B53C-60FEED051DF0}"/>
              </a:ext>
            </a:extLst>
          </p:cNvPr>
          <p:cNvSpPr txBox="1"/>
          <p:nvPr/>
        </p:nvSpPr>
        <p:spPr>
          <a:xfrm>
            <a:off x="367708" y="6549797"/>
            <a:ext cx="1522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硬件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46126B-21C3-2826-B4BC-82F8F94F919B}"/>
              </a:ext>
            </a:extLst>
          </p:cNvPr>
          <p:cNvGrpSpPr/>
          <p:nvPr/>
        </p:nvGrpSpPr>
        <p:grpSpPr>
          <a:xfrm>
            <a:off x="3061642" y="4985836"/>
            <a:ext cx="1496158" cy="662632"/>
            <a:chOff x="4872404" y="2167451"/>
            <a:chExt cx="1496158" cy="66263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9D6A22D-E3C6-9809-1C1E-82F7045C18E3}"/>
                </a:ext>
              </a:extLst>
            </p:cNvPr>
            <p:cNvSpPr txBox="1"/>
            <p:nvPr/>
          </p:nvSpPr>
          <p:spPr>
            <a:xfrm>
              <a:off x="4872404" y="2183752"/>
              <a:ext cx="1496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内核态驱动</a:t>
              </a:r>
              <a:endPara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Kernel Mode Drivers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4714F78-78F3-8442-0F64-B0ECCE8F5249}"/>
                </a:ext>
              </a:extLst>
            </p:cNvPr>
            <p:cNvSpPr/>
            <p:nvPr/>
          </p:nvSpPr>
          <p:spPr>
            <a:xfrm>
              <a:off x="4961793" y="2167451"/>
              <a:ext cx="1406769" cy="63567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F369C945-FE01-0D89-70FD-2B537F4D20A8}"/>
              </a:ext>
            </a:extLst>
          </p:cNvPr>
          <p:cNvGrpSpPr/>
          <p:nvPr/>
        </p:nvGrpSpPr>
        <p:grpSpPr>
          <a:xfrm>
            <a:off x="1693527" y="2747567"/>
            <a:ext cx="7725687" cy="1157290"/>
            <a:chOff x="1539783" y="3284454"/>
            <a:chExt cx="7725687" cy="115729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4D60142-FFF7-B5FB-D996-52EBAE422C6F}"/>
                </a:ext>
              </a:extLst>
            </p:cNvPr>
            <p:cNvGrpSpPr/>
            <p:nvPr/>
          </p:nvGrpSpPr>
          <p:grpSpPr>
            <a:xfrm>
              <a:off x="8523984" y="3289435"/>
              <a:ext cx="741486" cy="530040"/>
              <a:chOff x="4948580" y="2167451"/>
              <a:chExt cx="741486" cy="530040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2865F36-CB96-FA30-ADCA-77573D1F0336}"/>
                  </a:ext>
                </a:extLst>
              </p:cNvPr>
              <p:cNvSpPr txBox="1"/>
              <p:nvPr/>
            </p:nvSpPr>
            <p:spPr>
              <a:xfrm>
                <a:off x="4948580" y="2215104"/>
                <a:ext cx="741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Windows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4D492E8-53BD-74FA-2ECD-F0B38ACCA423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5300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2B4331E-E136-7C7A-DA8E-D9E2AC02E091}"/>
                </a:ext>
              </a:extLst>
            </p:cNvPr>
            <p:cNvGrpSpPr/>
            <p:nvPr/>
          </p:nvGrpSpPr>
          <p:grpSpPr>
            <a:xfrm>
              <a:off x="8523984" y="3900597"/>
              <a:ext cx="741486" cy="530040"/>
              <a:chOff x="4948580" y="2167451"/>
              <a:chExt cx="741486" cy="530040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FBDC2E8-11C7-F993-0FEC-6C42636F7D07}"/>
                  </a:ext>
                </a:extLst>
              </p:cNvPr>
              <p:cNvSpPr txBox="1"/>
              <p:nvPr/>
            </p:nvSpPr>
            <p:spPr>
              <a:xfrm>
                <a:off x="4948580" y="2303342"/>
                <a:ext cx="7414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GDI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A9689CB-9C2C-AF9C-E538-75DB669F20F5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5300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86616694-E3C0-37EA-ADE6-43E2F116A3DF}"/>
                </a:ext>
              </a:extLst>
            </p:cNvPr>
            <p:cNvGrpSpPr/>
            <p:nvPr/>
          </p:nvGrpSpPr>
          <p:grpSpPr>
            <a:xfrm>
              <a:off x="7619891" y="3284454"/>
              <a:ext cx="741486" cy="1133186"/>
              <a:chOff x="4961793" y="2167451"/>
              <a:chExt cx="741486" cy="1133186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E4D1791-8431-0394-4313-B3BD21C36028}"/>
                  </a:ext>
                </a:extLst>
              </p:cNvPr>
              <p:cNvSpPr txBox="1"/>
              <p:nvPr/>
            </p:nvSpPr>
            <p:spPr>
              <a:xfrm>
                <a:off x="4961793" y="2508112"/>
                <a:ext cx="741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Power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FC80850-9192-F605-B4E9-70B0F573DB75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9C1E1EEA-CB9D-466C-19DB-B5AB20663947}"/>
                </a:ext>
              </a:extLst>
            </p:cNvPr>
            <p:cNvGrpSpPr/>
            <p:nvPr/>
          </p:nvGrpSpPr>
          <p:grpSpPr>
            <a:xfrm>
              <a:off x="6684982" y="3295161"/>
              <a:ext cx="741486" cy="1133186"/>
              <a:chOff x="4961793" y="2167451"/>
              <a:chExt cx="741486" cy="1133186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DE4F4BC-D6F3-E62B-2315-3699277CAB98}"/>
                  </a:ext>
                </a:extLst>
              </p:cNvPr>
              <p:cNvSpPr txBox="1"/>
              <p:nvPr/>
            </p:nvSpPr>
            <p:spPr>
              <a:xfrm>
                <a:off x="4961793" y="2508112"/>
                <a:ext cx="741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PnP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8AA8C533-3025-BEA9-7866-110C578D493A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57D1774A-C8EA-CE9B-1F45-6DFDBB7BEF5E}"/>
                </a:ext>
              </a:extLst>
            </p:cNvPr>
            <p:cNvGrpSpPr/>
            <p:nvPr/>
          </p:nvGrpSpPr>
          <p:grpSpPr>
            <a:xfrm>
              <a:off x="5683442" y="3287808"/>
              <a:ext cx="741486" cy="1133186"/>
              <a:chOff x="4961793" y="2167451"/>
              <a:chExt cx="741486" cy="1133186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14B9421-B06F-419A-1993-CF9A53DAF888}"/>
                  </a:ext>
                </a:extLst>
              </p:cNvPr>
              <p:cNvSpPr txBox="1"/>
              <p:nvPr/>
            </p:nvSpPr>
            <p:spPr>
              <a:xfrm>
                <a:off x="4961793" y="2508112"/>
                <a:ext cx="741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Process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416237EA-D553-65CE-F557-4B4F88498232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E6AB1CE3-6E5C-4D31-97F2-6DE5926F96E2}"/>
                </a:ext>
              </a:extLst>
            </p:cNvPr>
            <p:cNvGrpSpPr/>
            <p:nvPr/>
          </p:nvGrpSpPr>
          <p:grpSpPr>
            <a:xfrm>
              <a:off x="4681902" y="3300061"/>
              <a:ext cx="741486" cy="1133186"/>
              <a:chOff x="4950077" y="2167451"/>
              <a:chExt cx="741486" cy="1133186"/>
            </a:xfrm>
          </p:grpSpPr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666258DE-C88A-3970-9C47-8C1C2BB11AD1}"/>
                  </a:ext>
                </a:extLst>
              </p:cNvPr>
              <p:cNvSpPr txBox="1"/>
              <p:nvPr/>
            </p:nvSpPr>
            <p:spPr>
              <a:xfrm>
                <a:off x="4950077" y="2438033"/>
                <a:ext cx="7414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Virtual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Memory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41282DC9-0E05-8790-CC2F-11DB80BC56CC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FA05DD38-1794-BC2B-58DB-E6BFB133AED3}"/>
                </a:ext>
              </a:extLst>
            </p:cNvPr>
            <p:cNvGrpSpPr/>
            <p:nvPr/>
          </p:nvGrpSpPr>
          <p:grpSpPr>
            <a:xfrm>
              <a:off x="3663391" y="3295161"/>
              <a:ext cx="741486" cy="1133186"/>
              <a:chOff x="4959531" y="2167451"/>
              <a:chExt cx="741486" cy="1133186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665897F-F4C5-9127-DC6B-637216A0EB85}"/>
                  </a:ext>
                </a:extLst>
              </p:cNvPr>
              <p:cNvSpPr txBox="1"/>
              <p:nvPr/>
            </p:nvSpPr>
            <p:spPr>
              <a:xfrm>
                <a:off x="4959531" y="2551319"/>
                <a:ext cx="741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IPC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469B803B-2C9E-90B3-4E9D-285B001DBB6A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DCC1D638-25FF-AB52-11EE-B2F5C319A31A}"/>
                </a:ext>
              </a:extLst>
            </p:cNvPr>
            <p:cNvGrpSpPr/>
            <p:nvPr/>
          </p:nvGrpSpPr>
          <p:grpSpPr>
            <a:xfrm>
              <a:off x="2573947" y="3304650"/>
              <a:ext cx="814681" cy="1133186"/>
              <a:chOff x="4905746" y="2167451"/>
              <a:chExt cx="814681" cy="1133186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58429EC-E0F6-E46A-1A19-DC4D1EC9E382}"/>
                  </a:ext>
                </a:extLst>
              </p:cNvPr>
              <p:cNvSpPr txBox="1"/>
              <p:nvPr/>
            </p:nvSpPr>
            <p:spPr>
              <a:xfrm>
                <a:off x="4905746" y="2464614"/>
                <a:ext cx="81468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Security</a:t>
                </a:r>
              </a:p>
              <a:p>
                <a:pPr algn="ctr"/>
                <a:r>
                  <a:rPr lang="en-US" altLang="zh-CN" sz="10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Reference</a:t>
                </a:r>
              </a:p>
              <a:p>
                <a:pPr algn="ctr"/>
                <a:r>
                  <a:rPr lang="en-US" altLang="zh-CN" sz="10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Monitor</a:t>
                </a:r>
                <a:endParaRPr lang="zh-CN" altLang="en-US" sz="10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AE1E6B62-2B58-95F9-1863-7EFF58E94C91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EFF73DA-FBDE-50DF-01DD-80587901AD85}"/>
                </a:ext>
              </a:extLst>
            </p:cNvPr>
            <p:cNvGrpSpPr/>
            <p:nvPr/>
          </p:nvGrpSpPr>
          <p:grpSpPr>
            <a:xfrm>
              <a:off x="1539783" y="3308558"/>
              <a:ext cx="814681" cy="1133186"/>
              <a:chOff x="4932165" y="2167451"/>
              <a:chExt cx="814681" cy="1133186"/>
            </a:xfrm>
          </p:grpSpPr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1C3DF5BA-7E1A-64D8-6221-5DC04A4A5DA2}"/>
                  </a:ext>
                </a:extLst>
              </p:cNvPr>
              <p:cNvSpPr txBox="1"/>
              <p:nvPr/>
            </p:nvSpPr>
            <p:spPr>
              <a:xfrm>
                <a:off x="4932165" y="2510103"/>
                <a:ext cx="81468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I/O</a:t>
                </a:r>
              </a:p>
              <a:p>
                <a:pPr algn="ctr"/>
                <a:r>
                  <a:rPr lang="en-US" altLang="zh-CN" sz="11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Manager</a:t>
                </a:r>
                <a:endParaRPr lang="zh-CN" altLang="en-US" sz="11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8B64AFBF-75D6-C4EA-053D-7A4E82616E0F}"/>
                  </a:ext>
                </a:extLst>
              </p:cNvPr>
              <p:cNvSpPr/>
              <p:nvPr/>
            </p:nvSpPr>
            <p:spPr>
              <a:xfrm>
                <a:off x="4961793" y="2167451"/>
                <a:ext cx="715061" cy="113318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C7AAE9B-20AD-9731-09CB-304402E43F5C}"/>
              </a:ext>
            </a:extLst>
          </p:cNvPr>
          <p:cNvGrpSpPr/>
          <p:nvPr/>
        </p:nvGrpSpPr>
        <p:grpSpPr>
          <a:xfrm>
            <a:off x="4006364" y="4106837"/>
            <a:ext cx="3402620" cy="459512"/>
            <a:chOff x="4318773" y="2375493"/>
            <a:chExt cx="2707025" cy="459512"/>
          </a:xfrm>
        </p:grpSpPr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4CF04E38-ACC0-7C00-0285-C1471726D3F7}"/>
                </a:ext>
              </a:extLst>
            </p:cNvPr>
            <p:cNvSpPr txBox="1"/>
            <p:nvPr/>
          </p:nvSpPr>
          <p:spPr>
            <a:xfrm>
              <a:off x="4821528" y="2460725"/>
              <a:ext cx="168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Object Manager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035B0F57-9798-963E-3553-CBADA4337133}"/>
                </a:ext>
              </a:extLst>
            </p:cNvPr>
            <p:cNvSpPr/>
            <p:nvPr/>
          </p:nvSpPr>
          <p:spPr>
            <a:xfrm>
              <a:off x="4318773" y="2375493"/>
              <a:ext cx="2707025" cy="45951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333B2AFB-7DB1-DD23-4198-CF7722FBE063}"/>
              </a:ext>
            </a:extLst>
          </p:cNvPr>
          <p:cNvGrpSpPr/>
          <p:nvPr/>
        </p:nvGrpSpPr>
        <p:grpSpPr>
          <a:xfrm>
            <a:off x="3997423" y="2128151"/>
            <a:ext cx="3402620" cy="459512"/>
            <a:chOff x="4318773" y="2375493"/>
            <a:chExt cx="2707025" cy="459512"/>
          </a:xfrm>
        </p:grpSpPr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46EE2CF5-0F48-B5F1-833F-CAD6F302CAC2}"/>
                </a:ext>
              </a:extLst>
            </p:cNvPr>
            <p:cNvSpPr txBox="1"/>
            <p:nvPr/>
          </p:nvSpPr>
          <p:spPr>
            <a:xfrm>
              <a:off x="4821528" y="2460725"/>
              <a:ext cx="168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Executive Services</a:t>
              </a:r>
              <a:endParaRPr lang="zh-CN" altLang="en-US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E7ECCC33-3FB3-E2F4-9A3D-EABFCB39EB8F}"/>
                </a:ext>
              </a:extLst>
            </p:cNvPr>
            <p:cNvSpPr/>
            <p:nvPr/>
          </p:nvSpPr>
          <p:spPr>
            <a:xfrm>
              <a:off x="4318773" y="2375493"/>
              <a:ext cx="2707025" cy="45951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F2D9B90-7338-876E-A7E9-48E0A7CA2FA4}"/>
              </a:ext>
            </a:extLst>
          </p:cNvPr>
          <p:cNvGrpSpPr/>
          <p:nvPr/>
        </p:nvGrpSpPr>
        <p:grpSpPr>
          <a:xfrm>
            <a:off x="1207708" y="841567"/>
            <a:ext cx="4274694" cy="988509"/>
            <a:chOff x="2215663" y="1834197"/>
            <a:chExt cx="4274694" cy="98850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67DA413-44CE-9F9E-1E98-0B34D7EADA5E}"/>
                </a:ext>
              </a:extLst>
            </p:cNvPr>
            <p:cNvGrpSpPr/>
            <p:nvPr/>
          </p:nvGrpSpPr>
          <p:grpSpPr>
            <a:xfrm>
              <a:off x="2340345" y="1939494"/>
              <a:ext cx="1406769" cy="554724"/>
              <a:chOff x="4961791" y="2221410"/>
              <a:chExt cx="1406769" cy="554724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D8CC05-4A79-EEC9-FF62-4280847C1CA4}"/>
                  </a:ext>
                </a:extLst>
              </p:cNvPr>
              <p:cNvSpPr txBox="1"/>
              <p:nvPr/>
            </p:nvSpPr>
            <p:spPr>
              <a:xfrm>
                <a:off x="4961791" y="2289255"/>
                <a:ext cx="1406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Workstation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service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4B7FF2E-0132-A2E8-26FC-C84ACF47FBF4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D068217D-1549-D2BF-79FB-64A0989AA5B0}"/>
                </a:ext>
              </a:extLst>
            </p:cNvPr>
            <p:cNvGrpSpPr/>
            <p:nvPr/>
          </p:nvGrpSpPr>
          <p:grpSpPr>
            <a:xfrm>
              <a:off x="3707242" y="1933721"/>
              <a:ext cx="1406769" cy="554724"/>
              <a:chOff x="4961791" y="2221410"/>
              <a:chExt cx="1406769" cy="554724"/>
            </a:xfrm>
          </p:grpSpPr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5DF4CA8B-8ECE-E28C-9548-EC1CB851BB62}"/>
                  </a:ext>
                </a:extLst>
              </p:cNvPr>
              <p:cNvSpPr txBox="1"/>
              <p:nvPr/>
            </p:nvSpPr>
            <p:spPr>
              <a:xfrm>
                <a:off x="4961791" y="2289255"/>
                <a:ext cx="1406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Server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service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2E3B5B72-E026-95DC-370B-24686761C6D5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43BE6238-59A0-40DB-B407-FBC234261C5B}"/>
                </a:ext>
              </a:extLst>
            </p:cNvPr>
            <p:cNvGrpSpPr/>
            <p:nvPr/>
          </p:nvGrpSpPr>
          <p:grpSpPr>
            <a:xfrm>
              <a:off x="5083587" y="1935677"/>
              <a:ext cx="1406769" cy="554724"/>
              <a:chOff x="4952065" y="2221410"/>
              <a:chExt cx="1406769" cy="554724"/>
            </a:xfrm>
          </p:grpSpPr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F8A18EA-7281-1E86-B395-E326865A02F1}"/>
                  </a:ext>
                </a:extLst>
              </p:cNvPr>
              <p:cNvSpPr txBox="1"/>
              <p:nvPr/>
            </p:nvSpPr>
            <p:spPr>
              <a:xfrm>
                <a:off x="4952065" y="2377603"/>
                <a:ext cx="14067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Security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AF010B47-C31E-9324-4FAB-2977939628B6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BEF26E42-819D-DCE6-56C0-B7E7F7647EA0}"/>
                </a:ext>
              </a:extLst>
            </p:cNvPr>
            <p:cNvGrpSpPr/>
            <p:nvPr/>
          </p:nvGrpSpPr>
          <p:grpSpPr>
            <a:xfrm>
              <a:off x="2215663" y="1834197"/>
              <a:ext cx="4274694" cy="988509"/>
              <a:chOff x="4883459" y="1851134"/>
              <a:chExt cx="4274694" cy="988509"/>
            </a:xfrm>
          </p:grpSpPr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FE525E4-6C34-A026-FBF5-D27A8A149054}"/>
                  </a:ext>
                </a:extLst>
              </p:cNvPr>
              <p:cNvSpPr txBox="1"/>
              <p:nvPr/>
            </p:nvSpPr>
            <p:spPr>
              <a:xfrm>
                <a:off x="4883459" y="2562644"/>
                <a:ext cx="21650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Intergral Subsystems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C5C33C1-8FCE-DE41-D63F-911C2A8DAE60}"/>
                  </a:ext>
                </a:extLst>
              </p:cNvPr>
              <p:cNvSpPr/>
              <p:nvPr/>
            </p:nvSpPr>
            <p:spPr>
              <a:xfrm>
                <a:off x="5022261" y="1851134"/>
                <a:ext cx="4135892" cy="95045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CFB92D6-6ABA-5738-09AE-81938CB72EC7}"/>
              </a:ext>
            </a:extLst>
          </p:cNvPr>
          <p:cNvGrpSpPr/>
          <p:nvPr/>
        </p:nvGrpSpPr>
        <p:grpSpPr>
          <a:xfrm>
            <a:off x="5761725" y="849815"/>
            <a:ext cx="4274694" cy="988509"/>
            <a:chOff x="2215663" y="1834197"/>
            <a:chExt cx="4274694" cy="988509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36E57AAE-D364-394B-36D5-2F51DF026CE9}"/>
                </a:ext>
              </a:extLst>
            </p:cNvPr>
            <p:cNvGrpSpPr/>
            <p:nvPr/>
          </p:nvGrpSpPr>
          <p:grpSpPr>
            <a:xfrm>
              <a:off x="2322909" y="1939494"/>
              <a:ext cx="1406769" cy="554724"/>
              <a:chOff x="4944355" y="2221410"/>
              <a:chExt cx="1406769" cy="554724"/>
            </a:xfrm>
          </p:grpSpPr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88231129-639C-D541-38BC-6785DCFA85CF}"/>
                  </a:ext>
                </a:extLst>
              </p:cNvPr>
              <p:cNvSpPr txBox="1"/>
              <p:nvPr/>
            </p:nvSpPr>
            <p:spPr>
              <a:xfrm>
                <a:off x="4944355" y="2369158"/>
                <a:ext cx="14067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Win32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DD726AE9-594A-8663-15F9-8F5A07D05280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44F5DF80-B921-0278-7769-35273C447FC9}"/>
                </a:ext>
              </a:extLst>
            </p:cNvPr>
            <p:cNvGrpSpPr/>
            <p:nvPr/>
          </p:nvGrpSpPr>
          <p:grpSpPr>
            <a:xfrm>
              <a:off x="3707241" y="1933721"/>
              <a:ext cx="1406769" cy="554724"/>
              <a:chOff x="4961790" y="2221410"/>
              <a:chExt cx="1406769" cy="554724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D7073BC6-B13F-F9B6-ECB3-476E21E0E544}"/>
                  </a:ext>
                </a:extLst>
              </p:cNvPr>
              <p:cNvSpPr txBox="1"/>
              <p:nvPr/>
            </p:nvSpPr>
            <p:spPr>
              <a:xfrm>
                <a:off x="4961790" y="2376646"/>
                <a:ext cx="14067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POSIX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0592994D-FFE9-B000-17E7-580098739CEF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CE44E8A4-A9D5-97D7-6EBF-D993D8E0D252}"/>
                </a:ext>
              </a:extLst>
            </p:cNvPr>
            <p:cNvGrpSpPr/>
            <p:nvPr/>
          </p:nvGrpSpPr>
          <p:grpSpPr>
            <a:xfrm>
              <a:off x="5083587" y="1935677"/>
              <a:ext cx="1406769" cy="554724"/>
              <a:chOff x="4952065" y="2221410"/>
              <a:chExt cx="1406769" cy="554724"/>
            </a:xfrm>
          </p:grpSpPr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0B9213DA-A777-B9F2-5A67-B6160510CD6A}"/>
                  </a:ext>
                </a:extLst>
              </p:cNvPr>
              <p:cNvSpPr txBox="1"/>
              <p:nvPr/>
            </p:nvSpPr>
            <p:spPr>
              <a:xfrm>
                <a:off x="4952065" y="2377603"/>
                <a:ext cx="14067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OS/2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D648AA65-D196-DC33-6AA0-48D82A07627C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87260530-F693-06AB-C8E2-A76C5DBC12B4}"/>
                </a:ext>
              </a:extLst>
            </p:cNvPr>
            <p:cNvGrpSpPr/>
            <p:nvPr/>
          </p:nvGrpSpPr>
          <p:grpSpPr>
            <a:xfrm>
              <a:off x="2215663" y="1834197"/>
              <a:ext cx="4274694" cy="988509"/>
              <a:chOff x="4883459" y="1851134"/>
              <a:chExt cx="4274694" cy="988509"/>
            </a:xfrm>
          </p:grpSpPr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931E945-BB37-10A5-FBDB-3E6D00D77171}"/>
                  </a:ext>
                </a:extLst>
              </p:cNvPr>
              <p:cNvSpPr txBox="1"/>
              <p:nvPr/>
            </p:nvSpPr>
            <p:spPr>
              <a:xfrm>
                <a:off x="4883459" y="2562644"/>
                <a:ext cx="21650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Environment Subsystems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BC211AB-D3A1-7C8B-8274-16176399DBE0}"/>
                  </a:ext>
                </a:extLst>
              </p:cNvPr>
              <p:cNvSpPr/>
              <p:nvPr/>
            </p:nvSpPr>
            <p:spPr>
              <a:xfrm>
                <a:off x="5022261" y="1851134"/>
                <a:ext cx="4135892" cy="95045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0E4F46E0-5639-EA9E-48F6-97AB1AE8DBE1}"/>
              </a:ext>
            </a:extLst>
          </p:cNvPr>
          <p:cNvGrpSpPr/>
          <p:nvPr/>
        </p:nvGrpSpPr>
        <p:grpSpPr>
          <a:xfrm>
            <a:off x="5910671" y="100995"/>
            <a:ext cx="4156589" cy="560497"/>
            <a:chOff x="2350070" y="1933721"/>
            <a:chExt cx="4156589" cy="560497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2E92EA7A-3311-934A-EFAC-69E160584DC1}"/>
                </a:ext>
              </a:extLst>
            </p:cNvPr>
            <p:cNvGrpSpPr/>
            <p:nvPr/>
          </p:nvGrpSpPr>
          <p:grpSpPr>
            <a:xfrm>
              <a:off x="2350070" y="1939494"/>
              <a:ext cx="1406769" cy="554724"/>
              <a:chOff x="4971516" y="2221410"/>
              <a:chExt cx="1406769" cy="554724"/>
            </a:xfrm>
          </p:grpSpPr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986AE587-BDCD-2C28-B858-C93547648BC4}"/>
                  </a:ext>
                </a:extLst>
              </p:cNvPr>
              <p:cNvSpPr txBox="1"/>
              <p:nvPr/>
            </p:nvSpPr>
            <p:spPr>
              <a:xfrm>
                <a:off x="4971516" y="2280535"/>
                <a:ext cx="1406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Win32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Application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4DCCF0A6-400B-F502-098C-CFDE0DB7130B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D4528DA8-1B4B-D7E1-603F-7261901ED4C5}"/>
                </a:ext>
              </a:extLst>
            </p:cNvPr>
            <p:cNvGrpSpPr/>
            <p:nvPr/>
          </p:nvGrpSpPr>
          <p:grpSpPr>
            <a:xfrm>
              <a:off x="3696892" y="1933721"/>
              <a:ext cx="1406769" cy="554724"/>
              <a:chOff x="4951441" y="2221410"/>
              <a:chExt cx="1406769" cy="554724"/>
            </a:xfrm>
          </p:grpSpPr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0EA8A1FD-9654-46EB-ABE8-DF365A2C4085}"/>
                  </a:ext>
                </a:extLst>
              </p:cNvPr>
              <p:cNvSpPr txBox="1"/>
              <p:nvPr/>
            </p:nvSpPr>
            <p:spPr>
              <a:xfrm>
                <a:off x="4951441" y="2270830"/>
                <a:ext cx="1406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POSIX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Application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E57D9246-070F-7E50-3C8B-829212A126B1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4071F16B-5DFC-B931-7C7A-608B2B2623B3}"/>
                </a:ext>
              </a:extLst>
            </p:cNvPr>
            <p:cNvGrpSpPr/>
            <p:nvPr/>
          </p:nvGrpSpPr>
          <p:grpSpPr>
            <a:xfrm>
              <a:off x="5099890" y="1935677"/>
              <a:ext cx="1406769" cy="554724"/>
              <a:chOff x="4968368" y="2221410"/>
              <a:chExt cx="1406769" cy="554724"/>
            </a:xfrm>
          </p:grpSpPr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C0602D29-A649-2CE3-414B-D6750FCCAA9C}"/>
                  </a:ext>
                </a:extLst>
              </p:cNvPr>
              <p:cNvSpPr txBox="1"/>
              <p:nvPr/>
            </p:nvSpPr>
            <p:spPr>
              <a:xfrm>
                <a:off x="4968368" y="2280838"/>
                <a:ext cx="1406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OS/2</a:t>
                </a:r>
              </a:p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Application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29166333-979B-D85B-1D21-C1B82154AA0A}"/>
                  </a:ext>
                </a:extLst>
              </p:cNvPr>
              <p:cNvSpPr/>
              <p:nvPr/>
            </p:nvSpPr>
            <p:spPr>
              <a:xfrm>
                <a:off x="5064368" y="2221410"/>
                <a:ext cx="1201614" cy="55472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9" name="矩形 138">
            <a:extLst>
              <a:ext uri="{FF2B5EF4-FFF2-40B4-BE49-F238E27FC236}">
                <a16:creationId xmlns:a16="http://schemas.microsoft.com/office/drawing/2014/main" id="{1A50034A-6782-4E96-373C-A242C14DB4C9}"/>
              </a:ext>
            </a:extLst>
          </p:cNvPr>
          <p:cNvSpPr/>
          <p:nvPr/>
        </p:nvSpPr>
        <p:spPr>
          <a:xfrm>
            <a:off x="1316435" y="1946238"/>
            <a:ext cx="8719983" cy="28747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0E0760A-E56F-2C20-5696-26FC3C648C39}"/>
              </a:ext>
            </a:extLst>
          </p:cNvPr>
          <p:cNvSpPr txBox="1"/>
          <p:nvPr/>
        </p:nvSpPr>
        <p:spPr>
          <a:xfrm>
            <a:off x="1219247" y="4516124"/>
            <a:ext cx="1381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Executive</a:t>
            </a:r>
            <a:endParaRPr lang="zh-CN" altLang="en-US" sz="12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739742D6-BC4D-C8E4-E75C-958D11625231}"/>
              </a:ext>
            </a:extLst>
          </p:cNvPr>
          <p:cNvCxnSpPr>
            <a:cxnSpLocks/>
          </p:cNvCxnSpPr>
          <p:nvPr/>
        </p:nvCxnSpPr>
        <p:spPr>
          <a:xfrm>
            <a:off x="4472119" y="1677292"/>
            <a:ext cx="0" cy="45085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E50B07CB-34EE-CD5C-07E3-2257061281D0}"/>
              </a:ext>
            </a:extLst>
          </p:cNvPr>
          <p:cNvCxnSpPr>
            <a:cxnSpLocks/>
          </p:cNvCxnSpPr>
          <p:nvPr/>
        </p:nvCxnSpPr>
        <p:spPr>
          <a:xfrm>
            <a:off x="6829699" y="1699824"/>
            <a:ext cx="0" cy="428327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CFF6D4EE-6940-B77E-EB5E-C49A7B6A906E}"/>
              </a:ext>
            </a:extLst>
          </p:cNvPr>
          <p:cNvCxnSpPr>
            <a:cxnSpLocks/>
          </p:cNvCxnSpPr>
          <p:nvPr/>
        </p:nvCxnSpPr>
        <p:spPr>
          <a:xfrm>
            <a:off x="3790113" y="4534977"/>
            <a:ext cx="0" cy="45085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9A2461C-54D3-09ED-F694-4418295B623B}"/>
              </a:ext>
            </a:extLst>
          </p:cNvPr>
          <p:cNvCxnSpPr>
            <a:cxnSpLocks/>
          </p:cNvCxnSpPr>
          <p:nvPr/>
        </p:nvCxnSpPr>
        <p:spPr>
          <a:xfrm>
            <a:off x="7735217" y="4489965"/>
            <a:ext cx="0" cy="45085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FE5B182A-4E14-D5E9-9020-2022C9D28A49}"/>
              </a:ext>
            </a:extLst>
          </p:cNvPr>
          <p:cNvCxnSpPr>
            <a:cxnSpLocks/>
          </p:cNvCxnSpPr>
          <p:nvPr/>
        </p:nvCxnSpPr>
        <p:spPr>
          <a:xfrm>
            <a:off x="4341048" y="5508203"/>
            <a:ext cx="0" cy="45085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12B472BB-4B1F-D54A-C661-679C201ED6EC}"/>
              </a:ext>
            </a:extLst>
          </p:cNvPr>
          <p:cNvCxnSpPr>
            <a:cxnSpLocks/>
          </p:cNvCxnSpPr>
          <p:nvPr/>
        </p:nvCxnSpPr>
        <p:spPr>
          <a:xfrm>
            <a:off x="7205137" y="5432835"/>
            <a:ext cx="0" cy="45085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76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3117C7-9CA4-6C32-138F-82507AA5E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666" y="1386143"/>
            <a:ext cx="6666667" cy="4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9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箭头: 下 85">
            <a:extLst>
              <a:ext uri="{FF2B5EF4-FFF2-40B4-BE49-F238E27FC236}">
                <a16:creationId xmlns:a16="http://schemas.microsoft.com/office/drawing/2014/main" id="{88745B14-3A5E-6A51-2001-3BBD81BDE40C}"/>
              </a:ext>
            </a:extLst>
          </p:cNvPr>
          <p:cNvSpPr/>
          <p:nvPr/>
        </p:nvSpPr>
        <p:spPr>
          <a:xfrm>
            <a:off x="3223056" y="2373769"/>
            <a:ext cx="312596" cy="40730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1B94CA-ED8B-172D-D43A-DDB6E52D2B08}"/>
              </a:ext>
            </a:extLst>
          </p:cNvPr>
          <p:cNvGrpSpPr/>
          <p:nvPr/>
        </p:nvGrpSpPr>
        <p:grpSpPr>
          <a:xfrm>
            <a:off x="658091" y="496506"/>
            <a:ext cx="1316182" cy="1140583"/>
            <a:chOff x="1212272" y="413379"/>
            <a:chExt cx="1316182" cy="114058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4E55C26-9A90-D80B-B4A9-3CEC9FA25C90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7C9DB61-21B1-59AC-6DF0-81AD5EFC62BE}"/>
                </a:ext>
              </a:extLst>
            </p:cNvPr>
            <p:cNvSpPr txBox="1"/>
            <p:nvPr/>
          </p:nvSpPr>
          <p:spPr>
            <a:xfrm>
              <a:off x="1274618" y="660506"/>
              <a:ext cx="119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Level 2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Cache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651BC6E-A7FD-AE5C-D0B3-61A4EAD92C0C}"/>
              </a:ext>
            </a:extLst>
          </p:cNvPr>
          <p:cNvGrpSpPr/>
          <p:nvPr/>
        </p:nvGrpSpPr>
        <p:grpSpPr>
          <a:xfrm>
            <a:off x="2990273" y="496506"/>
            <a:ext cx="1316182" cy="1140583"/>
            <a:chOff x="1212272" y="413379"/>
            <a:chExt cx="1316182" cy="1140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85FB96C-DF6F-45AB-89FF-5C72F0F241A5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B9AA72E-035F-434D-9804-0F2646172553}"/>
                </a:ext>
              </a:extLst>
            </p:cNvPr>
            <p:cNvSpPr txBox="1"/>
            <p:nvPr/>
          </p:nvSpPr>
          <p:spPr>
            <a:xfrm>
              <a:off x="1254992" y="813403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CPU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0" name="箭头: 左右 9">
            <a:extLst>
              <a:ext uri="{FF2B5EF4-FFF2-40B4-BE49-F238E27FC236}">
                <a16:creationId xmlns:a16="http://schemas.microsoft.com/office/drawing/2014/main" id="{1F5C13E9-304C-69C5-C127-DFEC48A7D8BF}"/>
              </a:ext>
            </a:extLst>
          </p:cNvPr>
          <p:cNvSpPr/>
          <p:nvPr/>
        </p:nvSpPr>
        <p:spPr>
          <a:xfrm>
            <a:off x="1974273" y="928251"/>
            <a:ext cx="1016000" cy="461713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FF792F-296A-7534-2B49-B0A34321146E}"/>
              </a:ext>
            </a:extLst>
          </p:cNvPr>
          <p:cNvSpPr txBox="1"/>
          <p:nvPr/>
        </p:nvSpPr>
        <p:spPr>
          <a:xfrm>
            <a:off x="1861128" y="343476"/>
            <a:ext cx="1191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cache</a:t>
            </a:r>
          </a:p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bus</a:t>
            </a:r>
            <a:endParaRPr lang="zh-CN" altLang="en-US" sz="16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D9C0E7-E3CD-4CEB-1CE8-E0000B6D6B58}"/>
              </a:ext>
            </a:extLst>
          </p:cNvPr>
          <p:cNvGrpSpPr/>
          <p:nvPr/>
        </p:nvGrpSpPr>
        <p:grpSpPr>
          <a:xfrm>
            <a:off x="5322455" y="531142"/>
            <a:ext cx="1316182" cy="1140583"/>
            <a:chOff x="1212272" y="413379"/>
            <a:chExt cx="1316182" cy="114058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BF92BC0-2B76-77CB-2334-1B4A981C2D27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6E5AEE1-F7FE-0B47-5E74-6B4E868ACFC5}"/>
                </a:ext>
              </a:extLst>
            </p:cNvPr>
            <p:cNvSpPr txBox="1"/>
            <p:nvPr/>
          </p:nvSpPr>
          <p:spPr>
            <a:xfrm>
              <a:off x="1274618" y="660506"/>
              <a:ext cx="119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PCI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Bridge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9F618D80-1B70-41E1-1A08-9ADF97DF9DD6}"/>
              </a:ext>
            </a:extLst>
          </p:cNvPr>
          <p:cNvSpPr/>
          <p:nvPr/>
        </p:nvSpPr>
        <p:spPr>
          <a:xfrm>
            <a:off x="4306455" y="928249"/>
            <a:ext cx="1016000" cy="476358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6D6A0D-6FED-C1B7-E038-7335A523C348}"/>
              </a:ext>
            </a:extLst>
          </p:cNvPr>
          <p:cNvSpPr txBox="1"/>
          <p:nvPr/>
        </p:nvSpPr>
        <p:spPr>
          <a:xfrm>
            <a:off x="4218709" y="343476"/>
            <a:ext cx="1191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local</a:t>
            </a:r>
          </a:p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bus</a:t>
            </a:r>
            <a:endParaRPr lang="zh-CN" altLang="en-US" sz="16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DB00C8F-BE05-C24A-C764-0F79D0F158EF}"/>
              </a:ext>
            </a:extLst>
          </p:cNvPr>
          <p:cNvGrpSpPr/>
          <p:nvPr/>
        </p:nvGrpSpPr>
        <p:grpSpPr>
          <a:xfrm>
            <a:off x="10181935" y="527060"/>
            <a:ext cx="1316182" cy="1140583"/>
            <a:chOff x="1212272" y="413379"/>
            <a:chExt cx="1316182" cy="114058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3CC19A-DCF7-6761-CE71-999C4D8B09C2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B3542DE-6ECA-1BEF-1B45-457238E3E05D}"/>
                </a:ext>
              </a:extLst>
            </p:cNvPr>
            <p:cNvSpPr txBox="1"/>
            <p:nvPr/>
          </p:nvSpPr>
          <p:spPr>
            <a:xfrm>
              <a:off x="1280391" y="834007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Memory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D5B2BC15-16CB-E548-C6DB-8A895B05F645}"/>
              </a:ext>
            </a:extLst>
          </p:cNvPr>
          <p:cNvSpPr/>
          <p:nvPr/>
        </p:nvSpPr>
        <p:spPr>
          <a:xfrm>
            <a:off x="6669810" y="882056"/>
            <a:ext cx="3489034" cy="543772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E0EE0E-3416-4930-CD1C-8EF1C61D0E21}"/>
              </a:ext>
            </a:extLst>
          </p:cNvPr>
          <p:cNvSpPr txBox="1"/>
          <p:nvPr/>
        </p:nvSpPr>
        <p:spPr>
          <a:xfrm>
            <a:off x="7830127" y="371182"/>
            <a:ext cx="1191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memory</a:t>
            </a:r>
          </a:p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bus</a:t>
            </a:r>
            <a:endParaRPr lang="zh-CN" altLang="en-US" sz="16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23" name="箭头: 十字 22">
            <a:extLst>
              <a:ext uri="{FF2B5EF4-FFF2-40B4-BE49-F238E27FC236}">
                <a16:creationId xmlns:a16="http://schemas.microsoft.com/office/drawing/2014/main" id="{A88415EA-A275-8D3E-0B30-E7E0E40D82FC}"/>
              </a:ext>
            </a:extLst>
          </p:cNvPr>
          <p:cNvSpPr/>
          <p:nvPr/>
        </p:nvSpPr>
        <p:spPr>
          <a:xfrm>
            <a:off x="644237" y="1736577"/>
            <a:ext cx="10606521" cy="1268229"/>
          </a:xfrm>
          <a:prstGeom prst="quadArrow">
            <a:avLst>
              <a:gd name="adj1" fmla="val 13761"/>
              <a:gd name="adj2" fmla="val 14759"/>
              <a:gd name="adj3" fmla="val 225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833A7E5-B2EC-6793-F300-7C0A4C7ECD5F}"/>
              </a:ext>
            </a:extLst>
          </p:cNvPr>
          <p:cNvGrpSpPr/>
          <p:nvPr/>
        </p:nvGrpSpPr>
        <p:grpSpPr>
          <a:xfrm>
            <a:off x="5335225" y="3113037"/>
            <a:ext cx="1316182" cy="1140583"/>
            <a:chOff x="1212272" y="413379"/>
            <a:chExt cx="1316182" cy="114058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618ECAB-2B62-DF92-7928-260151BB048E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A588151-6882-4573-FE5B-945B1415BA1B}"/>
                </a:ext>
              </a:extLst>
            </p:cNvPr>
            <p:cNvSpPr txBox="1"/>
            <p:nvPr/>
          </p:nvSpPr>
          <p:spPr>
            <a:xfrm>
              <a:off x="1274618" y="660506"/>
              <a:ext cx="119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ISA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Bridge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91EF603-330E-C91B-7CF0-E4CFC2E44F68}"/>
              </a:ext>
            </a:extLst>
          </p:cNvPr>
          <p:cNvGrpSpPr/>
          <p:nvPr/>
        </p:nvGrpSpPr>
        <p:grpSpPr>
          <a:xfrm>
            <a:off x="2907146" y="2792859"/>
            <a:ext cx="944418" cy="769959"/>
            <a:chOff x="1147617" y="397731"/>
            <a:chExt cx="944418" cy="769959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C251AD3-7280-94AB-B039-5187A1534EE2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AB74E3-4E6E-E804-74F9-829702E309E7}"/>
                </a:ext>
              </a:extLst>
            </p:cNvPr>
            <p:cNvSpPr txBox="1"/>
            <p:nvPr/>
          </p:nvSpPr>
          <p:spPr>
            <a:xfrm>
              <a:off x="1182830" y="598044"/>
              <a:ext cx="873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USB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7D1B8D2-6BC3-D731-018B-89244A78FD5A}"/>
              </a:ext>
            </a:extLst>
          </p:cNvPr>
          <p:cNvGrpSpPr/>
          <p:nvPr/>
        </p:nvGrpSpPr>
        <p:grpSpPr>
          <a:xfrm>
            <a:off x="8504669" y="2802116"/>
            <a:ext cx="1560369" cy="822036"/>
            <a:chOff x="1095660" y="397731"/>
            <a:chExt cx="1560369" cy="82203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6989ADE-6B8A-82B5-2B5D-2CCDB3C8B50A}"/>
                </a:ext>
              </a:extLst>
            </p:cNvPr>
            <p:cNvSpPr/>
            <p:nvPr/>
          </p:nvSpPr>
          <p:spPr>
            <a:xfrm>
              <a:off x="1147616" y="397731"/>
              <a:ext cx="1475509" cy="822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6467833-6A38-9FBC-CF4E-D94BB28EFCE4}"/>
                </a:ext>
              </a:extLst>
            </p:cNvPr>
            <p:cNvSpPr txBox="1"/>
            <p:nvPr/>
          </p:nvSpPr>
          <p:spPr>
            <a:xfrm>
              <a:off x="1095660" y="485583"/>
              <a:ext cx="15603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Graphics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Adapter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9A72D6B-559F-72F1-73EF-E783E5D420E1}"/>
              </a:ext>
            </a:extLst>
          </p:cNvPr>
          <p:cNvGrpSpPr/>
          <p:nvPr/>
        </p:nvGrpSpPr>
        <p:grpSpPr>
          <a:xfrm>
            <a:off x="786824" y="2792858"/>
            <a:ext cx="944418" cy="769959"/>
            <a:chOff x="1147617" y="397731"/>
            <a:chExt cx="944418" cy="76995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8932BBC-0668-5F56-5DAE-BB160F228709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D630F02-2103-5A0F-D720-EFAFCB90F3B1}"/>
                </a:ext>
              </a:extLst>
            </p:cNvPr>
            <p:cNvSpPr txBox="1"/>
            <p:nvPr/>
          </p:nvSpPr>
          <p:spPr>
            <a:xfrm>
              <a:off x="1182830" y="598044"/>
              <a:ext cx="873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SCSI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43680AC-677B-403F-9993-1375DC972B5A}"/>
              </a:ext>
            </a:extLst>
          </p:cNvPr>
          <p:cNvGrpSpPr/>
          <p:nvPr/>
        </p:nvGrpSpPr>
        <p:grpSpPr>
          <a:xfrm>
            <a:off x="8762279" y="3987353"/>
            <a:ext cx="1077477" cy="499322"/>
            <a:chOff x="1304202" y="376718"/>
            <a:chExt cx="1077477" cy="499322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A717191-44BE-5AA0-C0FB-2A30B9BBE8A4}"/>
                </a:ext>
              </a:extLst>
            </p:cNvPr>
            <p:cNvSpPr/>
            <p:nvPr/>
          </p:nvSpPr>
          <p:spPr>
            <a:xfrm>
              <a:off x="1304202" y="376718"/>
              <a:ext cx="1077477" cy="49932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95CA4CA-42E6-D4CC-83C2-B262E8EE6321}"/>
                </a:ext>
              </a:extLst>
            </p:cNvPr>
            <p:cNvSpPr txBox="1"/>
            <p:nvPr/>
          </p:nvSpPr>
          <p:spPr>
            <a:xfrm>
              <a:off x="1377370" y="464398"/>
              <a:ext cx="9311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Monitor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B1DB6AD-EE08-DBC2-B02F-EE07158BDB64}"/>
              </a:ext>
            </a:extLst>
          </p:cNvPr>
          <p:cNvGrpSpPr/>
          <p:nvPr/>
        </p:nvGrpSpPr>
        <p:grpSpPr>
          <a:xfrm>
            <a:off x="1223819" y="5606204"/>
            <a:ext cx="944418" cy="769959"/>
            <a:chOff x="1147617" y="397731"/>
            <a:chExt cx="944418" cy="76995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8B1A9DE-89D0-BC83-EA0A-09E02864C398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62009E3-6E45-5FE4-6EB8-8EEA8C726ACC}"/>
                </a:ext>
              </a:extLst>
            </p:cNvPr>
            <p:cNvSpPr txBox="1"/>
            <p:nvPr/>
          </p:nvSpPr>
          <p:spPr>
            <a:xfrm>
              <a:off x="1182830" y="598044"/>
              <a:ext cx="873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Modem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17308B4-526D-A29E-D428-1E1BC0FFE377}"/>
              </a:ext>
            </a:extLst>
          </p:cNvPr>
          <p:cNvGrpSpPr/>
          <p:nvPr/>
        </p:nvGrpSpPr>
        <p:grpSpPr>
          <a:xfrm>
            <a:off x="3914486" y="5586696"/>
            <a:ext cx="944418" cy="769959"/>
            <a:chOff x="1147617" y="397731"/>
            <a:chExt cx="944418" cy="769959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5F877F4-3DB2-65A3-B7C8-7296A8E95A48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7F9A73B-4D76-F6A6-4E05-8F8C13156CBD}"/>
                </a:ext>
              </a:extLst>
            </p:cNvPr>
            <p:cNvSpPr txBox="1"/>
            <p:nvPr/>
          </p:nvSpPr>
          <p:spPr>
            <a:xfrm>
              <a:off x="1182830" y="488729"/>
              <a:ext cx="8739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Sound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Card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8FCDED5-45D4-863B-E7A1-F692CD003C9C}"/>
              </a:ext>
            </a:extLst>
          </p:cNvPr>
          <p:cNvGrpSpPr/>
          <p:nvPr/>
        </p:nvGrpSpPr>
        <p:grpSpPr>
          <a:xfrm>
            <a:off x="6754091" y="5606203"/>
            <a:ext cx="985981" cy="769959"/>
            <a:chOff x="1126257" y="397731"/>
            <a:chExt cx="985981" cy="769959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7EDE20A-7523-2072-7BF2-8EC07262B0A9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76DDB7-462B-F76A-A697-B2F8DAB16E17}"/>
                </a:ext>
              </a:extLst>
            </p:cNvPr>
            <p:cNvSpPr txBox="1"/>
            <p:nvPr/>
          </p:nvSpPr>
          <p:spPr>
            <a:xfrm>
              <a:off x="1126257" y="598044"/>
              <a:ext cx="985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Printer</a:t>
              </a:r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8517F2CD-FEFC-B3B9-703E-B475BBA37CCB}"/>
              </a:ext>
            </a:extLst>
          </p:cNvPr>
          <p:cNvSpPr/>
          <p:nvPr/>
        </p:nvSpPr>
        <p:spPr>
          <a:xfrm>
            <a:off x="10483272" y="2097278"/>
            <a:ext cx="175491" cy="793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716C7BC-A1CB-670A-5729-7134F690EFEE}"/>
              </a:ext>
            </a:extLst>
          </p:cNvPr>
          <p:cNvSpPr txBox="1"/>
          <p:nvPr/>
        </p:nvSpPr>
        <p:spPr>
          <a:xfrm>
            <a:off x="10565822" y="2535964"/>
            <a:ext cx="931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PCI Slot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D276423-7B80-3A89-7777-04044FCA1FF3}"/>
              </a:ext>
            </a:extLst>
          </p:cNvPr>
          <p:cNvSpPr txBox="1"/>
          <p:nvPr/>
        </p:nvSpPr>
        <p:spPr>
          <a:xfrm>
            <a:off x="10193192" y="5824414"/>
            <a:ext cx="931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ISA Slot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1F6EACD-4D7D-01C0-EAEE-99566E8EF210}"/>
              </a:ext>
            </a:extLst>
          </p:cNvPr>
          <p:cNvSpPr txBox="1"/>
          <p:nvPr/>
        </p:nvSpPr>
        <p:spPr>
          <a:xfrm>
            <a:off x="7048788" y="1706510"/>
            <a:ext cx="2336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PCI bus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A1987E5-CCCC-A684-D85D-69CCE55E5A69}"/>
              </a:ext>
            </a:extLst>
          </p:cNvPr>
          <p:cNvSpPr txBox="1"/>
          <p:nvPr/>
        </p:nvSpPr>
        <p:spPr>
          <a:xfrm>
            <a:off x="6556694" y="4715399"/>
            <a:ext cx="2336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ISA bus</a:t>
            </a: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7A582A9-294E-F69E-C172-77A882502445}"/>
              </a:ext>
            </a:extLst>
          </p:cNvPr>
          <p:cNvGrpSpPr/>
          <p:nvPr/>
        </p:nvGrpSpPr>
        <p:grpSpPr>
          <a:xfrm>
            <a:off x="9677937" y="5021849"/>
            <a:ext cx="873847" cy="793213"/>
            <a:chOff x="9734838" y="4998175"/>
            <a:chExt cx="873847" cy="79321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5984923-F958-3625-B02A-06F4D4077708}"/>
                </a:ext>
              </a:extLst>
            </p:cNvPr>
            <p:cNvSpPr/>
            <p:nvPr/>
          </p:nvSpPr>
          <p:spPr>
            <a:xfrm>
              <a:off x="9734838" y="4998175"/>
              <a:ext cx="175491" cy="7932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BAC5EEA-95BE-4041-04D5-4EF6DEA4ABBA}"/>
                </a:ext>
              </a:extLst>
            </p:cNvPr>
            <p:cNvSpPr/>
            <p:nvPr/>
          </p:nvSpPr>
          <p:spPr>
            <a:xfrm>
              <a:off x="10073841" y="4998175"/>
              <a:ext cx="175491" cy="7932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1D68694-0571-8694-2246-0755C9C37A55}"/>
                </a:ext>
              </a:extLst>
            </p:cNvPr>
            <p:cNvSpPr/>
            <p:nvPr/>
          </p:nvSpPr>
          <p:spPr>
            <a:xfrm>
              <a:off x="10433194" y="4998175"/>
              <a:ext cx="175491" cy="7932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393E389-849B-71BA-506F-B10D562DEF54}"/>
              </a:ext>
            </a:extLst>
          </p:cNvPr>
          <p:cNvGrpSpPr/>
          <p:nvPr/>
        </p:nvGrpSpPr>
        <p:grpSpPr>
          <a:xfrm>
            <a:off x="7176377" y="3404020"/>
            <a:ext cx="873991" cy="656972"/>
            <a:chOff x="1182830" y="478088"/>
            <a:chExt cx="873991" cy="656972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2AB7551-532B-4E27-20DB-E99C468985DF}"/>
                </a:ext>
              </a:extLst>
            </p:cNvPr>
            <p:cNvSpPr/>
            <p:nvPr/>
          </p:nvSpPr>
          <p:spPr>
            <a:xfrm>
              <a:off x="1248065" y="478088"/>
              <a:ext cx="754495" cy="61979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AC9F002D-E65E-CF3B-6594-EEEF4A754E14}"/>
                </a:ext>
              </a:extLst>
            </p:cNvPr>
            <p:cNvSpPr txBox="1"/>
            <p:nvPr/>
          </p:nvSpPr>
          <p:spPr>
            <a:xfrm>
              <a:off x="1182830" y="488729"/>
              <a:ext cx="8739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IDE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Disk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612FD1C-8353-1909-7E78-A27A9E91B81D}"/>
              </a:ext>
            </a:extLst>
          </p:cNvPr>
          <p:cNvGrpSpPr/>
          <p:nvPr/>
        </p:nvGrpSpPr>
        <p:grpSpPr>
          <a:xfrm>
            <a:off x="3565725" y="4243911"/>
            <a:ext cx="1077477" cy="499322"/>
            <a:chOff x="1304202" y="376718"/>
            <a:chExt cx="1077477" cy="499322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3BD4155-2B89-E7CA-DB01-04E61FD1511B}"/>
                </a:ext>
              </a:extLst>
            </p:cNvPr>
            <p:cNvSpPr/>
            <p:nvPr/>
          </p:nvSpPr>
          <p:spPr>
            <a:xfrm>
              <a:off x="1304202" y="376718"/>
              <a:ext cx="1077477" cy="49932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5CCDD711-E930-F849-8057-846CD519700A}"/>
                </a:ext>
              </a:extLst>
            </p:cNvPr>
            <p:cNvSpPr txBox="1"/>
            <p:nvPr/>
          </p:nvSpPr>
          <p:spPr>
            <a:xfrm>
              <a:off x="1337177" y="472632"/>
              <a:ext cx="10043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Keyboard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D32773F-7D4D-BE3A-F13C-1945F037348B}"/>
              </a:ext>
            </a:extLst>
          </p:cNvPr>
          <p:cNvGrpSpPr/>
          <p:nvPr/>
        </p:nvGrpSpPr>
        <p:grpSpPr>
          <a:xfrm>
            <a:off x="2229123" y="4243911"/>
            <a:ext cx="1077477" cy="499322"/>
            <a:chOff x="1304202" y="376718"/>
            <a:chExt cx="1077477" cy="499322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B406D62-EDC8-F78A-AADD-861B04B91266}"/>
                </a:ext>
              </a:extLst>
            </p:cNvPr>
            <p:cNvSpPr/>
            <p:nvPr/>
          </p:nvSpPr>
          <p:spPr>
            <a:xfrm>
              <a:off x="1304202" y="376718"/>
              <a:ext cx="1077477" cy="49932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92A10CCC-80CC-9330-E797-1F4DCE3A8DD0}"/>
                </a:ext>
              </a:extLst>
            </p:cNvPr>
            <p:cNvSpPr txBox="1"/>
            <p:nvPr/>
          </p:nvSpPr>
          <p:spPr>
            <a:xfrm>
              <a:off x="1340785" y="471313"/>
              <a:ext cx="10043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Mouse</a:t>
              </a:r>
            </a:p>
          </p:txBody>
        </p:sp>
      </p:grpSp>
      <p:sp>
        <p:nvSpPr>
          <p:cNvPr id="80" name="箭头: 丁字 79">
            <a:extLst>
              <a:ext uri="{FF2B5EF4-FFF2-40B4-BE49-F238E27FC236}">
                <a16:creationId xmlns:a16="http://schemas.microsoft.com/office/drawing/2014/main" id="{6D8139F3-1639-C70F-0870-A5C0BBF4EBAB}"/>
              </a:ext>
            </a:extLst>
          </p:cNvPr>
          <p:cNvSpPr/>
          <p:nvPr/>
        </p:nvSpPr>
        <p:spPr>
          <a:xfrm>
            <a:off x="920318" y="4375413"/>
            <a:ext cx="10067636" cy="1043043"/>
          </a:xfrm>
          <a:prstGeom prst="leftRightUpArrow">
            <a:avLst>
              <a:gd name="adj1" fmla="val 11768"/>
              <a:gd name="adj2" fmla="val 12654"/>
              <a:gd name="adj3" fmla="val 2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箭头: 丁字 81">
            <a:extLst>
              <a:ext uri="{FF2B5EF4-FFF2-40B4-BE49-F238E27FC236}">
                <a16:creationId xmlns:a16="http://schemas.microsoft.com/office/drawing/2014/main" id="{8DC7C258-E974-B8F2-F8DE-513A29350FFA}"/>
              </a:ext>
            </a:extLst>
          </p:cNvPr>
          <p:cNvSpPr/>
          <p:nvPr/>
        </p:nvSpPr>
        <p:spPr>
          <a:xfrm>
            <a:off x="594950" y="3593817"/>
            <a:ext cx="1315606" cy="498149"/>
          </a:xfrm>
          <a:prstGeom prst="leftRigh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丁字 82">
            <a:extLst>
              <a:ext uri="{FF2B5EF4-FFF2-40B4-BE49-F238E27FC236}">
                <a16:creationId xmlns:a16="http://schemas.microsoft.com/office/drawing/2014/main" id="{5A228C75-2BD5-1940-502A-6D2A661A6FAC}"/>
              </a:ext>
            </a:extLst>
          </p:cNvPr>
          <p:cNvSpPr/>
          <p:nvPr/>
        </p:nvSpPr>
        <p:spPr>
          <a:xfrm>
            <a:off x="2448212" y="3621638"/>
            <a:ext cx="1925047" cy="421959"/>
          </a:xfrm>
          <a:prstGeom prst="leftRightUpArrow">
            <a:avLst>
              <a:gd name="adj1" fmla="val 10167"/>
              <a:gd name="adj2" fmla="val 13875"/>
              <a:gd name="adj3" fmla="val 2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箭头: 左右 83">
            <a:extLst>
              <a:ext uri="{FF2B5EF4-FFF2-40B4-BE49-F238E27FC236}">
                <a16:creationId xmlns:a16="http://schemas.microsoft.com/office/drawing/2014/main" id="{471A1DA3-6310-CEF4-88A5-4E8213BCB787}"/>
              </a:ext>
            </a:extLst>
          </p:cNvPr>
          <p:cNvSpPr/>
          <p:nvPr/>
        </p:nvSpPr>
        <p:spPr>
          <a:xfrm>
            <a:off x="6669810" y="3599757"/>
            <a:ext cx="552037" cy="265498"/>
          </a:xfrm>
          <a:prstGeom prst="leftRightArrow">
            <a:avLst>
              <a:gd name="adj1" fmla="val 36084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箭头: 下 84">
            <a:extLst>
              <a:ext uri="{FF2B5EF4-FFF2-40B4-BE49-F238E27FC236}">
                <a16:creationId xmlns:a16="http://schemas.microsoft.com/office/drawing/2014/main" id="{884ED75E-AA5E-28B5-DC07-77CAD2635079}"/>
              </a:ext>
            </a:extLst>
          </p:cNvPr>
          <p:cNvSpPr/>
          <p:nvPr/>
        </p:nvSpPr>
        <p:spPr>
          <a:xfrm>
            <a:off x="9089451" y="2390649"/>
            <a:ext cx="312596" cy="368256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箭头: 下 86">
            <a:extLst>
              <a:ext uri="{FF2B5EF4-FFF2-40B4-BE49-F238E27FC236}">
                <a16:creationId xmlns:a16="http://schemas.microsoft.com/office/drawing/2014/main" id="{E2825FC8-75AD-578B-2E2C-4D9CD696DB77}"/>
              </a:ext>
            </a:extLst>
          </p:cNvPr>
          <p:cNvSpPr/>
          <p:nvPr/>
        </p:nvSpPr>
        <p:spPr>
          <a:xfrm>
            <a:off x="1096455" y="2373770"/>
            <a:ext cx="312596" cy="38513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箭头: 左右 87">
            <a:extLst>
              <a:ext uri="{FF2B5EF4-FFF2-40B4-BE49-F238E27FC236}">
                <a16:creationId xmlns:a16="http://schemas.microsoft.com/office/drawing/2014/main" id="{AB23B696-951F-B529-ECE9-8EAFA75A48A3}"/>
              </a:ext>
            </a:extLst>
          </p:cNvPr>
          <p:cNvSpPr/>
          <p:nvPr/>
        </p:nvSpPr>
        <p:spPr>
          <a:xfrm rot="5400000">
            <a:off x="9077054" y="3732004"/>
            <a:ext cx="321702" cy="126226"/>
          </a:xfrm>
          <a:prstGeom prst="leftRightArrow">
            <a:avLst>
              <a:gd name="adj1" fmla="val 36084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162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A93B96FF-99E1-BF08-0FBF-2A92ED3C994C}"/>
              </a:ext>
            </a:extLst>
          </p:cNvPr>
          <p:cNvGrpSpPr/>
          <p:nvPr/>
        </p:nvGrpSpPr>
        <p:grpSpPr>
          <a:xfrm>
            <a:off x="633162" y="685134"/>
            <a:ext cx="1920123" cy="1627819"/>
            <a:chOff x="1707767" y="284108"/>
            <a:chExt cx="1920123" cy="162781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01B94CA-ED8B-172D-D43A-DDB6E52D2B08}"/>
                </a:ext>
              </a:extLst>
            </p:cNvPr>
            <p:cNvGrpSpPr/>
            <p:nvPr/>
          </p:nvGrpSpPr>
          <p:grpSpPr>
            <a:xfrm>
              <a:off x="2423392" y="1154545"/>
              <a:ext cx="1108912" cy="626540"/>
              <a:chOff x="1212272" y="413379"/>
              <a:chExt cx="1316182" cy="1140583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4E55C26-9A90-D80B-B4A9-3CEC9FA25C90}"/>
                  </a:ext>
                </a:extLst>
              </p:cNvPr>
              <p:cNvSpPr/>
              <p:nvPr/>
            </p:nvSpPr>
            <p:spPr>
              <a:xfrm>
                <a:off x="1212272" y="413379"/>
                <a:ext cx="1316182" cy="11405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7C9DB61-21B1-59AC-6DF0-81AD5EFC62BE}"/>
                  </a:ext>
                </a:extLst>
              </p:cNvPr>
              <p:cNvSpPr txBox="1"/>
              <p:nvPr/>
            </p:nvSpPr>
            <p:spPr>
              <a:xfrm>
                <a:off x="1289364" y="607493"/>
                <a:ext cx="1191491" cy="752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Level 1-2</a:t>
                </a:r>
              </a:p>
              <a:p>
                <a:pPr algn="ctr"/>
                <a:r>
                  <a:rPr lang="en-US" altLang="zh-CN" sz="1400" b="1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Cache</a:t>
                </a:r>
                <a:endParaRPr lang="zh-CN" altLang="en-US" sz="14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51BC6E-A7FD-AE5C-D0B3-61A4EAD92C0C}"/>
                </a:ext>
              </a:extLst>
            </p:cNvPr>
            <p:cNvGrpSpPr/>
            <p:nvPr/>
          </p:nvGrpSpPr>
          <p:grpSpPr>
            <a:xfrm>
              <a:off x="1707767" y="284108"/>
              <a:ext cx="1920123" cy="1627819"/>
              <a:chOff x="1192324" y="413379"/>
              <a:chExt cx="1336130" cy="11405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85FB96C-DF6F-45AB-89FF-5C72F0F241A5}"/>
                  </a:ext>
                </a:extLst>
              </p:cNvPr>
              <p:cNvSpPr/>
              <p:nvPr/>
            </p:nvSpPr>
            <p:spPr>
              <a:xfrm>
                <a:off x="1212272" y="413379"/>
                <a:ext cx="1316182" cy="11405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B9AA72E-035F-434D-9804-0F2646172553}"/>
                  </a:ext>
                </a:extLst>
              </p:cNvPr>
              <p:cNvSpPr txBox="1"/>
              <p:nvPr/>
            </p:nvSpPr>
            <p:spPr>
              <a:xfrm>
                <a:off x="1192324" y="555504"/>
                <a:ext cx="1191491" cy="258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CPU Core</a:t>
                </a:r>
                <a:endParaRPr lang="zh-CN" altLang="en-US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</p:grpSp>
      <p:sp>
        <p:nvSpPr>
          <p:cNvPr id="10" name="箭头: 左右 9">
            <a:extLst>
              <a:ext uri="{FF2B5EF4-FFF2-40B4-BE49-F238E27FC236}">
                <a16:creationId xmlns:a16="http://schemas.microsoft.com/office/drawing/2014/main" id="{1F5C13E9-304C-69C5-C127-DFEC48A7D8BF}"/>
              </a:ext>
            </a:extLst>
          </p:cNvPr>
          <p:cNvSpPr/>
          <p:nvPr/>
        </p:nvSpPr>
        <p:spPr>
          <a:xfrm rot="5400000">
            <a:off x="1229585" y="2138949"/>
            <a:ext cx="758466" cy="944543"/>
          </a:xfrm>
          <a:prstGeom prst="leftRightArrow">
            <a:avLst>
              <a:gd name="adj1" fmla="val 53911"/>
              <a:gd name="adj2" fmla="val 32945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FF792F-296A-7534-2B49-B0A34321146E}"/>
              </a:ext>
            </a:extLst>
          </p:cNvPr>
          <p:cNvSpPr txBox="1"/>
          <p:nvPr/>
        </p:nvSpPr>
        <p:spPr>
          <a:xfrm>
            <a:off x="1801791" y="2363422"/>
            <a:ext cx="1191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QPI</a:t>
            </a:r>
          </a:p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bus</a:t>
            </a:r>
            <a:endParaRPr lang="zh-CN" altLang="en-US" sz="16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D9C0E7-E3CD-4CEB-1CE8-E0000B6D6B58}"/>
              </a:ext>
            </a:extLst>
          </p:cNvPr>
          <p:cNvGrpSpPr/>
          <p:nvPr/>
        </p:nvGrpSpPr>
        <p:grpSpPr>
          <a:xfrm>
            <a:off x="7554045" y="3571129"/>
            <a:ext cx="1316182" cy="1140583"/>
            <a:chOff x="1212272" y="413379"/>
            <a:chExt cx="1316182" cy="114058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BF92BC0-2B76-77CB-2334-1B4A981C2D27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6E5AEE1-F7FE-0B47-5E74-6B4E868ACFC5}"/>
                </a:ext>
              </a:extLst>
            </p:cNvPr>
            <p:cNvSpPr txBox="1"/>
            <p:nvPr/>
          </p:nvSpPr>
          <p:spPr>
            <a:xfrm>
              <a:off x="1255020" y="851513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PCH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D6D6A0D-6FED-C1B7-E038-7335A523C348}"/>
              </a:ext>
            </a:extLst>
          </p:cNvPr>
          <p:cNvSpPr txBox="1"/>
          <p:nvPr/>
        </p:nvSpPr>
        <p:spPr>
          <a:xfrm>
            <a:off x="5827009" y="3990995"/>
            <a:ext cx="1191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DMI Bus</a:t>
            </a:r>
            <a:endParaRPr lang="zh-CN" altLang="en-US" sz="16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DB00C8F-BE05-C24A-C764-0F79D0F158EF}"/>
              </a:ext>
            </a:extLst>
          </p:cNvPr>
          <p:cNvGrpSpPr/>
          <p:nvPr/>
        </p:nvGrpSpPr>
        <p:grpSpPr>
          <a:xfrm>
            <a:off x="7666641" y="642776"/>
            <a:ext cx="2003831" cy="843342"/>
            <a:chOff x="1212271" y="413380"/>
            <a:chExt cx="2003831" cy="84334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3CC19A-DCF7-6761-CE71-999C4D8B09C2}"/>
                </a:ext>
              </a:extLst>
            </p:cNvPr>
            <p:cNvSpPr/>
            <p:nvPr/>
          </p:nvSpPr>
          <p:spPr>
            <a:xfrm>
              <a:off x="1212271" y="413380"/>
              <a:ext cx="2003831" cy="84334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B3542DE-6ECA-1BEF-1B45-457238E3E05D}"/>
                </a:ext>
              </a:extLst>
            </p:cNvPr>
            <p:cNvSpPr txBox="1"/>
            <p:nvPr/>
          </p:nvSpPr>
          <p:spPr>
            <a:xfrm>
              <a:off x="1554087" y="648909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Memory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D5B2BC15-16CB-E548-C6DB-8A895B05F645}"/>
              </a:ext>
            </a:extLst>
          </p:cNvPr>
          <p:cNvSpPr/>
          <p:nvPr/>
        </p:nvSpPr>
        <p:spPr>
          <a:xfrm>
            <a:off x="5141875" y="800752"/>
            <a:ext cx="2418580" cy="453344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E0EE0E-3416-4930-CD1C-8EF1C61D0E21}"/>
              </a:ext>
            </a:extLst>
          </p:cNvPr>
          <p:cNvSpPr txBox="1"/>
          <p:nvPr/>
        </p:nvSpPr>
        <p:spPr>
          <a:xfrm>
            <a:off x="5535790" y="887972"/>
            <a:ext cx="1627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Memory Bus</a:t>
            </a:r>
            <a:endParaRPr lang="zh-CN" altLang="en-US" sz="16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B1DB6AD-EE08-DBC2-B02F-EE07158BDB64}"/>
              </a:ext>
            </a:extLst>
          </p:cNvPr>
          <p:cNvGrpSpPr/>
          <p:nvPr/>
        </p:nvGrpSpPr>
        <p:grpSpPr>
          <a:xfrm>
            <a:off x="4741306" y="5476514"/>
            <a:ext cx="944418" cy="769959"/>
            <a:chOff x="1147617" y="397731"/>
            <a:chExt cx="944418" cy="76995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8B1A9DE-89D0-BC83-EA0A-09E02864C398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62009E3-6E45-5FE4-6EB8-8EEA8C726ACC}"/>
                </a:ext>
              </a:extLst>
            </p:cNvPr>
            <p:cNvSpPr txBox="1"/>
            <p:nvPr/>
          </p:nvSpPr>
          <p:spPr>
            <a:xfrm>
              <a:off x="1182830" y="598044"/>
              <a:ext cx="8739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Modem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17308B4-526D-A29E-D428-1E1BC0FFE377}"/>
              </a:ext>
            </a:extLst>
          </p:cNvPr>
          <p:cNvGrpSpPr/>
          <p:nvPr/>
        </p:nvGrpSpPr>
        <p:grpSpPr>
          <a:xfrm>
            <a:off x="5892466" y="5476513"/>
            <a:ext cx="944418" cy="769959"/>
            <a:chOff x="1147617" y="397731"/>
            <a:chExt cx="944418" cy="769959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5F877F4-3DB2-65A3-B7C8-7296A8E95A48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7F9A73B-4D76-F6A6-4E05-8F8C13156CBD}"/>
                </a:ext>
              </a:extLst>
            </p:cNvPr>
            <p:cNvSpPr txBox="1"/>
            <p:nvPr/>
          </p:nvSpPr>
          <p:spPr>
            <a:xfrm>
              <a:off x="1182830" y="521250"/>
              <a:ext cx="8739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Sound</a:t>
              </a:r>
            </a:p>
            <a:p>
              <a:pPr algn="ctr"/>
              <a:r>
                <a:rPr lang="en-US" altLang="zh-CN" sz="14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Card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8FCDED5-45D4-863B-E7A1-F692CD003C9C}"/>
              </a:ext>
            </a:extLst>
          </p:cNvPr>
          <p:cNvGrpSpPr/>
          <p:nvPr/>
        </p:nvGrpSpPr>
        <p:grpSpPr>
          <a:xfrm>
            <a:off x="7016186" y="5476512"/>
            <a:ext cx="985981" cy="769959"/>
            <a:chOff x="1126835" y="397731"/>
            <a:chExt cx="985981" cy="769959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7EDE20A-7523-2072-7BF2-8EC07262B0A9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76DDB7-462B-F76A-A697-B2F8DAB16E17}"/>
                </a:ext>
              </a:extLst>
            </p:cNvPr>
            <p:cNvSpPr txBox="1"/>
            <p:nvPr/>
          </p:nvSpPr>
          <p:spPr>
            <a:xfrm>
              <a:off x="1126835" y="569902"/>
              <a:ext cx="9859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Printer</a:t>
              </a:r>
            </a:p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Controller</a:t>
              </a: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11F6EACD-4D7D-01C0-EAEE-99566E8EF210}"/>
              </a:ext>
            </a:extLst>
          </p:cNvPr>
          <p:cNvSpPr txBox="1"/>
          <p:nvPr/>
        </p:nvSpPr>
        <p:spPr>
          <a:xfrm>
            <a:off x="4168927" y="2924903"/>
            <a:ext cx="3764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PCIe Bus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E37743-BCFF-3572-B0E7-EC7DFFBE3492}"/>
              </a:ext>
            </a:extLst>
          </p:cNvPr>
          <p:cNvGrpSpPr/>
          <p:nvPr/>
        </p:nvGrpSpPr>
        <p:grpSpPr>
          <a:xfrm>
            <a:off x="8181469" y="5476511"/>
            <a:ext cx="985981" cy="769959"/>
            <a:chOff x="1126613" y="397731"/>
            <a:chExt cx="985981" cy="76995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330E2C1-C3EF-35BE-2286-170ED9CD2088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000D39E-EE5C-1560-710A-CDCB7E1281CB}"/>
                </a:ext>
              </a:extLst>
            </p:cNvPr>
            <p:cNvSpPr txBox="1"/>
            <p:nvPr/>
          </p:nvSpPr>
          <p:spPr>
            <a:xfrm>
              <a:off x="1126613" y="539125"/>
              <a:ext cx="985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SATA</a:t>
              </a:r>
            </a:p>
            <a:p>
              <a:pPr algn="ctr"/>
              <a:r>
                <a:rPr lang="en-US" altLang="zh-CN" sz="14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Driver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6D2D63D-E342-2E9D-2059-64CB18581EF5}"/>
              </a:ext>
            </a:extLst>
          </p:cNvPr>
          <p:cNvGrpSpPr/>
          <p:nvPr/>
        </p:nvGrpSpPr>
        <p:grpSpPr>
          <a:xfrm>
            <a:off x="9345266" y="5461124"/>
            <a:ext cx="985981" cy="769959"/>
            <a:chOff x="1126257" y="397731"/>
            <a:chExt cx="985981" cy="769959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2E58A48-8C5F-C3D3-511F-A435FA865022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6659F43-AEBF-F9D4-D66B-5A3DF889A3CA}"/>
                </a:ext>
              </a:extLst>
            </p:cNvPr>
            <p:cNvSpPr txBox="1"/>
            <p:nvPr/>
          </p:nvSpPr>
          <p:spPr>
            <a:xfrm>
              <a:off x="1126257" y="564781"/>
              <a:ext cx="9859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USB</a:t>
              </a:r>
            </a:p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Controller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D40EB0A-2C9D-6C74-57B7-AA158CF00D23}"/>
              </a:ext>
            </a:extLst>
          </p:cNvPr>
          <p:cNvGrpSpPr/>
          <p:nvPr/>
        </p:nvGrpSpPr>
        <p:grpSpPr>
          <a:xfrm>
            <a:off x="10496269" y="5461123"/>
            <a:ext cx="985981" cy="769959"/>
            <a:chOff x="1126835" y="397731"/>
            <a:chExt cx="985981" cy="76995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7D6DB09-0BF6-F2BD-E240-5133F761821A}"/>
                </a:ext>
              </a:extLst>
            </p:cNvPr>
            <p:cNvSpPr/>
            <p:nvPr/>
          </p:nvSpPr>
          <p:spPr>
            <a:xfrm>
              <a:off x="1147617" y="397731"/>
              <a:ext cx="944418" cy="76995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6AEFAD7-1B87-C949-3A9F-AE97EB0DD51F}"/>
                </a:ext>
              </a:extLst>
            </p:cNvPr>
            <p:cNvSpPr txBox="1"/>
            <p:nvPr/>
          </p:nvSpPr>
          <p:spPr>
            <a:xfrm>
              <a:off x="1126835" y="628905"/>
              <a:ext cx="985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NIC</a:t>
              </a:r>
            </a:p>
          </p:txBody>
        </p:sp>
      </p:grpSp>
      <p:sp>
        <p:nvSpPr>
          <p:cNvPr id="45" name="箭头: 丁字 44">
            <a:extLst>
              <a:ext uri="{FF2B5EF4-FFF2-40B4-BE49-F238E27FC236}">
                <a16:creationId xmlns:a16="http://schemas.microsoft.com/office/drawing/2014/main" id="{D5E4C122-7474-BD4C-31F9-DF6089602F2F}"/>
              </a:ext>
            </a:extLst>
          </p:cNvPr>
          <p:cNvSpPr/>
          <p:nvPr/>
        </p:nvSpPr>
        <p:spPr>
          <a:xfrm>
            <a:off x="4522208" y="4768994"/>
            <a:ext cx="7379855" cy="891410"/>
          </a:xfrm>
          <a:prstGeom prst="leftRigh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139E75D-E219-39E3-D8AB-0D7328BFFD3E}"/>
              </a:ext>
            </a:extLst>
          </p:cNvPr>
          <p:cNvGrpSpPr/>
          <p:nvPr/>
        </p:nvGrpSpPr>
        <p:grpSpPr>
          <a:xfrm>
            <a:off x="605040" y="2880187"/>
            <a:ext cx="1920123" cy="1627819"/>
            <a:chOff x="1707767" y="284108"/>
            <a:chExt cx="1920123" cy="1627819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F6A37B47-F4E0-10DA-25ED-2A4B0A365B05}"/>
                </a:ext>
              </a:extLst>
            </p:cNvPr>
            <p:cNvGrpSpPr/>
            <p:nvPr/>
          </p:nvGrpSpPr>
          <p:grpSpPr>
            <a:xfrm>
              <a:off x="2423392" y="1154545"/>
              <a:ext cx="1108912" cy="626540"/>
              <a:chOff x="1212272" y="413379"/>
              <a:chExt cx="1316182" cy="1140583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E7C1AF27-BA4C-5E08-C981-2080FC239DD8}"/>
                  </a:ext>
                </a:extLst>
              </p:cNvPr>
              <p:cNvSpPr/>
              <p:nvPr/>
            </p:nvSpPr>
            <p:spPr>
              <a:xfrm>
                <a:off x="1212272" y="413379"/>
                <a:ext cx="1316182" cy="11405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B1AE74B4-2B82-8CA6-F134-D685FF8F3EA4}"/>
                  </a:ext>
                </a:extLst>
              </p:cNvPr>
              <p:cNvSpPr txBox="1"/>
              <p:nvPr/>
            </p:nvSpPr>
            <p:spPr>
              <a:xfrm>
                <a:off x="1289364" y="607493"/>
                <a:ext cx="1191491" cy="752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Level 1-2</a:t>
                </a:r>
              </a:p>
              <a:p>
                <a:pPr algn="ctr"/>
                <a:r>
                  <a:rPr lang="en-US" altLang="zh-CN" sz="1400" b="1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Cache</a:t>
                </a:r>
                <a:endParaRPr lang="zh-CN" altLang="en-US" sz="14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880CD29-848A-5630-F1DC-08C49FA44ACD}"/>
                </a:ext>
              </a:extLst>
            </p:cNvPr>
            <p:cNvGrpSpPr/>
            <p:nvPr/>
          </p:nvGrpSpPr>
          <p:grpSpPr>
            <a:xfrm>
              <a:off x="1707767" y="284108"/>
              <a:ext cx="1920123" cy="1627819"/>
              <a:chOff x="1192324" y="413379"/>
              <a:chExt cx="1336130" cy="1140583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CFBE6D6-D17A-DE7A-5333-EB9B25CC157C}"/>
                  </a:ext>
                </a:extLst>
              </p:cNvPr>
              <p:cNvSpPr/>
              <p:nvPr/>
            </p:nvSpPr>
            <p:spPr>
              <a:xfrm>
                <a:off x="1212272" y="413379"/>
                <a:ext cx="1316182" cy="11405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271EE0AB-CD28-2D1C-BD7A-09FD62518845}"/>
                  </a:ext>
                </a:extLst>
              </p:cNvPr>
              <p:cNvSpPr txBox="1"/>
              <p:nvPr/>
            </p:nvSpPr>
            <p:spPr>
              <a:xfrm>
                <a:off x="1192324" y="555504"/>
                <a:ext cx="1191491" cy="258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CPU Core</a:t>
                </a:r>
                <a:endParaRPr lang="zh-CN" altLang="en-US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6D3F2FB-4519-2C06-DAA0-177C152A1B61}"/>
              </a:ext>
            </a:extLst>
          </p:cNvPr>
          <p:cNvGrpSpPr/>
          <p:nvPr/>
        </p:nvGrpSpPr>
        <p:grpSpPr>
          <a:xfrm>
            <a:off x="2556389" y="685135"/>
            <a:ext cx="1040479" cy="3822872"/>
            <a:chOff x="1063749" y="-2268909"/>
            <a:chExt cx="1040479" cy="3822872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F9B5BE8D-82F6-DFB9-5A71-47F6B7B3BAFC}"/>
                </a:ext>
              </a:extLst>
            </p:cNvPr>
            <p:cNvSpPr/>
            <p:nvPr/>
          </p:nvSpPr>
          <p:spPr>
            <a:xfrm>
              <a:off x="1212272" y="-2268909"/>
              <a:ext cx="743435" cy="38228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9C6F375C-0DD3-77A7-ADC2-555FC237D431}"/>
                </a:ext>
              </a:extLst>
            </p:cNvPr>
            <p:cNvSpPr txBox="1"/>
            <p:nvPr/>
          </p:nvSpPr>
          <p:spPr>
            <a:xfrm>
              <a:off x="1063749" y="-614659"/>
              <a:ext cx="10404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L3 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Cache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05" name="箭头: 左右 104">
            <a:extLst>
              <a:ext uri="{FF2B5EF4-FFF2-40B4-BE49-F238E27FC236}">
                <a16:creationId xmlns:a16="http://schemas.microsoft.com/office/drawing/2014/main" id="{27F8B004-CDEB-0BE3-9C39-D2E8FBD08A00}"/>
              </a:ext>
            </a:extLst>
          </p:cNvPr>
          <p:cNvSpPr/>
          <p:nvPr/>
        </p:nvSpPr>
        <p:spPr>
          <a:xfrm>
            <a:off x="5124218" y="2841708"/>
            <a:ext cx="5746982" cy="471979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4A134078-404F-2CFC-C652-219D9A4E436C}"/>
              </a:ext>
            </a:extLst>
          </p:cNvPr>
          <p:cNvGrpSpPr/>
          <p:nvPr/>
        </p:nvGrpSpPr>
        <p:grpSpPr>
          <a:xfrm>
            <a:off x="6405302" y="2172751"/>
            <a:ext cx="1191491" cy="813569"/>
            <a:chOff x="1169619" y="413379"/>
            <a:chExt cx="1191491" cy="813569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CEDCC8DD-2858-3ECF-E5B0-5677A607DD4A}"/>
                </a:ext>
              </a:extLst>
            </p:cNvPr>
            <p:cNvSpPr/>
            <p:nvPr/>
          </p:nvSpPr>
          <p:spPr>
            <a:xfrm>
              <a:off x="1212272" y="413379"/>
              <a:ext cx="1112500" cy="8135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139F39DD-D373-B911-7DF4-F4553E4E4D3E}"/>
                </a:ext>
              </a:extLst>
            </p:cNvPr>
            <p:cNvSpPr txBox="1"/>
            <p:nvPr/>
          </p:nvSpPr>
          <p:spPr>
            <a:xfrm>
              <a:off x="1169619" y="641286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GPU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D091CBC0-2790-B78E-5185-EE30026740BF}"/>
              </a:ext>
            </a:extLst>
          </p:cNvPr>
          <p:cNvGrpSpPr/>
          <p:nvPr/>
        </p:nvGrpSpPr>
        <p:grpSpPr>
          <a:xfrm>
            <a:off x="3619728" y="1688852"/>
            <a:ext cx="1470662" cy="806357"/>
            <a:chOff x="1212272" y="413380"/>
            <a:chExt cx="1470662" cy="806357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4472ACC0-E727-8B33-E7C4-576EA1E81220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1FB12E08-1BE0-31A0-2D23-13D0F1ECFF88}"/>
                </a:ext>
              </a:extLst>
            </p:cNvPr>
            <p:cNvSpPr txBox="1"/>
            <p:nvPr/>
          </p:nvSpPr>
          <p:spPr>
            <a:xfrm>
              <a:off x="1499707" y="633113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MMU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2A53181F-CC26-43CB-A2EF-A7F1359933CB}"/>
              </a:ext>
            </a:extLst>
          </p:cNvPr>
          <p:cNvGrpSpPr/>
          <p:nvPr/>
        </p:nvGrpSpPr>
        <p:grpSpPr>
          <a:xfrm>
            <a:off x="3617104" y="3651896"/>
            <a:ext cx="990065" cy="849972"/>
            <a:chOff x="1212272" y="413380"/>
            <a:chExt cx="990065" cy="849972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9C9C651-B33C-667C-6D0A-46FDAC95C776}"/>
                </a:ext>
              </a:extLst>
            </p:cNvPr>
            <p:cNvSpPr/>
            <p:nvPr/>
          </p:nvSpPr>
          <p:spPr>
            <a:xfrm>
              <a:off x="1212272" y="413380"/>
              <a:ext cx="990065" cy="8499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21647AA1-F140-34B2-91ED-CE53BAAEE99F}"/>
                </a:ext>
              </a:extLst>
            </p:cNvPr>
            <p:cNvSpPr txBox="1"/>
            <p:nvPr/>
          </p:nvSpPr>
          <p:spPr>
            <a:xfrm>
              <a:off x="1281094" y="691635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iGPU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3CF91810-9530-A4CB-2809-B3F788F08369}"/>
              </a:ext>
            </a:extLst>
          </p:cNvPr>
          <p:cNvGrpSpPr/>
          <p:nvPr/>
        </p:nvGrpSpPr>
        <p:grpSpPr>
          <a:xfrm>
            <a:off x="7816230" y="2168383"/>
            <a:ext cx="1191491" cy="813570"/>
            <a:chOff x="1159907" y="413380"/>
            <a:chExt cx="1191491" cy="813570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C08AA2EE-8C21-EBF8-ECCC-54550693C26A}"/>
                </a:ext>
              </a:extLst>
            </p:cNvPr>
            <p:cNvSpPr/>
            <p:nvPr/>
          </p:nvSpPr>
          <p:spPr>
            <a:xfrm>
              <a:off x="1212272" y="413380"/>
              <a:ext cx="1112500" cy="8135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3E8A3BFB-1CDA-8626-6DE8-BBF2853059E2}"/>
                </a:ext>
              </a:extLst>
            </p:cNvPr>
            <p:cNvSpPr txBox="1"/>
            <p:nvPr/>
          </p:nvSpPr>
          <p:spPr>
            <a:xfrm>
              <a:off x="1159907" y="661848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SSD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FF9BCF68-5F3D-886D-3713-AE18EAF1C2F5}"/>
              </a:ext>
            </a:extLst>
          </p:cNvPr>
          <p:cNvGrpSpPr/>
          <p:nvPr/>
        </p:nvGrpSpPr>
        <p:grpSpPr>
          <a:xfrm>
            <a:off x="3625042" y="679760"/>
            <a:ext cx="1470662" cy="806357"/>
            <a:chOff x="1212272" y="413380"/>
            <a:chExt cx="1470662" cy="806357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490B7F55-2723-4670-F9C5-6EBC236DE7C4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C8E403C-0C4F-B87A-6406-BD5E6A026887}"/>
                </a:ext>
              </a:extLst>
            </p:cNvPr>
            <p:cNvSpPr txBox="1"/>
            <p:nvPr/>
          </p:nvSpPr>
          <p:spPr>
            <a:xfrm>
              <a:off x="1499707" y="633113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IMC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B9429B58-8243-5691-2886-1A8A3D06DD94}"/>
              </a:ext>
            </a:extLst>
          </p:cNvPr>
          <p:cNvGrpSpPr/>
          <p:nvPr/>
        </p:nvGrpSpPr>
        <p:grpSpPr>
          <a:xfrm>
            <a:off x="3617104" y="2676836"/>
            <a:ext cx="1524771" cy="806357"/>
            <a:chOff x="1194046" y="413380"/>
            <a:chExt cx="1524771" cy="806357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292C43B5-A0C3-F58F-E0B9-AEA7BA98AEEE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407E9761-EEFD-1662-679A-0FF7A9B3606F}"/>
                </a:ext>
              </a:extLst>
            </p:cNvPr>
            <p:cNvSpPr txBox="1"/>
            <p:nvPr/>
          </p:nvSpPr>
          <p:spPr>
            <a:xfrm>
              <a:off x="1194046" y="513372"/>
              <a:ext cx="15247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PCIe</a:t>
              </a:r>
            </a:p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Controller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716AD9A-418D-64C9-61A4-2502FD474AB1}"/>
              </a:ext>
            </a:extLst>
          </p:cNvPr>
          <p:cNvSpPr txBox="1"/>
          <p:nvPr/>
        </p:nvSpPr>
        <p:spPr>
          <a:xfrm>
            <a:off x="4475863" y="3894437"/>
            <a:ext cx="81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…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640DB3D1-5379-F882-ED3C-147A10E2FB09}"/>
              </a:ext>
            </a:extLst>
          </p:cNvPr>
          <p:cNvSpPr/>
          <p:nvPr/>
        </p:nvSpPr>
        <p:spPr>
          <a:xfrm>
            <a:off x="539069" y="550061"/>
            <a:ext cx="4674446" cy="40865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3275884D-1AEA-3D77-4BA7-926C0774DB3E}"/>
              </a:ext>
            </a:extLst>
          </p:cNvPr>
          <p:cNvGrpSpPr/>
          <p:nvPr/>
        </p:nvGrpSpPr>
        <p:grpSpPr>
          <a:xfrm>
            <a:off x="9263496" y="2174362"/>
            <a:ext cx="1191491" cy="813570"/>
            <a:chOff x="1177119" y="413380"/>
            <a:chExt cx="1191491" cy="813570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4FD2C806-7126-496F-2F94-B1559DE15682}"/>
                </a:ext>
              </a:extLst>
            </p:cNvPr>
            <p:cNvSpPr/>
            <p:nvPr/>
          </p:nvSpPr>
          <p:spPr>
            <a:xfrm>
              <a:off x="1212272" y="413380"/>
              <a:ext cx="1112500" cy="81357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7FFDCF6B-8769-7591-0030-E1F12C3F19A5}"/>
                </a:ext>
              </a:extLst>
            </p:cNvPr>
            <p:cNvSpPr txBox="1"/>
            <p:nvPr/>
          </p:nvSpPr>
          <p:spPr>
            <a:xfrm>
              <a:off x="1177119" y="549768"/>
              <a:ext cx="11914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Powerful</a:t>
              </a:r>
            </a:p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NIC</a:t>
              </a:r>
              <a:endParaRPr lang="zh-CN" altLang="en-US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40" name="箭头: 左右 139">
            <a:extLst>
              <a:ext uri="{FF2B5EF4-FFF2-40B4-BE49-F238E27FC236}">
                <a16:creationId xmlns:a16="http://schemas.microsoft.com/office/drawing/2014/main" id="{B50C0D3E-37C7-B9E5-0A95-1DE15487BEC7}"/>
              </a:ext>
            </a:extLst>
          </p:cNvPr>
          <p:cNvSpPr/>
          <p:nvPr/>
        </p:nvSpPr>
        <p:spPr>
          <a:xfrm>
            <a:off x="5364487" y="3914116"/>
            <a:ext cx="2107615" cy="471979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74FE481-E356-3AB4-908E-3C88377F6A83}"/>
              </a:ext>
            </a:extLst>
          </p:cNvPr>
          <p:cNvSpPr txBox="1"/>
          <p:nvPr/>
        </p:nvSpPr>
        <p:spPr>
          <a:xfrm>
            <a:off x="8247695" y="5176955"/>
            <a:ext cx="3764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PCIe Bus</a:t>
            </a:r>
          </a:p>
        </p:txBody>
      </p:sp>
    </p:spTree>
    <p:extLst>
      <p:ext uri="{BB962C8B-B14F-4D97-AF65-F5344CB8AC3E}">
        <p14:creationId xmlns:p14="http://schemas.microsoft.com/office/powerpoint/2010/main" val="230693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箭头: 右 64">
            <a:extLst>
              <a:ext uri="{FF2B5EF4-FFF2-40B4-BE49-F238E27FC236}">
                <a16:creationId xmlns:a16="http://schemas.microsoft.com/office/drawing/2014/main" id="{30CBF7F5-E687-98B3-E6F6-F33471C10837}"/>
              </a:ext>
            </a:extLst>
          </p:cNvPr>
          <p:cNvSpPr/>
          <p:nvPr/>
        </p:nvSpPr>
        <p:spPr>
          <a:xfrm>
            <a:off x="4570688" y="1181640"/>
            <a:ext cx="391447" cy="30625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472ACC0-E727-8B33-E7C4-576EA1E81220}"/>
              </a:ext>
            </a:extLst>
          </p:cNvPr>
          <p:cNvSpPr/>
          <p:nvPr/>
        </p:nvSpPr>
        <p:spPr>
          <a:xfrm>
            <a:off x="5005469" y="782634"/>
            <a:ext cx="2045355" cy="435278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2A53181F-CC26-43CB-A2EF-A7F1359933CB}"/>
              </a:ext>
            </a:extLst>
          </p:cNvPr>
          <p:cNvGrpSpPr/>
          <p:nvPr/>
        </p:nvGrpSpPr>
        <p:grpSpPr>
          <a:xfrm>
            <a:off x="7653367" y="983518"/>
            <a:ext cx="1264465" cy="2036249"/>
            <a:chOff x="1212272" y="413380"/>
            <a:chExt cx="990065" cy="692050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9C9C651-B33C-667C-6D0A-46FDAC95C776}"/>
                </a:ext>
              </a:extLst>
            </p:cNvPr>
            <p:cNvSpPr/>
            <p:nvPr/>
          </p:nvSpPr>
          <p:spPr>
            <a:xfrm>
              <a:off x="1212272" y="413380"/>
              <a:ext cx="990065" cy="6920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21647AA1-F140-34B2-91ED-CE53BAAEE99F}"/>
                </a:ext>
              </a:extLst>
            </p:cNvPr>
            <p:cNvSpPr txBox="1"/>
            <p:nvPr/>
          </p:nvSpPr>
          <p:spPr>
            <a:xfrm>
              <a:off x="1292557" y="624960"/>
              <a:ext cx="815602" cy="292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Battery</a:t>
              </a:r>
            </a:p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+</a:t>
              </a:r>
            </a:p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PMIC</a:t>
              </a:r>
              <a:endParaRPr lang="zh-CN" altLang="en-US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FF9BCF68-5F3D-886D-3713-AE18EAF1C2F5}"/>
              </a:ext>
            </a:extLst>
          </p:cNvPr>
          <p:cNvGrpSpPr/>
          <p:nvPr/>
        </p:nvGrpSpPr>
        <p:grpSpPr>
          <a:xfrm>
            <a:off x="5333770" y="1258980"/>
            <a:ext cx="1470662" cy="806357"/>
            <a:chOff x="1212272" y="413380"/>
            <a:chExt cx="1470662" cy="806357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490B7F55-2723-4670-F9C5-6EBC236DE7C4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C8E403C-0C4F-B87A-6406-BD5E6A026887}"/>
                </a:ext>
              </a:extLst>
            </p:cNvPr>
            <p:cNvSpPr txBox="1"/>
            <p:nvPr/>
          </p:nvSpPr>
          <p:spPr>
            <a:xfrm>
              <a:off x="1499707" y="633113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AP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91B87C2-F8F1-A7CC-4581-53120ED85D99}"/>
              </a:ext>
            </a:extLst>
          </p:cNvPr>
          <p:cNvGrpSpPr/>
          <p:nvPr/>
        </p:nvGrpSpPr>
        <p:grpSpPr>
          <a:xfrm>
            <a:off x="5333770" y="2213410"/>
            <a:ext cx="1470662" cy="806357"/>
            <a:chOff x="1212272" y="413380"/>
            <a:chExt cx="1470662" cy="806357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DEA7823-B03D-EDC0-43AF-2803362E7138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4E00639-732A-DB6F-B10B-BEAF5A4F5199}"/>
                </a:ext>
              </a:extLst>
            </p:cNvPr>
            <p:cNvSpPr txBox="1"/>
            <p:nvPr/>
          </p:nvSpPr>
          <p:spPr>
            <a:xfrm>
              <a:off x="1650245" y="513307"/>
              <a:ext cx="8156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GPU, NPU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69B2D76-7FFD-2367-2DD7-8FEF790E3262}"/>
              </a:ext>
            </a:extLst>
          </p:cNvPr>
          <p:cNvSpPr txBox="1"/>
          <p:nvPr/>
        </p:nvSpPr>
        <p:spPr>
          <a:xfrm>
            <a:off x="4812844" y="896846"/>
            <a:ext cx="185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LPDDR (above)</a:t>
            </a:r>
            <a:endParaRPr lang="zh-CN" altLang="en-US" sz="16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D7A422-D3C2-5274-DC67-3C81CF19B2B5}"/>
              </a:ext>
            </a:extLst>
          </p:cNvPr>
          <p:cNvGrpSpPr/>
          <p:nvPr/>
        </p:nvGrpSpPr>
        <p:grpSpPr>
          <a:xfrm>
            <a:off x="5333770" y="3187206"/>
            <a:ext cx="1470662" cy="806357"/>
            <a:chOff x="1212272" y="413380"/>
            <a:chExt cx="1470662" cy="80635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3F61D1F-9A77-D59A-6E29-8C77842E64E9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4872C8E-0679-257A-9859-F813FFC8E343}"/>
                </a:ext>
              </a:extLst>
            </p:cNvPr>
            <p:cNvSpPr txBox="1"/>
            <p:nvPr/>
          </p:nvSpPr>
          <p:spPr>
            <a:xfrm>
              <a:off x="1252195" y="644787"/>
              <a:ext cx="1379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BP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3C95DBE-1745-980E-D79E-39429AFC9428}"/>
              </a:ext>
            </a:extLst>
          </p:cNvPr>
          <p:cNvGrpSpPr/>
          <p:nvPr/>
        </p:nvGrpSpPr>
        <p:grpSpPr>
          <a:xfrm>
            <a:off x="3369647" y="1948870"/>
            <a:ext cx="990065" cy="849972"/>
            <a:chOff x="1212272" y="413380"/>
            <a:chExt cx="990065" cy="84997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0A89268-9369-A111-466D-DD1FF8F73747}"/>
                </a:ext>
              </a:extLst>
            </p:cNvPr>
            <p:cNvSpPr/>
            <p:nvPr/>
          </p:nvSpPr>
          <p:spPr>
            <a:xfrm>
              <a:off x="1212272" y="413380"/>
              <a:ext cx="990065" cy="8499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EA876F0-9DE1-D4F2-11A7-BECCC4DDE387}"/>
                </a:ext>
              </a:extLst>
            </p:cNvPr>
            <p:cNvSpPr txBox="1"/>
            <p:nvPr/>
          </p:nvSpPr>
          <p:spPr>
            <a:xfrm>
              <a:off x="1281094" y="691635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ROM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5E7650B-9A0D-3672-68A8-E486EABA87F3}"/>
              </a:ext>
            </a:extLst>
          </p:cNvPr>
          <p:cNvGrpSpPr/>
          <p:nvPr/>
        </p:nvGrpSpPr>
        <p:grpSpPr>
          <a:xfrm>
            <a:off x="3374085" y="3032702"/>
            <a:ext cx="990065" cy="849972"/>
            <a:chOff x="1212272" y="413380"/>
            <a:chExt cx="990065" cy="84997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075AAC8-667C-A453-553E-1B2788573A09}"/>
                </a:ext>
              </a:extLst>
            </p:cNvPr>
            <p:cNvSpPr/>
            <p:nvPr/>
          </p:nvSpPr>
          <p:spPr>
            <a:xfrm>
              <a:off x="1212272" y="413380"/>
              <a:ext cx="990065" cy="8499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AB374AA-3756-1E1F-E846-FBD54E1573FC}"/>
                </a:ext>
              </a:extLst>
            </p:cNvPr>
            <p:cNvSpPr txBox="1"/>
            <p:nvPr/>
          </p:nvSpPr>
          <p:spPr>
            <a:xfrm>
              <a:off x="1281094" y="691635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RFFE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41" name="箭头: 左右 40">
            <a:extLst>
              <a:ext uri="{FF2B5EF4-FFF2-40B4-BE49-F238E27FC236}">
                <a16:creationId xmlns:a16="http://schemas.microsoft.com/office/drawing/2014/main" id="{ED57B8D9-4CCE-BAA9-E652-E6116D00B011}"/>
              </a:ext>
            </a:extLst>
          </p:cNvPr>
          <p:cNvSpPr/>
          <p:nvPr/>
        </p:nvSpPr>
        <p:spPr>
          <a:xfrm>
            <a:off x="7071254" y="1889683"/>
            <a:ext cx="533182" cy="351307"/>
          </a:xfrm>
          <a:prstGeom prst="leftRightArrow">
            <a:avLst>
              <a:gd name="adj1" fmla="val 53911"/>
              <a:gd name="adj2" fmla="val 32945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3F3FA6E-DAFF-0185-C05C-DD84A50783B2}"/>
              </a:ext>
            </a:extLst>
          </p:cNvPr>
          <p:cNvCxnSpPr>
            <a:endCxn id="33" idx="1"/>
          </p:cNvCxnSpPr>
          <p:nvPr/>
        </p:nvCxnSpPr>
        <p:spPr>
          <a:xfrm rot="16200000" flipH="1">
            <a:off x="2494252" y="2577854"/>
            <a:ext cx="1033319" cy="726347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9D2D6C0D-6F98-C67A-17A3-DB6E8FAEABA7}"/>
              </a:ext>
            </a:extLst>
          </p:cNvPr>
          <p:cNvSpPr txBox="1"/>
          <p:nvPr/>
        </p:nvSpPr>
        <p:spPr>
          <a:xfrm>
            <a:off x="2370883" y="2551965"/>
            <a:ext cx="81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Antenna</a:t>
            </a:r>
            <a:endParaRPr lang="zh-CN" altLang="en-US" sz="12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8E51EA8-3938-C5DD-1CF6-A67DFA293A0D}"/>
              </a:ext>
            </a:extLst>
          </p:cNvPr>
          <p:cNvGrpSpPr/>
          <p:nvPr/>
        </p:nvGrpSpPr>
        <p:grpSpPr>
          <a:xfrm>
            <a:off x="5328341" y="4152251"/>
            <a:ext cx="680400" cy="806357"/>
            <a:chOff x="1212272" y="413380"/>
            <a:chExt cx="680400" cy="80635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0B98933-92D6-CF01-867B-27A21885D9CC}"/>
                </a:ext>
              </a:extLst>
            </p:cNvPr>
            <p:cNvSpPr/>
            <p:nvPr/>
          </p:nvSpPr>
          <p:spPr>
            <a:xfrm>
              <a:off x="1212272" y="413380"/>
              <a:ext cx="680400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B45C269-7203-DF57-741B-8B408EC2A111}"/>
                </a:ext>
              </a:extLst>
            </p:cNvPr>
            <p:cNvSpPr txBox="1"/>
            <p:nvPr/>
          </p:nvSpPr>
          <p:spPr>
            <a:xfrm>
              <a:off x="1252195" y="644787"/>
              <a:ext cx="543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DSP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462FD70-1F62-C861-7799-AF83ACD24E58}"/>
              </a:ext>
            </a:extLst>
          </p:cNvPr>
          <p:cNvGrpSpPr/>
          <p:nvPr/>
        </p:nvGrpSpPr>
        <p:grpSpPr>
          <a:xfrm>
            <a:off x="6132946" y="4165145"/>
            <a:ext cx="680401" cy="806357"/>
            <a:chOff x="1212272" y="413380"/>
            <a:chExt cx="582932" cy="80635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AE4AB71-5F2E-B44D-3E3B-85A49641FC6B}"/>
                </a:ext>
              </a:extLst>
            </p:cNvPr>
            <p:cNvSpPr/>
            <p:nvPr/>
          </p:nvSpPr>
          <p:spPr>
            <a:xfrm>
              <a:off x="1212272" y="413380"/>
              <a:ext cx="58293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C2B650F-C2B5-B439-F2BC-4BCCE58079A8}"/>
                </a:ext>
              </a:extLst>
            </p:cNvPr>
            <p:cNvSpPr txBox="1"/>
            <p:nvPr/>
          </p:nvSpPr>
          <p:spPr>
            <a:xfrm>
              <a:off x="1252195" y="644787"/>
              <a:ext cx="543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ISP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379FC8FC-4896-CCC3-4D14-EDAFB8AE1EC9}"/>
              </a:ext>
            </a:extLst>
          </p:cNvPr>
          <p:cNvSpPr/>
          <p:nvPr/>
        </p:nvSpPr>
        <p:spPr>
          <a:xfrm>
            <a:off x="4486311" y="4430581"/>
            <a:ext cx="706234" cy="289125"/>
          </a:xfrm>
          <a:prstGeom prst="leftRightArrow">
            <a:avLst>
              <a:gd name="adj1" fmla="val 53911"/>
              <a:gd name="adj2" fmla="val 32945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BC28B82-6201-66A1-6577-9616851F4B33}"/>
              </a:ext>
            </a:extLst>
          </p:cNvPr>
          <p:cNvGrpSpPr/>
          <p:nvPr/>
        </p:nvGrpSpPr>
        <p:grpSpPr>
          <a:xfrm>
            <a:off x="3374085" y="4127086"/>
            <a:ext cx="990065" cy="849972"/>
            <a:chOff x="1212272" y="413380"/>
            <a:chExt cx="990065" cy="849972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C688342-31F9-47B4-EB5E-3227F1DDC4D2}"/>
                </a:ext>
              </a:extLst>
            </p:cNvPr>
            <p:cNvSpPr/>
            <p:nvPr/>
          </p:nvSpPr>
          <p:spPr>
            <a:xfrm>
              <a:off x="1212272" y="413380"/>
              <a:ext cx="990065" cy="8499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0EFD12B-92AD-793E-797A-F2EB5FAB1AB9}"/>
                </a:ext>
              </a:extLst>
            </p:cNvPr>
            <p:cNvSpPr txBox="1"/>
            <p:nvPr/>
          </p:nvSpPr>
          <p:spPr>
            <a:xfrm>
              <a:off x="1281094" y="691635"/>
              <a:ext cx="815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RFIC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10" name="箭头: 左右 9">
            <a:extLst>
              <a:ext uri="{FF2B5EF4-FFF2-40B4-BE49-F238E27FC236}">
                <a16:creationId xmlns:a16="http://schemas.microsoft.com/office/drawing/2014/main" id="{1F5C13E9-304C-69C5-C127-DFEC48A7D8BF}"/>
              </a:ext>
            </a:extLst>
          </p:cNvPr>
          <p:cNvSpPr/>
          <p:nvPr/>
        </p:nvSpPr>
        <p:spPr>
          <a:xfrm>
            <a:off x="4409977" y="2213410"/>
            <a:ext cx="541079" cy="338555"/>
          </a:xfrm>
          <a:prstGeom prst="leftRightArrow">
            <a:avLst>
              <a:gd name="adj1" fmla="val 53911"/>
              <a:gd name="adj2" fmla="val 32945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1DA7F516-F010-CBAA-DCE7-B75670EF9BBF}"/>
              </a:ext>
            </a:extLst>
          </p:cNvPr>
          <p:cNvSpPr/>
          <p:nvPr/>
        </p:nvSpPr>
        <p:spPr>
          <a:xfrm rot="5400000">
            <a:off x="3692915" y="3851427"/>
            <a:ext cx="369332" cy="35499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0665CC3-535B-9A00-4D8E-FCD46F5376E4}"/>
              </a:ext>
            </a:extLst>
          </p:cNvPr>
          <p:cNvGrpSpPr/>
          <p:nvPr/>
        </p:nvGrpSpPr>
        <p:grpSpPr>
          <a:xfrm>
            <a:off x="7604436" y="4319096"/>
            <a:ext cx="955099" cy="446788"/>
            <a:chOff x="1129161" y="413380"/>
            <a:chExt cx="1134347" cy="849972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66CB822-AC38-E05D-AF4D-5CDDD4C413DD}"/>
                </a:ext>
              </a:extLst>
            </p:cNvPr>
            <p:cNvSpPr/>
            <p:nvPr/>
          </p:nvSpPr>
          <p:spPr>
            <a:xfrm>
              <a:off x="1212272" y="413380"/>
              <a:ext cx="990065" cy="8499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E1B1100-7EA7-5301-F056-1B406AB4D5A8}"/>
                </a:ext>
              </a:extLst>
            </p:cNvPr>
            <p:cNvSpPr txBox="1"/>
            <p:nvPr/>
          </p:nvSpPr>
          <p:spPr>
            <a:xfrm>
              <a:off x="1129161" y="496968"/>
              <a:ext cx="1134347" cy="702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CIS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4913455-F849-15CA-C6F0-B3852DEC70CD}"/>
              </a:ext>
            </a:extLst>
          </p:cNvPr>
          <p:cNvGrpSpPr/>
          <p:nvPr/>
        </p:nvGrpSpPr>
        <p:grpSpPr>
          <a:xfrm>
            <a:off x="3286282" y="935606"/>
            <a:ext cx="1406282" cy="806357"/>
            <a:chOff x="1131904" y="413380"/>
            <a:chExt cx="1590794" cy="806357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7F8FF03-8693-F296-D095-38E7CABB9E8C}"/>
                </a:ext>
              </a:extLst>
            </p:cNvPr>
            <p:cNvSpPr/>
            <p:nvPr/>
          </p:nvSpPr>
          <p:spPr>
            <a:xfrm>
              <a:off x="1212272" y="413380"/>
              <a:ext cx="1470662" cy="80635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924E107-09F4-E315-84D6-BD40F440C0E5}"/>
                </a:ext>
              </a:extLst>
            </p:cNvPr>
            <p:cNvSpPr txBox="1"/>
            <p:nvPr/>
          </p:nvSpPr>
          <p:spPr>
            <a:xfrm>
              <a:off x="1131904" y="506913"/>
              <a:ext cx="1590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GPS,</a:t>
              </a:r>
            </a:p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Gyroscope,</a:t>
              </a:r>
            </a:p>
            <a:p>
              <a:pPr algn="ctr"/>
              <a:r>
                <a:rPr lang="en-US" altLang="zh-CN" sz="12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Accelerometer</a:t>
              </a:r>
            </a:p>
          </p:txBody>
        </p:sp>
      </p:grp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84878EAC-2A5D-C758-4E50-959A7D010C79}"/>
              </a:ext>
            </a:extLst>
          </p:cNvPr>
          <p:cNvCxnSpPr>
            <a:cxnSpLocks/>
            <a:endCxn id="42" idx="3"/>
          </p:cNvCxnSpPr>
          <p:nvPr/>
        </p:nvCxnSpPr>
        <p:spPr>
          <a:xfrm rot="5400000">
            <a:off x="8366109" y="4007175"/>
            <a:ext cx="733952" cy="347099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E771EB86-814F-11BE-6F08-41D78F2C40B0}"/>
              </a:ext>
            </a:extLst>
          </p:cNvPr>
          <p:cNvSpPr txBox="1"/>
          <p:nvPr/>
        </p:nvSpPr>
        <p:spPr>
          <a:xfrm>
            <a:off x="8299016" y="3567258"/>
            <a:ext cx="815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Optical Sensor</a:t>
            </a:r>
            <a:endParaRPr lang="zh-CN" altLang="en-US" sz="12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3B75DB49-0116-46EB-F0E7-AE1E912DFE31}"/>
              </a:ext>
            </a:extLst>
          </p:cNvPr>
          <p:cNvSpPr/>
          <p:nvPr/>
        </p:nvSpPr>
        <p:spPr>
          <a:xfrm rot="10800000">
            <a:off x="6907802" y="4363034"/>
            <a:ext cx="680402" cy="3513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4140F17-6671-6C7A-80B1-DE2B240E7FEC}"/>
              </a:ext>
            </a:extLst>
          </p:cNvPr>
          <p:cNvSpPr/>
          <p:nvPr/>
        </p:nvSpPr>
        <p:spPr>
          <a:xfrm rot="16200000">
            <a:off x="5469486" y="3858538"/>
            <a:ext cx="369332" cy="35499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25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7D69304-1B81-5A1E-3E9E-A03E618A22E4}"/>
              </a:ext>
            </a:extLst>
          </p:cNvPr>
          <p:cNvGrpSpPr/>
          <p:nvPr/>
        </p:nvGrpSpPr>
        <p:grpSpPr>
          <a:xfrm>
            <a:off x="375534" y="2239869"/>
            <a:ext cx="1316182" cy="1140583"/>
            <a:chOff x="1212272" y="413379"/>
            <a:chExt cx="1316182" cy="1140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558F4D6-4709-83B8-26DF-A46651F3F903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0728EE7-5287-F8C3-C951-4FEA32BCE0EA}"/>
                </a:ext>
              </a:extLst>
            </p:cNvPr>
            <p:cNvSpPr txBox="1"/>
            <p:nvPr/>
          </p:nvSpPr>
          <p:spPr>
            <a:xfrm>
              <a:off x="1274617" y="799004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ALU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D1AF002-2C28-57A2-2DD3-A13F4A525D72}"/>
              </a:ext>
            </a:extLst>
          </p:cNvPr>
          <p:cNvGrpSpPr/>
          <p:nvPr/>
        </p:nvGrpSpPr>
        <p:grpSpPr>
          <a:xfrm>
            <a:off x="2116588" y="2251848"/>
            <a:ext cx="1316182" cy="1140583"/>
            <a:chOff x="1212272" y="413379"/>
            <a:chExt cx="1316182" cy="11405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59EAB4F-0B7F-A687-2653-A63224EB429D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C1D99B5-BC92-B35B-84BF-58798BEC6E64}"/>
                </a:ext>
              </a:extLst>
            </p:cNvPr>
            <p:cNvSpPr txBox="1"/>
            <p:nvPr/>
          </p:nvSpPr>
          <p:spPr>
            <a:xfrm>
              <a:off x="1274617" y="799004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FPU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8F87E4-730D-7D10-4D78-CFC4B294E767}"/>
              </a:ext>
            </a:extLst>
          </p:cNvPr>
          <p:cNvGrpSpPr/>
          <p:nvPr/>
        </p:nvGrpSpPr>
        <p:grpSpPr>
          <a:xfrm>
            <a:off x="3857642" y="2224139"/>
            <a:ext cx="1316182" cy="1140583"/>
            <a:chOff x="1212272" y="413379"/>
            <a:chExt cx="1316182" cy="114058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203898B-0D5B-9FD3-C8FF-BCA7A42C7A2D}"/>
                </a:ext>
              </a:extLst>
            </p:cNvPr>
            <p:cNvSpPr/>
            <p:nvPr/>
          </p:nvSpPr>
          <p:spPr>
            <a:xfrm>
              <a:off x="1212272" y="413379"/>
              <a:ext cx="1316182" cy="11405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CA2EB39-4E6D-BD9B-1222-B844C1C83B10}"/>
                </a:ext>
              </a:extLst>
            </p:cNvPr>
            <p:cNvSpPr txBox="1"/>
            <p:nvPr/>
          </p:nvSpPr>
          <p:spPr>
            <a:xfrm>
              <a:off x="1243444" y="799004"/>
              <a:ext cx="125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MMU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B09D313-0082-4BB0-DE1F-11C2ABF5865F}"/>
              </a:ext>
            </a:extLst>
          </p:cNvPr>
          <p:cNvGrpSpPr/>
          <p:nvPr/>
        </p:nvGrpSpPr>
        <p:grpSpPr>
          <a:xfrm>
            <a:off x="227752" y="724824"/>
            <a:ext cx="4946073" cy="1140584"/>
            <a:chOff x="660400" y="231730"/>
            <a:chExt cx="4946073" cy="114058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15F6A1F-ED52-28D4-C43C-43113C615934}"/>
                </a:ext>
              </a:extLst>
            </p:cNvPr>
            <p:cNvSpPr/>
            <p:nvPr/>
          </p:nvSpPr>
          <p:spPr>
            <a:xfrm>
              <a:off x="808183" y="231730"/>
              <a:ext cx="4798290" cy="1140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077586E-863C-4B14-9EC0-83ED77A33575}"/>
                </a:ext>
              </a:extLst>
            </p:cNvPr>
            <p:cNvSpPr txBox="1"/>
            <p:nvPr/>
          </p:nvSpPr>
          <p:spPr>
            <a:xfrm>
              <a:off x="660400" y="305621"/>
              <a:ext cx="2048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Control Unit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D9D82D-CE87-EF10-09FB-9086F84FE55F}"/>
              </a:ext>
            </a:extLst>
          </p:cNvPr>
          <p:cNvGrpSpPr/>
          <p:nvPr/>
        </p:nvGrpSpPr>
        <p:grpSpPr>
          <a:xfrm>
            <a:off x="2400605" y="1207596"/>
            <a:ext cx="1253836" cy="544894"/>
            <a:chOff x="1243444" y="695834"/>
            <a:chExt cx="1253836" cy="54489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57D422B-4C67-FEFD-5974-5F9E53E83957}"/>
                </a:ext>
              </a:extLst>
            </p:cNvPr>
            <p:cNvSpPr/>
            <p:nvPr/>
          </p:nvSpPr>
          <p:spPr>
            <a:xfrm>
              <a:off x="1243444" y="695834"/>
              <a:ext cx="1253836" cy="544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91A55A0-77D4-2EC4-FBD2-0206A4B9743B}"/>
                </a:ext>
              </a:extLst>
            </p:cNvPr>
            <p:cNvSpPr txBox="1"/>
            <p:nvPr/>
          </p:nvSpPr>
          <p:spPr>
            <a:xfrm>
              <a:off x="1274617" y="799004"/>
              <a:ext cx="11914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PC</a:t>
              </a:r>
              <a:endParaRPr lang="zh-CN" altLang="en-US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7A7A1CE-416E-92AF-BC51-69EA6ACDDE3B}"/>
              </a:ext>
            </a:extLst>
          </p:cNvPr>
          <p:cNvGrpSpPr/>
          <p:nvPr/>
        </p:nvGrpSpPr>
        <p:grpSpPr>
          <a:xfrm>
            <a:off x="3787215" y="1207596"/>
            <a:ext cx="1253836" cy="544894"/>
            <a:chOff x="1243444" y="695834"/>
            <a:chExt cx="1253836" cy="544894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56151CA-F214-8EED-D60D-1694314C4A42}"/>
                </a:ext>
              </a:extLst>
            </p:cNvPr>
            <p:cNvSpPr/>
            <p:nvPr/>
          </p:nvSpPr>
          <p:spPr>
            <a:xfrm>
              <a:off x="1243444" y="695834"/>
              <a:ext cx="1253836" cy="544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F2ED5AF-F834-A862-BE56-0A799D8BA91A}"/>
                </a:ext>
              </a:extLst>
            </p:cNvPr>
            <p:cNvSpPr txBox="1"/>
            <p:nvPr/>
          </p:nvSpPr>
          <p:spPr>
            <a:xfrm>
              <a:off x="1274617" y="799004"/>
              <a:ext cx="11914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IR</a:t>
              </a:r>
              <a:endParaRPr lang="zh-CN" altLang="en-US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BB35F95-7F64-52E9-0615-5CC5C1ADB5A5}"/>
              </a:ext>
            </a:extLst>
          </p:cNvPr>
          <p:cNvGrpSpPr/>
          <p:nvPr/>
        </p:nvGrpSpPr>
        <p:grpSpPr>
          <a:xfrm>
            <a:off x="1002452" y="1207596"/>
            <a:ext cx="1253836" cy="544894"/>
            <a:chOff x="1243444" y="695834"/>
            <a:chExt cx="1253836" cy="54489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33A80F8-621E-B9AD-281D-7FC2CEDC64EA}"/>
                </a:ext>
              </a:extLst>
            </p:cNvPr>
            <p:cNvSpPr/>
            <p:nvPr/>
          </p:nvSpPr>
          <p:spPr>
            <a:xfrm>
              <a:off x="1243444" y="695834"/>
              <a:ext cx="1253836" cy="544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84F4DD1-3A57-A761-471A-24652621B098}"/>
                </a:ext>
              </a:extLst>
            </p:cNvPr>
            <p:cNvSpPr txBox="1"/>
            <p:nvPr/>
          </p:nvSpPr>
          <p:spPr>
            <a:xfrm>
              <a:off x="1274617" y="799004"/>
              <a:ext cx="11914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Flags</a:t>
              </a:r>
              <a:endParaRPr lang="zh-CN" altLang="en-US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B30F6D7-C6BA-F728-84E0-79912997ADC6}"/>
              </a:ext>
            </a:extLst>
          </p:cNvPr>
          <p:cNvGrpSpPr/>
          <p:nvPr/>
        </p:nvGrpSpPr>
        <p:grpSpPr>
          <a:xfrm>
            <a:off x="459163" y="4463130"/>
            <a:ext cx="2210649" cy="736376"/>
            <a:chOff x="1194048" y="1097588"/>
            <a:chExt cx="1292380" cy="736376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CC64795-B7EA-C5A1-5860-78249BC6706D}"/>
                </a:ext>
              </a:extLst>
            </p:cNvPr>
            <p:cNvSpPr/>
            <p:nvPr/>
          </p:nvSpPr>
          <p:spPr>
            <a:xfrm>
              <a:off x="1194048" y="1097588"/>
              <a:ext cx="1292380" cy="54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D3B2ECA-23EE-4D36-C19E-2DF9553216A0}"/>
                </a:ext>
              </a:extLst>
            </p:cNvPr>
            <p:cNvSpPr txBox="1"/>
            <p:nvPr/>
          </p:nvSpPr>
          <p:spPr>
            <a:xfrm>
              <a:off x="1244492" y="1187633"/>
              <a:ext cx="1191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L1 I-Cache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527C31C-53D5-41A3-1A0A-63CDCF4199EC}"/>
              </a:ext>
            </a:extLst>
          </p:cNvPr>
          <p:cNvGrpSpPr/>
          <p:nvPr/>
        </p:nvGrpSpPr>
        <p:grpSpPr>
          <a:xfrm>
            <a:off x="2876752" y="4459697"/>
            <a:ext cx="2135769" cy="543588"/>
            <a:chOff x="1227560" y="570524"/>
            <a:chExt cx="1248604" cy="543588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B0881FA-B354-2B17-3384-1B54EF28148F}"/>
                </a:ext>
              </a:extLst>
            </p:cNvPr>
            <p:cNvSpPr/>
            <p:nvPr/>
          </p:nvSpPr>
          <p:spPr>
            <a:xfrm>
              <a:off x="1227560" y="570524"/>
              <a:ext cx="1248604" cy="54358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2227105-17B6-A094-5B67-A7482AAB9366}"/>
                </a:ext>
              </a:extLst>
            </p:cNvPr>
            <p:cNvSpPr txBox="1"/>
            <p:nvPr/>
          </p:nvSpPr>
          <p:spPr>
            <a:xfrm>
              <a:off x="1259342" y="673238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L1 D-Cache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77474781-E172-D51E-17D6-8A266B150124}"/>
              </a:ext>
            </a:extLst>
          </p:cNvPr>
          <p:cNvSpPr/>
          <p:nvPr/>
        </p:nvSpPr>
        <p:spPr>
          <a:xfrm>
            <a:off x="344361" y="5245914"/>
            <a:ext cx="4829462" cy="5435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21482F9-81A6-8087-49CA-EF8497321C18}"/>
              </a:ext>
            </a:extLst>
          </p:cNvPr>
          <p:cNvSpPr txBox="1"/>
          <p:nvPr/>
        </p:nvSpPr>
        <p:spPr>
          <a:xfrm>
            <a:off x="1770224" y="5325168"/>
            <a:ext cx="204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L2 Cache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E8825C9-ABB3-B9B5-4642-84178811E9C5}"/>
              </a:ext>
            </a:extLst>
          </p:cNvPr>
          <p:cNvSpPr/>
          <p:nvPr/>
        </p:nvSpPr>
        <p:spPr>
          <a:xfrm>
            <a:off x="227752" y="547644"/>
            <a:ext cx="5105400" cy="53875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14B7919-CC58-55C2-259B-582A0B013D2D}"/>
              </a:ext>
            </a:extLst>
          </p:cNvPr>
          <p:cNvGrpSpPr/>
          <p:nvPr/>
        </p:nvGrpSpPr>
        <p:grpSpPr>
          <a:xfrm>
            <a:off x="6520487" y="4307880"/>
            <a:ext cx="2251363" cy="889051"/>
            <a:chOff x="1212272" y="413379"/>
            <a:chExt cx="1316182" cy="889051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88D17AC-CAFC-C64F-9500-780449350856}"/>
                </a:ext>
              </a:extLst>
            </p:cNvPr>
            <p:cNvSpPr/>
            <p:nvPr/>
          </p:nvSpPr>
          <p:spPr>
            <a:xfrm>
              <a:off x="1212272" y="413379"/>
              <a:ext cx="1316182" cy="88905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970D68C-37EB-ECA8-DEEC-E1AA2DC64C66}"/>
                </a:ext>
              </a:extLst>
            </p:cNvPr>
            <p:cNvSpPr txBox="1"/>
            <p:nvPr/>
          </p:nvSpPr>
          <p:spPr>
            <a:xfrm>
              <a:off x="1259342" y="673238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L3 Cache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A1DE41F-DEFF-A113-BE10-AF18BD35FC2A}"/>
              </a:ext>
            </a:extLst>
          </p:cNvPr>
          <p:cNvGrpSpPr/>
          <p:nvPr/>
        </p:nvGrpSpPr>
        <p:grpSpPr>
          <a:xfrm>
            <a:off x="9857274" y="4284129"/>
            <a:ext cx="2251363" cy="889051"/>
            <a:chOff x="1212272" y="413379"/>
            <a:chExt cx="1316182" cy="88905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7C6D777D-0167-A6BC-1CB5-0728645BA13A}"/>
                </a:ext>
              </a:extLst>
            </p:cNvPr>
            <p:cNvSpPr/>
            <p:nvPr/>
          </p:nvSpPr>
          <p:spPr>
            <a:xfrm>
              <a:off x="1212272" y="413379"/>
              <a:ext cx="1316182" cy="88905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8A16064-C0D6-4130-E5BE-AAE1A8347A56}"/>
                </a:ext>
              </a:extLst>
            </p:cNvPr>
            <p:cNvSpPr txBox="1"/>
            <p:nvPr/>
          </p:nvSpPr>
          <p:spPr>
            <a:xfrm>
              <a:off x="1259342" y="673238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Main Memory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46DA6DE7-F746-922D-86CE-F9E68B684A5A}"/>
              </a:ext>
            </a:extLst>
          </p:cNvPr>
          <p:cNvSpPr txBox="1"/>
          <p:nvPr/>
        </p:nvSpPr>
        <p:spPr>
          <a:xfrm>
            <a:off x="8354575" y="3766076"/>
            <a:ext cx="20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Memory Bus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2E1B5AC-4E81-8B2C-CA33-EC4D625D1ECB}"/>
              </a:ext>
            </a:extLst>
          </p:cNvPr>
          <p:cNvSpPr txBox="1"/>
          <p:nvPr/>
        </p:nvSpPr>
        <p:spPr>
          <a:xfrm>
            <a:off x="5594927" y="1917812"/>
            <a:ext cx="20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System Bus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A2C94D77-73EC-18BD-1100-835D8DEC012F}"/>
              </a:ext>
            </a:extLst>
          </p:cNvPr>
          <p:cNvSpPr/>
          <p:nvPr/>
        </p:nvSpPr>
        <p:spPr>
          <a:xfrm>
            <a:off x="5681515" y="2334381"/>
            <a:ext cx="2732811" cy="75056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DA1884A4-EB68-D94F-0E6B-3539BFB7A112}"/>
              </a:ext>
            </a:extLst>
          </p:cNvPr>
          <p:cNvSpPr/>
          <p:nvPr/>
        </p:nvSpPr>
        <p:spPr>
          <a:xfrm>
            <a:off x="5668889" y="4482481"/>
            <a:ext cx="668836" cy="55206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EE86833-7DCE-A32E-51D1-72505040A359}"/>
              </a:ext>
            </a:extLst>
          </p:cNvPr>
          <p:cNvSpPr/>
          <p:nvPr/>
        </p:nvSpPr>
        <p:spPr>
          <a:xfrm>
            <a:off x="9022725" y="4482481"/>
            <a:ext cx="701776" cy="55206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F479F8-64E4-EA41-DF86-59A9DB679F9C}"/>
              </a:ext>
            </a:extLst>
          </p:cNvPr>
          <p:cNvSpPr/>
          <p:nvPr/>
        </p:nvSpPr>
        <p:spPr>
          <a:xfrm>
            <a:off x="353624" y="3671075"/>
            <a:ext cx="4829462" cy="5435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67FD4D2-CD00-04DC-A4E8-9F3B813CE69D}"/>
              </a:ext>
            </a:extLst>
          </p:cNvPr>
          <p:cNvSpPr txBox="1"/>
          <p:nvPr/>
        </p:nvSpPr>
        <p:spPr>
          <a:xfrm>
            <a:off x="1779487" y="3750329"/>
            <a:ext cx="204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Registers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4F68015-08FF-84BE-789B-7FDE1D1EE64A}"/>
              </a:ext>
            </a:extLst>
          </p:cNvPr>
          <p:cNvGrpSpPr/>
          <p:nvPr/>
        </p:nvGrpSpPr>
        <p:grpSpPr>
          <a:xfrm>
            <a:off x="8762689" y="2265137"/>
            <a:ext cx="2251363" cy="889051"/>
            <a:chOff x="1212272" y="413379"/>
            <a:chExt cx="1316182" cy="88905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7626EE6-17FA-1F06-9845-50DF103F5D99}"/>
                </a:ext>
              </a:extLst>
            </p:cNvPr>
            <p:cNvSpPr/>
            <p:nvPr/>
          </p:nvSpPr>
          <p:spPr>
            <a:xfrm>
              <a:off x="1212272" y="413379"/>
              <a:ext cx="1316182" cy="88905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EAE1070-7BD8-B297-8B36-E90426797E19}"/>
                </a:ext>
              </a:extLst>
            </p:cNvPr>
            <p:cNvSpPr txBox="1"/>
            <p:nvPr/>
          </p:nvSpPr>
          <p:spPr>
            <a:xfrm>
              <a:off x="1259342" y="673238"/>
              <a:ext cx="1191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IO Bridge</a:t>
              </a:r>
              <a:endParaRPr lang="zh-CN" altLang="en-US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6866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矩形 255">
            <a:extLst>
              <a:ext uri="{FF2B5EF4-FFF2-40B4-BE49-F238E27FC236}">
                <a16:creationId xmlns:a16="http://schemas.microsoft.com/office/drawing/2014/main" id="{C32386AE-9AC8-1C81-0BC9-42469233BF7D}"/>
              </a:ext>
            </a:extLst>
          </p:cNvPr>
          <p:cNvSpPr/>
          <p:nvPr/>
        </p:nvSpPr>
        <p:spPr>
          <a:xfrm>
            <a:off x="3594292" y="1200675"/>
            <a:ext cx="6972108" cy="53848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62627C3-3B75-2652-CACD-10F65C539553}"/>
              </a:ext>
            </a:extLst>
          </p:cNvPr>
          <p:cNvSpPr/>
          <p:nvPr/>
        </p:nvSpPr>
        <p:spPr>
          <a:xfrm>
            <a:off x="7188024" y="4286168"/>
            <a:ext cx="2874583" cy="216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629783D-2914-E5DD-2551-178E797FBD3A}"/>
              </a:ext>
            </a:extLst>
          </p:cNvPr>
          <p:cNvSpPr/>
          <p:nvPr/>
        </p:nvSpPr>
        <p:spPr>
          <a:xfrm>
            <a:off x="3806988" y="4282488"/>
            <a:ext cx="2874583" cy="216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C288DC5-065A-8CA0-F679-86CCB77073A1}"/>
              </a:ext>
            </a:extLst>
          </p:cNvPr>
          <p:cNvSpPr/>
          <p:nvPr/>
        </p:nvSpPr>
        <p:spPr>
          <a:xfrm>
            <a:off x="3806988" y="1844669"/>
            <a:ext cx="2874583" cy="216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761DF93-CA92-472F-68B3-9530F15771A2}"/>
              </a:ext>
            </a:extLst>
          </p:cNvPr>
          <p:cNvSpPr/>
          <p:nvPr/>
        </p:nvSpPr>
        <p:spPr>
          <a:xfrm>
            <a:off x="7188024" y="1844669"/>
            <a:ext cx="2874583" cy="216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EB55AC9-6066-F577-1948-9B2EFE02C1CB}"/>
              </a:ext>
            </a:extLst>
          </p:cNvPr>
          <p:cNvSpPr txBox="1"/>
          <p:nvPr/>
        </p:nvSpPr>
        <p:spPr>
          <a:xfrm>
            <a:off x="3452471" y="1313528"/>
            <a:ext cx="11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Grid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554015D4-28B9-8C51-73A9-8E2A30E11CD6}"/>
              </a:ext>
            </a:extLst>
          </p:cNvPr>
          <p:cNvGrpSpPr/>
          <p:nvPr/>
        </p:nvGrpSpPr>
        <p:grpSpPr>
          <a:xfrm>
            <a:off x="3948587" y="2215390"/>
            <a:ext cx="2369846" cy="1726230"/>
            <a:chOff x="3948587" y="2215390"/>
            <a:chExt cx="2369846" cy="1726230"/>
          </a:xfrm>
          <a:solidFill>
            <a:schemeClr val="bg1">
              <a:lumMod val="95000"/>
            </a:schemeClr>
          </a:solidFill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2AA2FFE-D7E1-31BF-4D22-BFD990A82A47}"/>
                </a:ext>
              </a:extLst>
            </p:cNvPr>
            <p:cNvGrpSpPr/>
            <p:nvPr/>
          </p:nvGrpSpPr>
          <p:grpSpPr>
            <a:xfrm>
              <a:off x="4738537" y="221862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CFB281D-3DBD-B219-8A1C-73ED32BBAC62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940FD4F-695E-A65F-A214-6D9F05656617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D344BDF-E21B-F930-2DB3-FA2DD54B230E}"/>
                </a:ext>
              </a:extLst>
            </p:cNvPr>
            <p:cNvGrpSpPr/>
            <p:nvPr/>
          </p:nvGrpSpPr>
          <p:grpSpPr>
            <a:xfrm>
              <a:off x="3948589" y="221862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37911461-B4BE-C395-B570-829BDD92EA5C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E3AAF30-03D5-1AAD-C507-8653F79D2C1F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63301A3A-2CA7-35A3-A1FB-8E89F79BF7B4}"/>
                </a:ext>
              </a:extLst>
            </p:cNvPr>
            <p:cNvGrpSpPr/>
            <p:nvPr/>
          </p:nvGrpSpPr>
          <p:grpSpPr>
            <a:xfrm>
              <a:off x="5528484" y="2215390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A8346A6E-0D03-66C5-70D8-14763E2E7356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875F26D-15DC-F4F6-B855-073128946789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3DD3148-3349-3D60-C659-4A45223A1DEF}"/>
                </a:ext>
              </a:extLst>
            </p:cNvPr>
            <p:cNvGrpSpPr/>
            <p:nvPr/>
          </p:nvGrpSpPr>
          <p:grpSpPr>
            <a:xfrm>
              <a:off x="3948588" y="2792954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C42BA61E-5F5B-D976-3141-5346F11FE597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EE00669-BE63-5C0D-96D0-00AD974985F7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F89DB77B-9D58-5A45-EAAF-1079DE7FB521}"/>
                </a:ext>
              </a:extLst>
            </p:cNvPr>
            <p:cNvGrpSpPr/>
            <p:nvPr/>
          </p:nvGrpSpPr>
          <p:grpSpPr>
            <a:xfrm>
              <a:off x="4738534" y="2792954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6C37AD3-8E1F-5C9C-3262-55011DB7EB7D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14711153-4E4F-E114-6CF4-E548F95AF910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0B2CDB0-4EAC-8B46-4292-F192BD026269}"/>
                </a:ext>
              </a:extLst>
            </p:cNvPr>
            <p:cNvGrpSpPr/>
            <p:nvPr/>
          </p:nvGrpSpPr>
          <p:grpSpPr>
            <a:xfrm>
              <a:off x="5528479" y="2788792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AFD07AF3-1DAA-8E67-2BEC-70E2D0101BFA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03A60475-3473-7489-7A7E-CC7350DA8C22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6DD4DED3-BB18-90A3-977D-C88FB9BB3B0C}"/>
                </a:ext>
              </a:extLst>
            </p:cNvPr>
            <p:cNvGrpSpPr/>
            <p:nvPr/>
          </p:nvGrpSpPr>
          <p:grpSpPr>
            <a:xfrm>
              <a:off x="3948587" y="3363910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51DEAA22-A409-93F5-DD1E-508931BF833D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ABDF6D2A-0DCC-4FEC-6D06-0369A1ECDEF6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7844F50C-BFC2-1138-53D5-82CE99F133E8}"/>
                </a:ext>
              </a:extLst>
            </p:cNvPr>
            <p:cNvGrpSpPr/>
            <p:nvPr/>
          </p:nvGrpSpPr>
          <p:grpSpPr>
            <a:xfrm>
              <a:off x="4738525" y="3367286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38AC1E78-8102-E6DF-EE58-70BD421B1429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1B9A688C-ABD6-F0FB-7FDB-9793449D0DE0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04CB513-1A77-DC34-8848-3C28A40C6719}"/>
                </a:ext>
              </a:extLst>
            </p:cNvPr>
            <p:cNvGrpSpPr/>
            <p:nvPr/>
          </p:nvGrpSpPr>
          <p:grpSpPr>
            <a:xfrm>
              <a:off x="5528462" y="3366502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B17CA6AB-FB21-452C-6B11-3EFFAB1E2E0C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7B3E7DE0-16F0-A217-606B-5D86AD4B8DFD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12B9ACD8-9FCB-161D-E9CE-2A8DC2863D8C}"/>
              </a:ext>
            </a:extLst>
          </p:cNvPr>
          <p:cNvSpPr txBox="1"/>
          <p:nvPr/>
        </p:nvSpPr>
        <p:spPr>
          <a:xfrm>
            <a:off x="3544525" y="1860585"/>
            <a:ext cx="204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Block (0,0)</a:t>
            </a:r>
            <a:endParaRPr lang="zh-CN" altLang="en-US" sz="16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F3167B4D-2703-682A-1D4E-DD7A274BD7DC}"/>
              </a:ext>
            </a:extLst>
          </p:cNvPr>
          <p:cNvGrpSpPr/>
          <p:nvPr/>
        </p:nvGrpSpPr>
        <p:grpSpPr>
          <a:xfrm>
            <a:off x="7329623" y="2215390"/>
            <a:ext cx="2369846" cy="1726230"/>
            <a:chOff x="7329623" y="2215390"/>
            <a:chExt cx="2369846" cy="1726230"/>
          </a:xfrm>
          <a:solidFill>
            <a:schemeClr val="bg1">
              <a:lumMod val="95000"/>
            </a:schemeClr>
          </a:solidFill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7C28D4E0-641C-7321-DFBD-82B84EE18AA9}"/>
                </a:ext>
              </a:extLst>
            </p:cNvPr>
            <p:cNvGrpSpPr/>
            <p:nvPr/>
          </p:nvGrpSpPr>
          <p:grpSpPr>
            <a:xfrm>
              <a:off x="8119573" y="221862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D02B3447-F48F-2327-B46D-4025779C4FD7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4BE4563-95E6-2F7A-A31E-851104F65D3D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7DBE2FB0-0A59-F837-0567-D5903616F40B}"/>
                </a:ext>
              </a:extLst>
            </p:cNvPr>
            <p:cNvGrpSpPr/>
            <p:nvPr/>
          </p:nvGrpSpPr>
          <p:grpSpPr>
            <a:xfrm>
              <a:off x="7329625" y="221862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D8DCDA92-7F8D-6B37-108F-401002F5D530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864B30C3-3DDE-F00A-2EDE-CF8B3BD29A3B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51FB46BD-AE74-4C9A-BCBA-87E77D096212}"/>
                </a:ext>
              </a:extLst>
            </p:cNvPr>
            <p:cNvGrpSpPr/>
            <p:nvPr/>
          </p:nvGrpSpPr>
          <p:grpSpPr>
            <a:xfrm>
              <a:off x="8909520" y="2215390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AE7C9E91-C15F-8B85-2AA9-48B2D56E23EB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E986A2B2-1EAF-F726-83DA-825707C095FD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E593B25E-ABB2-A60B-A5B6-44EE30AC86B0}"/>
                </a:ext>
              </a:extLst>
            </p:cNvPr>
            <p:cNvGrpSpPr/>
            <p:nvPr/>
          </p:nvGrpSpPr>
          <p:grpSpPr>
            <a:xfrm>
              <a:off x="7329624" y="2792954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F33A033-8EDF-9ED7-EB74-A2B8C3AB6600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7BA7023E-B502-3740-F16F-1D7FD1DF3D36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03263A19-810F-448A-D53C-E7A91C46103C}"/>
                </a:ext>
              </a:extLst>
            </p:cNvPr>
            <p:cNvGrpSpPr/>
            <p:nvPr/>
          </p:nvGrpSpPr>
          <p:grpSpPr>
            <a:xfrm>
              <a:off x="8119570" y="2792954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1E6B46F2-7953-6047-304E-0EF12AA792AB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857ABBC3-7450-4628-8713-5072D4324EBA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C66DD861-21B9-BEAF-0EBF-A9C339CE31FA}"/>
                </a:ext>
              </a:extLst>
            </p:cNvPr>
            <p:cNvGrpSpPr/>
            <p:nvPr/>
          </p:nvGrpSpPr>
          <p:grpSpPr>
            <a:xfrm>
              <a:off x="8909515" y="2788792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3B0E502F-0052-A782-3029-232672D83FB9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6FE87316-2A46-D10F-3B83-2B01DC504F45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17D0B8B0-7B39-DE97-D3F5-0F0D49E530CB}"/>
                </a:ext>
              </a:extLst>
            </p:cNvPr>
            <p:cNvGrpSpPr/>
            <p:nvPr/>
          </p:nvGrpSpPr>
          <p:grpSpPr>
            <a:xfrm>
              <a:off x="7329623" y="3363910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EBDAB5BB-D4BF-3CE6-5011-4D48C691E391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39E3EE0C-C939-3E12-08E5-6A46F2333E33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4BC96024-807B-5BD6-78E0-3FFEC6E21DDC}"/>
                </a:ext>
              </a:extLst>
            </p:cNvPr>
            <p:cNvGrpSpPr/>
            <p:nvPr/>
          </p:nvGrpSpPr>
          <p:grpSpPr>
            <a:xfrm>
              <a:off x="8119561" y="3367286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4610AA1A-6991-E2E8-F5B8-D1CDD18E7A93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A128A1E-07EB-94D8-2792-F65D45DE2260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6BC18FA3-A913-3F23-FCA0-06B25EE94515}"/>
                </a:ext>
              </a:extLst>
            </p:cNvPr>
            <p:cNvGrpSpPr/>
            <p:nvPr/>
          </p:nvGrpSpPr>
          <p:grpSpPr>
            <a:xfrm>
              <a:off x="8909498" y="3366502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57B3B8AD-ECE7-7639-6E09-B9D152E44F07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14489F82-5FEC-18D4-4BF4-FFDCA8104E29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AECD0DA9-D0A5-D3FC-F596-58E53A26751B}"/>
              </a:ext>
            </a:extLst>
          </p:cNvPr>
          <p:cNvSpPr txBox="1"/>
          <p:nvPr/>
        </p:nvSpPr>
        <p:spPr>
          <a:xfrm>
            <a:off x="6925561" y="1860585"/>
            <a:ext cx="204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Block (1,0)</a:t>
            </a:r>
            <a:endParaRPr lang="zh-CN" altLang="en-US" sz="16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DEF9B504-0C5F-F754-E6A5-BD505C5C71F3}"/>
              </a:ext>
            </a:extLst>
          </p:cNvPr>
          <p:cNvGrpSpPr/>
          <p:nvPr/>
        </p:nvGrpSpPr>
        <p:grpSpPr>
          <a:xfrm>
            <a:off x="3948587" y="4653209"/>
            <a:ext cx="2369846" cy="1726230"/>
            <a:chOff x="3948587" y="4653209"/>
            <a:chExt cx="2369846" cy="1726230"/>
          </a:xfrm>
          <a:solidFill>
            <a:schemeClr val="bg1">
              <a:lumMod val="95000"/>
            </a:schemeClr>
          </a:solidFill>
        </p:grpSpPr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52B992AD-09E7-7953-89E9-81B64AD6E950}"/>
                </a:ext>
              </a:extLst>
            </p:cNvPr>
            <p:cNvGrpSpPr/>
            <p:nvPr/>
          </p:nvGrpSpPr>
          <p:grpSpPr>
            <a:xfrm>
              <a:off x="4738537" y="4656440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1C35D2CB-BA54-27C3-0BA6-9FB204F166F4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1D54B732-115F-1930-E3E1-A9A5D516FB1E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2B29BD0F-A540-8602-2210-75314E377804}"/>
                </a:ext>
              </a:extLst>
            </p:cNvPr>
            <p:cNvGrpSpPr/>
            <p:nvPr/>
          </p:nvGrpSpPr>
          <p:grpSpPr>
            <a:xfrm>
              <a:off x="3948589" y="4656440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1B0D8786-E4A2-B759-7AB2-2442680EBCB2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7CE89702-365F-049B-4E6A-38E287680D24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4E879509-9F89-8190-0D38-301E1BD9B580}"/>
                </a:ext>
              </a:extLst>
            </p:cNvPr>
            <p:cNvGrpSpPr/>
            <p:nvPr/>
          </p:nvGrpSpPr>
          <p:grpSpPr>
            <a:xfrm>
              <a:off x="5528484" y="4653209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864ABAB8-DE8C-9752-0600-45093B2E79DB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264D9DE2-BD6A-8B3B-5F0A-A8B54E906763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A8595EC7-D472-F9F9-9E3E-56C39D07A17E}"/>
                </a:ext>
              </a:extLst>
            </p:cNvPr>
            <p:cNvGrpSpPr/>
            <p:nvPr/>
          </p:nvGrpSpPr>
          <p:grpSpPr>
            <a:xfrm>
              <a:off x="3948588" y="5230773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ECB6914B-65C3-7748-6341-21EC7E48D364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72904F3-30AF-F3D8-03EB-58904E5B60D3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78541DA8-55D7-08D7-86CC-35A91B760C32}"/>
                </a:ext>
              </a:extLst>
            </p:cNvPr>
            <p:cNvGrpSpPr/>
            <p:nvPr/>
          </p:nvGrpSpPr>
          <p:grpSpPr>
            <a:xfrm>
              <a:off x="4738534" y="5230773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7FB225E3-FBB3-4035-A678-8678128AC8C7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AB17B153-A27A-06C5-49B1-C4335C60DBEE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6A1C4634-437C-80D5-E2A7-A26AC4AFCE24}"/>
                </a:ext>
              </a:extLst>
            </p:cNvPr>
            <p:cNvGrpSpPr/>
            <p:nvPr/>
          </p:nvGrpSpPr>
          <p:grpSpPr>
            <a:xfrm>
              <a:off x="5528479" y="522661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B1584289-3B11-0EAA-4D50-464CB96E7D52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A027C6AE-94D9-DD4C-C859-885BB75DA05E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A561161B-0C5E-1537-590F-C5D92EC7C1E4}"/>
                </a:ext>
              </a:extLst>
            </p:cNvPr>
            <p:cNvGrpSpPr/>
            <p:nvPr/>
          </p:nvGrpSpPr>
          <p:grpSpPr>
            <a:xfrm>
              <a:off x="3948587" y="5801729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D8C9763E-F0E9-7F05-98A1-17E524485F0E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E7AC5271-BE1B-C9B2-5E4A-3FC3CF7F52C6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C4BB6861-8CFD-8EB2-1B9C-C8F4EAD3FE88}"/>
                </a:ext>
              </a:extLst>
            </p:cNvPr>
            <p:cNvGrpSpPr/>
            <p:nvPr/>
          </p:nvGrpSpPr>
          <p:grpSpPr>
            <a:xfrm>
              <a:off x="4738525" y="5805105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5F80F1F-3AB0-0D85-D154-7FA88537A4EA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F82B275E-350A-B4B6-CAAC-4F995C83BD7E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99BC0067-E529-2470-145A-AA2FEBB48CA4}"/>
                </a:ext>
              </a:extLst>
            </p:cNvPr>
            <p:cNvGrpSpPr/>
            <p:nvPr/>
          </p:nvGrpSpPr>
          <p:grpSpPr>
            <a:xfrm>
              <a:off x="5528462" y="580432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194E3BE7-F47A-49C7-CF73-3CFEB8E30435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40A9E18-9245-D463-D1B7-5967CC34BB26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</p:grpSp>
      <p:sp>
        <p:nvSpPr>
          <p:cNvPr id="129" name="文本框 128">
            <a:extLst>
              <a:ext uri="{FF2B5EF4-FFF2-40B4-BE49-F238E27FC236}">
                <a16:creationId xmlns:a16="http://schemas.microsoft.com/office/drawing/2014/main" id="{A3E9B78A-6ADC-E5B9-2F74-F81F4FFCC0AD}"/>
              </a:ext>
            </a:extLst>
          </p:cNvPr>
          <p:cNvSpPr txBox="1"/>
          <p:nvPr/>
        </p:nvSpPr>
        <p:spPr>
          <a:xfrm>
            <a:off x="3544525" y="4298404"/>
            <a:ext cx="204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Block (0,1)</a:t>
            </a:r>
            <a:endParaRPr lang="zh-CN" altLang="en-US" sz="16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200A4180-A146-FF17-EE81-BBC76EDD8024}"/>
              </a:ext>
            </a:extLst>
          </p:cNvPr>
          <p:cNvGrpSpPr/>
          <p:nvPr/>
        </p:nvGrpSpPr>
        <p:grpSpPr>
          <a:xfrm>
            <a:off x="7329623" y="4660120"/>
            <a:ext cx="2369846" cy="1722999"/>
            <a:chOff x="4495375" y="4494666"/>
            <a:chExt cx="2369846" cy="1722999"/>
          </a:xfrm>
          <a:solidFill>
            <a:schemeClr val="bg1">
              <a:lumMod val="95000"/>
            </a:schemeClr>
          </a:solidFill>
        </p:grpSpPr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4B9A75F0-2C02-2513-2B7B-1ABBA6C2F733}"/>
                </a:ext>
              </a:extLst>
            </p:cNvPr>
            <p:cNvGrpSpPr/>
            <p:nvPr/>
          </p:nvGrpSpPr>
          <p:grpSpPr>
            <a:xfrm>
              <a:off x="5285325" y="4494666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9884109B-FDBF-BC4D-7294-C90E0502748F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B0FDBEAF-B27E-2C32-3486-534CF42625ED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C2207759-CE0F-E5D8-09F4-2E16B880DD24}"/>
                </a:ext>
              </a:extLst>
            </p:cNvPr>
            <p:cNvGrpSpPr/>
            <p:nvPr/>
          </p:nvGrpSpPr>
          <p:grpSpPr>
            <a:xfrm>
              <a:off x="4495377" y="4494666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4303C155-689F-1335-D070-0B7EB795715C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BCE14362-629C-5B5E-6337-FD5E2B75E052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B3A6196B-014D-DA8C-67A2-CFB619EBD715}"/>
                </a:ext>
              </a:extLst>
            </p:cNvPr>
            <p:cNvGrpSpPr/>
            <p:nvPr/>
          </p:nvGrpSpPr>
          <p:grpSpPr>
            <a:xfrm>
              <a:off x="6075272" y="450067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57064738-97AF-F9CC-82CC-0A157E482590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F7785EC6-BCE8-6840-37CE-081B9654FE9B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(2,0)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5D29FA81-ED56-D67B-B0CF-D43B21D96C1B}"/>
                </a:ext>
              </a:extLst>
            </p:cNvPr>
            <p:cNvGrpSpPr/>
            <p:nvPr/>
          </p:nvGrpSpPr>
          <p:grpSpPr>
            <a:xfrm>
              <a:off x="4495376" y="5068999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A217ACEB-9148-4598-AE9A-920AFB359778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6673C889-A49A-1A06-5EC8-22C396A58A09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FBC608C3-B5FB-3DDE-351C-3C84333CCCBF}"/>
                </a:ext>
              </a:extLst>
            </p:cNvPr>
            <p:cNvGrpSpPr/>
            <p:nvPr/>
          </p:nvGrpSpPr>
          <p:grpSpPr>
            <a:xfrm>
              <a:off x="5285322" y="5068999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BB119864-0EFF-D13F-8232-4AC43CC32AFC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78B02F1B-15EA-CD98-770A-EFB63FA9040D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86B66400-1AF2-7DFF-16D0-13BDDC874A06}"/>
                </a:ext>
              </a:extLst>
            </p:cNvPr>
            <p:cNvGrpSpPr/>
            <p:nvPr/>
          </p:nvGrpSpPr>
          <p:grpSpPr>
            <a:xfrm>
              <a:off x="6075267" y="5074073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3928557B-B5DB-2FFD-7291-EEDEE38B81E0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EF31D4A1-58E8-F4D4-A323-96B55C867CF6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(2,1)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B70664BF-9F32-F23D-8729-F5F1F421E28A}"/>
                </a:ext>
              </a:extLst>
            </p:cNvPr>
            <p:cNvGrpSpPr/>
            <p:nvPr/>
          </p:nvGrpSpPr>
          <p:grpSpPr>
            <a:xfrm>
              <a:off x="4495375" y="5639955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05F2D377-9CA1-7DDC-1625-8A541326514B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E2646104-6D90-C541-B835-B94C66DD34D0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(0,2)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F233B25B-20E0-7444-1281-81F684E9C232}"/>
                </a:ext>
              </a:extLst>
            </p:cNvPr>
            <p:cNvGrpSpPr/>
            <p:nvPr/>
          </p:nvGrpSpPr>
          <p:grpSpPr>
            <a:xfrm>
              <a:off x="5285313" y="5643331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7DD405A7-C247-2767-7E5D-5F570CBA7284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22DD3BF6-5159-CFE3-27C0-97D1D1306B5A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(1,2)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0378AC69-656F-CBAC-C0A5-E1A7F027B756}"/>
                </a:ext>
              </a:extLst>
            </p:cNvPr>
            <p:cNvGrpSpPr/>
            <p:nvPr/>
          </p:nvGrpSpPr>
          <p:grpSpPr>
            <a:xfrm>
              <a:off x="6075250" y="5642547"/>
              <a:ext cx="789949" cy="574334"/>
              <a:chOff x="1319219" y="625080"/>
              <a:chExt cx="789949" cy="574334"/>
            </a:xfrm>
            <a:grpFill/>
          </p:grpSpPr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FEDD9471-8E41-D6D4-7A18-ABEA1306CB43}"/>
                  </a:ext>
                </a:extLst>
              </p:cNvPr>
              <p:cNvSpPr/>
              <p:nvPr/>
            </p:nvSpPr>
            <p:spPr>
              <a:xfrm>
                <a:off x="1319219" y="625080"/>
                <a:ext cx="789949" cy="57433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8AEA7453-2FE8-08E7-CD4F-82CBC9CBEF7C}"/>
                  </a:ext>
                </a:extLst>
              </p:cNvPr>
              <p:cNvSpPr txBox="1"/>
              <p:nvPr/>
            </p:nvSpPr>
            <p:spPr>
              <a:xfrm>
                <a:off x="1383446" y="681414"/>
                <a:ext cx="661494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Thread</a:t>
                </a:r>
              </a:p>
              <a:p>
                <a:pPr algn="ctr"/>
                <a:r>
                  <a:rPr lang="en-US" altLang="zh-CN" sz="1200">
                    <a:latin typeface="等距更纱黑体 Slab SC" panose="02000509000000000000" pitchFamily="49" charset="-122"/>
                    <a:ea typeface="等距更纱黑体 Slab SC" panose="02000509000000000000" pitchFamily="49" charset="-122"/>
                    <a:cs typeface="等距更纱黑体 Slab SC" panose="02000509000000000000" pitchFamily="49" charset="-122"/>
                  </a:rPr>
                  <a:t>(2,2)</a:t>
                </a:r>
                <a:endParaRPr lang="zh-CN" altLang="en-US" sz="1200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endParaRPr>
              </a:p>
            </p:txBody>
          </p:sp>
        </p:grpSp>
      </p:grpSp>
      <p:sp>
        <p:nvSpPr>
          <p:cNvPr id="160" name="文本框 159">
            <a:extLst>
              <a:ext uri="{FF2B5EF4-FFF2-40B4-BE49-F238E27FC236}">
                <a16:creationId xmlns:a16="http://schemas.microsoft.com/office/drawing/2014/main" id="{0EFC1103-4FE0-D80B-C7DB-C2EADA7460EC}"/>
              </a:ext>
            </a:extLst>
          </p:cNvPr>
          <p:cNvSpPr txBox="1"/>
          <p:nvPr/>
        </p:nvSpPr>
        <p:spPr>
          <a:xfrm>
            <a:off x="6925561" y="4302084"/>
            <a:ext cx="204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Block (1,1)</a:t>
            </a:r>
            <a:endParaRPr lang="zh-CN" altLang="en-US" sz="16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0A9726E8-9837-FD6B-4C2C-AC82CF2F74EA}"/>
              </a:ext>
            </a:extLst>
          </p:cNvPr>
          <p:cNvGrpSpPr/>
          <p:nvPr/>
        </p:nvGrpSpPr>
        <p:grpSpPr>
          <a:xfrm>
            <a:off x="126967" y="2632958"/>
            <a:ext cx="1951641" cy="650221"/>
            <a:chOff x="126967" y="2632958"/>
            <a:chExt cx="1951641" cy="650221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077586E-863C-4B14-9EC0-83ED77A33575}"/>
                </a:ext>
              </a:extLst>
            </p:cNvPr>
            <p:cNvSpPr txBox="1"/>
            <p:nvPr/>
          </p:nvSpPr>
          <p:spPr>
            <a:xfrm>
              <a:off x="126967" y="2788792"/>
              <a:ext cx="19516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等距更纱黑体 Slab SC" panose="02000509000000000000" pitchFamily="49" charset="-122"/>
                  <a:ea typeface="等距更纱黑体 Slab SC" panose="02000509000000000000" pitchFamily="49" charset="-122"/>
                  <a:cs typeface="等距更纱黑体 Slab SC" panose="02000509000000000000" pitchFamily="49" charset="-122"/>
                </a:rPr>
                <a:t>Kernel&lt;&lt;&lt;4, 9&gt;&gt;&gt;</a:t>
              </a:r>
              <a:endParaRPr lang="zh-CN" altLang="en-US" sz="16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endParaRPr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5D097E5F-1B94-33CD-3315-E98FFDB33120}"/>
                </a:ext>
              </a:extLst>
            </p:cNvPr>
            <p:cNvSpPr/>
            <p:nvPr/>
          </p:nvSpPr>
          <p:spPr>
            <a:xfrm>
              <a:off x="178651" y="2632958"/>
              <a:ext cx="1845997" cy="6502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</a:t>
              </a:r>
              <a:endParaRPr lang="zh-CN" altLang="en-US"/>
            </a:p>
          </p:txBody>
        </p:sp>
      </p:grp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14F76595-2A7B-F024-079A-9D1F444AA2D1}"/>
              </a:ext>
            </a:extLst>
          </p:cNvPr>
          <p:cNvCxnSpPr/>
          <p:nvPr/>
        </p:nvCxnSpPr>
        <p:spPr>
          <a:xfrm>
            <a:off x="2142836" y="2929364"/>
            <a:ext cx="12192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文本框 262">
            <a:extLst>
              <a:ext uri="{FF2B5EF4-FFF2-40B4-BE49-F238E27FC236}">
                <a16:creationId xmlns:a16="http://schemas.microsoft.com/office/drawing/2014/main" id="{19FBE0A5-B96D-F030-63DA-4146ACABF5BC}"/>
              </a:ext>
            </a:extLst>
          </p:cNvPr>
          <p:cNvSpPr txBox="1"/>
          <p:nvPr/>
        </p:nvSpPr>
        <p:spPr>
          <a:xfrm>
            <a:off x="3496275" y="778358"/>
            <a:ext cx="1242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in device</a:t>
            </a:r>
            <a:endParaRPr lang="zh-CN" altLang="en-US" sz="14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7492C147-A0D0-D264-DB9C-637937BE556A}"/>
              </a:ext>
            </a:extLst>
          </p:cNvPr>
          <p:cNvSpPr txBox="1"/>
          <p:nvPr/>
        </p:nvSpPr>
        <p:spPr>
          <a:xfrm>
            <a:off x="0" y="2249210"/>
            <a:ext cx="1242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in host</a:t>
            </a:r>
            <a:endParaRPr lang="zh-CN" altLang="en-US" sz="14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061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0154BDE-F7D9-A673-85CB-C6B197EDF136}"/>
              </a:ext>
            </a:extLst>
          </p:cNvPr>
          <p:cNvSpPr/>
          <p:nvPr/>
        </p:nvSpPr>
        <p:spPr>
          <a:xfrm>
            <a:off x="2421322" y="660766"/>
            <a:ext cx="488003" cy="946307"/>
          </a:xfrm>
          <a:custGeom>
            <a:avLst/>
            <a:gdLst>
              <a:gd name="connsiteX0" fmla="*/ 665521 w 758529"/>
              <a:gd name="connsiteY0" fmla="*/ 0 h 1819564"/>
              <a:gd name="connsiteX1" fmla="*/ 503 w 758529"/>
              <a:gd name="connsiteY1" fmla="*/ 748146 h 1819564"/>
              <a:gd name="connsiteX2" fmla="*/ 757885 w 758529"/>
              <a:gd name="connsiteY2" fmla="*/ 1191491 h 1819564"/>
              <a:gd name="connsiteX3" fmla="*/ 129812 w 758529"/>
              <a:gd name="connsiteY3" fmla="*/ 1819564 h 1819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529" h="1819564">
                <a:moveTo>
                  <a:pt x="665521" y="0"/>
                </a:moveTo>
                <a:cubicBezTo>
                  <a:pt x="325315" y="274782"/>
                  <a:pt x="-14891" y="549564"/>
                  <a:pt x="503" y="748146"/>
                </a:cubicBezTo>
                <a:cubicBezTo>
                  <a:pt x="15897" y="946728"/>
                  <a:pt x="736334" y="1012922"/>
                  <a:pt x="757885" y="1191491"/>
                </a:cubicBezTo>
                <a:cubicBezTo>
                  <a:pt x="779436" y="1370060"/>
                  <a:pt x="254503" y="1681019"/>
                  <a:pt x="129812" y="1819564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46F7B5-1613-FB3D-7792-DABF9C2D0D66}"/>
              </a:ext>
            </a:extLst>
          </p:cNvPr>
          <p:cNvSpPr txBox="1"/>
          <p:nvPr/>
        </p:nvSpPr>
        <p:spPr>
          <a:xfrm>
            <a:off x="3111498" y="1074699"/>
            <a:ext cx="11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Thead</a:t>
            </a:r>
            <a:endParaRPr lang="zh-CN" altLang="en-US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917A9B-191C-4A18-E533-554D7DFAC60F}"/>
              </a:ext>
            </a:extLst>
          </p:cNvPr>
          <p:cNvSpPr txBox="1"/>
          <p:nvPr/>
        </p:nvSpPr>
        <p:spPr>
          <a:xfrm>
            <a:off x="3145721" y="2698570"/>
            <a:ext cx="11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Block</a:t>
            </a:r>
            <a:endParaRPr lang="zh-CN" altLang="en-US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C3E1AC3-E540-B732-0C17-6FB7F5AF0E48}"/>
              </a:ext>
            </a:extLst>
          </p:cNvPr>
          <p:cNvGrpSpPr/>
          <p:nvPr/>
        </p:nvGrpSpPr>
        <p:grpSpPr>
          <a:xfrm>
            <a:off x="2242102" y="2433118"/>
            <a:ext cx="949603" cy="946307"/>
            <a:chOff x="1186129" y="2318686"/>
            <a:chExt cx="1543658" cy="13017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E5811F0-1114-4A0E-452D-31C6CF9970DF}"/>
                </a:ext>
              </a:extLst>
            </p:cNvPr>
            <p:cNvSpPr/>
            <p:nvPr/>
          </p:nvSpPr>
          <p:spPr>
            <a:xfrm>
              <a:off x="1186129" y="2318686"/>
              <a:ext cx="1543658" cy="1301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B7A6F57E-F672-9547-9DB8-87F31DF0AD77}"/>
                </a:ext>
              </a:extLst>
            </p:cNvPr>
            <p:cNvSpPr/>
            <p:nvPr/>
          </p:nvSpPr>
          <p:spPr>
            <a:xfrm>
              <a:off x="1406686" y="24060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4A84BDC1-35A4-D6A8-5450-92000B6B35DC}"/>
                </a:ext>
              </a:extLst>
            </p:cNvPr>
            <p:cNvSpPr/>
            <p:nvPr/>
          </p:nvSpPr>
          <p:spPr>
            <a:xfrm>
              <a:off x="1607849" y="2410775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FE4CBCBB-7C54-AC85-17EF-B972EA753B85}"/>
                </a:ext>
              </a:extLst>
            </p:cNvPr>
            <p:cNvSpPr/>
            <p:nvPr/>
          </p:nvSpPr>
          <p:spPr>
            <a:xfrm>
              <a:off x="1728210" y="238766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AEF33947-1831-8B61-D5A1-A17E0C385DAC}"/>
                </a:ext>
              </a:extLst>
            </p:cNvPr>
            <p:cNvSpPr/>
            <p:nvPr/>
          </p:nvSpPr>
          <p:spPr>
            <a:xfrm>
              <a:off x="1855876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BDB3A2AB-226C-ECB1-B80B-A5E94387744F}"/>
                </a:ext>
              </a:extLst>
            </p:cNvPr>
            <p:cNvSpPr/>
            <p:nvPr/>
          </p:nvSpPr>
          <p:spPr>
            <a:xfrm>
              <a:off x="1923472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F715CD2-08AE-0E6C-7C41-03110D542240}"/>
              </a:ext>
            </a:extLst>
          </p:cNvPr>
          <p:cNvGrpSpPr/>
          <p:nvPr/>
        </p:nvGrpSpPr>
        <p:grpSpPr>
          <a:xfrm>
            <a:off x="746053" y="4620539"/>
            <a:ext cx="949603" cy="946307"/>
            <a:chOff x="1186129" y="2318686"/>
            <a:chExt cx="1543658" cy="13017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84404F7-5451-455E-9B8B-AB7C44ED2D46}"/>
                </a:ext>
              </a:extLst>
            </p:cNvPr>
            <p:cNvSpPr/>
            <p:nvPr/>
          </p:nvSpPr>
          <p:spPr>
            <a:xfrm>
              <a:off x="1186129" y="2318686"/>
              <a:ext cx="1543658" cy="1301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CF64833A-B63D-8743-7127-CE8EB8AF6B49}"/>
                </a:ext>
              </a:extLst>
            </p:cNvPr>
            <p:cNvSpPr/>
            <p:nvPr/>
          </p:nvSpPr>
          <p:spPr>
            <a:xfrm>
              <a:off x="1406686" y="24060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FF010A62-EC23-1B79-E7B8-98925FA44E78}"/>
                </a:ext>
              </a:extLst>
            </p:cNvPr>
            <p:cNvSpPr/>
            <p:nvPr/>
          </p:nvSpPr>
          <p:spPr>
            <a:xfrm>
              <a:off x="1607849" y="2410775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FBB14518-C8C0-5E59-8569-630B95A25AB5}"/>
                </a:ext>
              </a:extLst>
            </p:cNvPr>
            <p:cNvSpPr/>
            <p:nvPr/>
          </p:nvSpPr>
          <p:spPr>
            <a:xfrm>
              <a:off x="1728210" y="238766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A9C2190-3B82-ACC3-7167-8986BB6FC412}"/>
                </a:ext>
              </a:extLst>
            </p:cNvPr>
            <p:cNvSpPr/>
            <p:nvPr/>
          </p:nvSpPr>
          <p:spPr>
            <a:xfrm>
              <a:off x="1855876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01EAD0D7-FC02-1B95-FB62-AB964B8D894E}"/>
                </a:ext>
              </a:extLst>
            </p:cNvPr>
            <p:cNvSpPr/>
            <p:nvPr/>
          </p:nvSpPr>
          <p:spPr>
            <a:xfrm>
              <a:off x="1923472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D31235D-6985-376A-283B-ACB02490B5AA}"/>
              </a:ext>
            </a:extLst>
          </p:cNvPr>
          <p:cNvGrpSpPr/>
          <p:nvPr/>
        </p:nvGrpSpPr>
        <p:grpSpPr>
          <a:xfrm>
            <a:off x="1900929" y="4633878"/>
            <a:ext cx="949603" cy="946307"/>
            <a:chOff x="1186129" y="2318686"/>
            <a:chExt cx="1543658" cy="130173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2FB641A-D602-A2BA-C82F-E98FFA67CA23}"/>
                </a:ext>
              </a:extLst>
            </p:cNvPr>
            <p:cNvSpPr/>
            <p:nvPr/>
          </p:nvSpPr>
          <p:spPr>
            <a:xfrm>
              <a:off x="1186129" y="2318686"/>
              <a:ext cx="1543658" cy="1301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99C29BD-4CB2-D438-39A5-E6B2D92393DC}"/>
                </a:ext>
              </a:extLst>
            </p:cNvPr>
            <p:cNvSpPr/>
            <p:nvPr/>
          </p:nvSpPr>
          <p:spPr>
            <a:xfrm>
              <a:off x="1406686" y="24060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F38219C9-5231-6BDB-56C7-54A3FD762897}"/>
                </a:ext>
              </a:extLst>
            </p:cNvPr>
            <p:cNvSpPr/>
            <p:nvPr/>
          </p:nvSpPr>
          <p:spPr>
            <a:xfrm>
              <a:off x="1607849" y="2410775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C8F7B8EC-91FA-9705-B7CE-8010CEC0091D}"/>
                </a:ext>
              </a:extLst>
            </p:cNvPr>
            <p:cNvSpPr/>
            <p:nvPr/>
          </p:nvSpPr>
          <p:spPr>
            <a:xfrm>
              <a:off x="1728210" y="238766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364FBAF6-72D3-1B5F-D6E5-1E9693C16DC6}"/>
                </a:ext>
              </a:extLst>
            </p:cNvPr>
            <p:cNvSpPr/>
            <p:nvPr/>
          </p:nvSpPr>
          <p:spPr>
            <a:xfrm>
              <a:off x="1855876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1E040D8-9FE4-8D88-B22F-0B66362F2951}"/>
                </a:ext>
              </a:extLst>
            </p:cNvPr>
            <p:cNvSpPr/>
            <p:nvPr/>
          </p:nvSpPr>
          <p:spPr>
            <a:xfrm>
              <a:off x="1923472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8D36FC5-BBD7-65EF-6AAD-7CBC878C9646}"/>
              </a:ext>
            </a:extLst>
          </p:cNvPr>
          <p:cNvGrpSpPr/>
          <p:nvPr/>
        </p:nvGrpSpPr>
        <p:grpSpPr>
          <a:xfrm>
            <a:off x="3586565" y="4633877"/>
            <a:ext cx="949603" cy="946307"/>
            <a:chOff x="1186129" y="2318686"/>
            <a:chExt cx="1543658" cy="1301733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8845BA7-D53B-371A-AA14-BBA7672233CC}"/>
                </a:ext>
              </a:extLst>
            </p:cNvPr>
            <p:cNvSpPr/>
            <p:nvPr/>
          </p:nvSpPr>
          <p:spPr>
            <a:xfrm>
              <a:off x="1186129" y="2318686"/>
              <a:ext cx="1543658" cy="1301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10A215FF-FED8-D84D-7914-273063A70F37}"/>
                </a:ext>
              </a:extLst>
            </p:cNvPr>
            <p:cNvSpPr/>
            <p:nvPr/>
          </p:nvSpPr>
          <p:spPr>
            <a:xfrm>
              <a:off x="1406686" y="24060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AB28FAE-BA80-2447-1165-5B5C3ADF340B}"/>
                </a:ext>
              </a:extLst>
            </p:cNvPr>
            <p:cNvSpPr/>
            <p:nvPr/>
          </p:nvSpPr>
          <p:spPr>
            <a:xfrm>
              <a:off x="1607849" y="2410775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96F5941-4B28-413A-A025-9BF26979DDB8}"/>
                </a:ext>
              </a:extLst>
            </p:cNvPr>
            <p:cNvSpPr/>
            <p:nvPr/>
          </p:nvSpPr>
          <p:spPr>
            <a:xfrm>
              <a:off x="1728210" y="238766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54A92157-A5CB-8961-5867-555EC629847F}"/>
                </a:ext>
              </a:extLst>
            </p:cNvPr>
            <p:cNvSpPr/>
            <p:nvPr/>
          </p:nvSpPr>
          <p:spPr>
            <a:xfrm>
              <a:off x="1855876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77DD4954-C754-5EC2-6799-9025CB7987E4}"/>
                </a:ext>
              </a:extLst>
            </p:cNvPr>
            <p:cNvSpPr/>
            <p:nvPr/>
          </p:nvSpPr>
          <p:spPr>
            <a:xfrm>
              <a:off x="1923472" y="2369312"/>
              <a:ext cx="536213" cy="1163782"/>
            </a:xfrm>
            <a:custGeom>
              <a:avLst/>
              <a:gdLst>
                <a:gd name="connsiteX0" fmla="*/ 665521 w 758529"/>
                <a:gd name="connsiteY0" fmla="*/ 0 h 1819564"/>
                <a:gd name="connsiteX1" fmla="*/ 503 w 758529"/>
                <a:gd name="connsiteY1" fmla="*/ 748146 h 1819564"/>
                <a:gd name="connsiteX2" fmla="*/ 757885 w 758529"/>
                <a:gd name="connsiteY2" fmla="*/ 1191491 h 1819564"/>
                <a:gd name="connsiteX3" fmla="*/ 129812 w 758529"/>
                <a:gd name="connsiteY3" fmla="*/ 1819564 h 181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529" h="1819564">
                  <a:moveTo>
                    <a:pt x="665521" y="0"/>
                  </a:moveTo>
                  <a:cubicBezTo>
                    <a:pt x="325315" y="274782"/>
                    <a:pt x="-14891" y="549564"/>
                    <a:pt x="503" y="748146"/>
                  </a:cubicBezTo>
                  <a:cubicBezTo>
                    <a:pt x="15897" y="946728"/>
                    <a:pt x="736334" y="1012922"/>
                    <a:pt x="757885" y="1191491"/>
                  </a:cubicBezTo>
                  <a:cubicBezTo>
                    <a:pt x="779436" y="1370060"/>
                    <a:pt x="254503" y="1681019"/>
                    <a:pt x="129812" y="1819564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B6FB996F-91CF-F838-1280-23D274F0457E}"/>
              </a:ext>
            </a:extLst>
          </p:cNvPr>
          <p:cNvSpPr txBox="1"/>
          <p:nvPr/>
        </p:nvSpPr>
        <p:spPr>
          <a:xfrm>
            <a:off x="4427783" y="5093691"/>
            <a:ext cx="11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Grid</a:t>
            </a:r>
            <a:endParaRPr lang="zh-CN" altLang="en-US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5DA75F5-FE97-AE52-0817-3E959A1384BC}"/>
              </a:ext>
            </a:extLst>
          </p:cNvPr>
          <p:cNvSpPr txBox="1"/>
          <p:nvPr/>
        </p:nvSpPr>
        <p:spPr>
          <a:xfrm>
            <a:off x="2644482" y="4893636"/>
            <a:ext cx="1120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…</a:t>
            </a:r>
            <a:endParaRPr lang="zh-CN" altLang="en-US" sz="2000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462434-6AF1-7F51-5E69-BABF58C0303B}"/>
              </a:ext>
            </a:extLst>
          </p:cNvPr>
          <p:cNvSpPr/>
          <p:nvPr/>
        </p:nvSpPr>
        <p:spPr>
          <a:xfrm>
            <a:off x="7291555" y="843467"/>
            <a:ext cx="566705" cy="4890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5B7EA05-4720-7CF8-E533-3030645EEBD3}"/>
              </a:ext>
            </a:extLst>
          </p:cNvPr>
          <p:cNvSpPr txBox="1"/>
          <p:nvPr/>
        </p:nvSpPr>
        <p:spPr>
          <a:xfrm>
            <a:off x="8099947" y="994093"/>
            <a:ext cx="1599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CUDA Core</a:t>
            </a:r>
            <a:endParaRPr lang="zh-CN" altLang="en-US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0711EB76-A67B-FA39-1E8A-4BCFB31EDD34}"/>
              </a:ext>
            </a:extLst>
          </p:cNvPr>
          <p:cNvSpPr txBox="1"/>
          <p:nvPr/>
        </p:nvSpPr>
        <p:spPr>
          <a:xfrm>
            <a:off x="7885464" y="2622734"/>
            <a:ext cx="1599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SM</a:t>
            </a:r>
            <a:endParaRPr lang="zh-CN" altLang="en-US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CAB091F5-F022-957C-ECF8-5EF2AA1120EE}"/>
              </a:ext>
            </a:extLst>
          </p:cNvPr>
          <p:cNvGrpSpPr/>
          <p:nvPr/>
        </p:nvGrpSpPr>
        <p:grpSpPr>
          <a:xfrm>
            <a:off x="7369648" y="2130897"/>
            <a:ext cx="464893" cy="1505719"/>
            <a:chOff x="8430712" y="1917755"/>
            <a:chExt cx="828217" cy="2562926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4D07530-098D-9851-943F-FAFBB3EF970B}"/>
                </a:ext>
              </a:extLst>
            </p:cNvPr>
            <p:cNvGrpSpPr/>
            <p:nvPr/>
          </p:nvGrpSpPr>
          <p:grpSpPr>
            <a:xfrm>
              <a:off x="8430712" y="2282005"/>
              <a:ext cx="826045" cy="184104"/>
              <a:chOff x="8430712" y="2282005"/>
              <a:chExt cx="826045" cy="184104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1EE9DC6D-79F7-E47C-F124-AA00AD048F0C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9DDFADEB-1E37-D293-40F7-BBEF69284A4D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0800E57-30F8-D525-645D-A1E2004EEC66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A2585DFC-71AB-C744-17FD-7FA453DCFEF3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4865C5EA-F874-5ED0-8DEE-65438197B2BC}"/>
                </a:ext>
              </a:extLst>
            </p:cNvPr>
            <p:cNvGrpSpPr/>
            <p:nvPr/>
          </p:nvGrpSpPr>
          <p:grpSpPr>
            <a:xfrm>
              <a:off x="8430712" y="2501215"/>
              <a:ext cx="826045" cy="184104"/>
              <a:chOff x="8430712" y="2282005"/>
              <a:chExt cx="826045" cy="184104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B075772-A55A-5BAC-3B9F-4EDD9FBCCB67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8C50FF1-39E6-B4FC-5023-0740F7BA459A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B0F54D5-2A0E-56DB-3E25-2FDCF453CE39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4790195C-614F-DDBB-922B-D1C6475B9FFE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91BFE5A-4019-3B6B-8635-D42CF400420F}"/>
                </a:ext>
              </a:extLst>
            </p:cNvPr>
            <p:cNvGrpSpPr/>
            <p:nvPr/>
          </p:nvGrpSpPr>
          <p:grpSpPr>
            <a:xfrm>
              <a:off x="8430712" y="2721249"/>
              <a:ext cx="826045" cy="184104"/>
              <a:chOff x="8430712" y="2282005"/>
              <a:chExt cx="826045" cy="184104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EC834F7B-E901-BD94-D90E-65EDE781DB94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9512EF2-A0B5-7581-A83C-FB790A14B644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3689BD58-2C1A-DC6A-FAB2-629FABB99365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6C56682-249E-7659-345F-EE34BFC36F3C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578282A8-DA9F-EB5C-18B0-9FD69657B074}"/>
                </a:ext>
              </a:extLst>
            </p:cNvPr>
            <p:cNvGrpSpPr/>
            <p:nvPr/>
          </p:nvGrpSpPr>
          <p:grpSpPr>
            <a:xfrm>
              <a:off x="8430712" y="2940459"/>
              <a:ext cx="826045" cy="184104"/>
              <a:chOff x="8430712" y="2282005"/>
              <a:chExt cx="826045" cy="184104"/>
            </a:xfrm>
          </p:grpSpPr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56A5A5B1-8DFC-6F32-497D-E5DC28B9501A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06887766-B0ED-087D-7010-5E3DED54EC92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B3C1B32-9C2F-7EEC-0956-3C85DA5E1A49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403C3DD4-E92F-D42F-447E-A077B9B0D30D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1282E7BD-1D48-0BE7-8077-85FF9F509CDC}"/>
                </a:ext>
              </a:extLst>
            </p:cNvPr>
            <p:cNvGrpSpPr/>
            <p:nvPr/>
          </p:nvGrpSpPr>
          <p:grpSpPr>
            <a:xfrm>
              <a:off x="8430712" y="3146331"/>
              <a:ext cx="826045" cy="184104"/>
              <a:chOff x="8430712" y="2282005"/>
              <a:chExt cx="826045" cy="184104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72DE57BF-9916-6DFA-848F-31DB0E79B23D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C3493C6-0BC1-E523-A70F-4BEDD6A3FF8A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F0691D1-C8BE-473F-6996-4E5E73567F09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CFBF8F73-B3E3-50BB-EF78-EEED05888B28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6AE8D4CE-14C9-3B0A-2277-11AB5E61E56D}"/>
                </a:ext>
              </a:extLst>
            </p:cNvPr>
            <p:cNvGrpSpPr/>
            <p:nvPr/>
          </p:nvGrpSpPr>
          <p:grpSpPr>
            <a:xfrm>
              <a:off x="8430712" y="3365541"/>
              <a:ext cx="826045" cy="184104"/>
              <a:chOff x="8430712" y="2282005"/>
              <a:chExt cx="826045" cy="184104"/>
            </a:xfrm>
          </p:grpSpPr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8D4ED81D-E139-5AA2-9749-4568793E0B37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0361AE2B-9215-A1F1-FF06-8F5E3D9DEAC3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AA506AA-AA67-8CC1-DDB7-3E929AD968DA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C23B229B-7C0C-5F92-6CA9-1B17849EAFEA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4DF8215E-9B15-984E-72D7-DD48D87995CA}"/>
                </a:ext>
              </a:extLst>
            </p:cNvPr>
            <p:cNvGrpSpPr/>
            <p:nvPr/>
          </p:nvGrpSpPr>
          <p:grpSpPr>
            <a:xfrm>
              <a:off x="8432884" y="3588119"/>
              <a:ext cx="826045" cy="184104"/>
              <a:chOff x="8430712" y="2282005"/>
              <a:chExt cx="826045" cy="184104"/>
            </a:xfrm>
          </p:grpSpPr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6566AF7A-BE98-B03C-80F2-2C0D5581F6FF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FF7768C3-1AD1-9A67-1221-78EA63249C8B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F044A0B3-AC40-EEFB-28A3-CCE273719EFE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3F0C5AFE-9A80-7801-B883-60B4AF1825B9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0764322F-C100-8877-A57F-85781A14BEE8}"/>
                </a:ext>
              </a:extLst>
            </p:cNvPr>
            <p:cNvGrpSpPr/>
            <p:nvPr/>
          </p:nvGrpSpPr>
          <p:grpSpPr>
            <a:xfrm>
              <a:off x="8432884" y="3807329"/>
              <a:ext cx="826045" cy="184104"/>
              <a:chOff x="8430712" y="2282005"/>
              <a:chExt cx="826045" cy="184104"/>
            </a:xfrm>
          </p:grpSpPr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A90138ED-7593-5412-CB11-7997E1841586}"/>
                  </a:ext>
                </a:extLst>
              </p:cNvPr>
              <p:cNvSpPr/>
              <p:nvPr/>
            </p:nvSpPr>
            <p:spPr>
              <a:xfrm>
                <a:off x="8430712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288786DC-DBE4-7899-043D-EF7759FCD4A5}"/>
                  </a:ext>
                </a:extLst>
              </p:cNvPr>
              <p:cNvSpPr/>
              <p:nvPr/>
            </p:nvSpPr>
            <p:spPr>
              <a:xfrm>
                <a:off x="8640619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C904F4B1-0713-233C-0320-C6A357CFA10A}"/>
                  </a:ext>
                </a:extLst>
              </p:cNvPr>
              <p:cNvSpPr/>
              <p:nvPr/>
            </p:nvSpPr>
            <p:spPr>
              <a:xfrm>
                <a:off x="8859898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6FF66F0A-29A6-6A93-AF07-2E319179885D}"/>
                  </a:ext>
                </a:extLst>
              </p:cNvPr>
              <p:cNvSpPr/>
              <p:nvPr/>
            </p:nvSpPr>
            <p:spPr>
              <a:xfrm>
                <a:off x="9069941" y="2282005"/>
                <a:ext cx="186816" cy="1841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097F30FD-A9DF-8EC8-71C2-C8C668A4C9D8}"/>
                </a:ext>
              </a:extLst>
            </p:cNvPr>
            <p:cNvSpPr/>
            <p:nvPr/>
          </p:nvSpPr>
          <p:spPr>
            <a:xfrm>
              <a:off x="8433459" y="2149579"/>
              <a:ext cx="395847" cy="92724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64D32A5C-20AB-4766-B967-3ED7ABE56C19}"/>
                </a:ext>
              </a:extLst>
            </p:cNvPr>
            <p:cNvSpPr/>
            <p:nvPr/>
          </p:nvSpPr>
          <p:spPr>
            <a:xfrm>
              <a:off x="8430712" y="4026539"/>
              <a:ext cx="826044" cy="68573"/>
            </a:xfrm>
            <a:prstGeom prst="rect">
              <a:avLst/>
            </a:prstGeom>
            <a:solidFill>
              <a:schemeClr val="accent6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4B64D8E4-E267-181F-5212-DED97742C87C}"/>
                </a:ext>
              </a:extLst>
            </p:cNvPr>
            <p:cNvSpPr/>
            <p:nvPr/>
          </p:nvSpPr>
          <p:spPr>
            <a:xfrm>
              <a:off x="8430712" y="4144050"/>
              <a:ext cx="826044" cy="68573"/>
            </a:xfrm>
            <a:prstGeom prst="rect">
              <a:avLst/>
            </a:prstGeom>
            <a:solidFill>
              <a:schemeClr val="accent6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E3DEBD55-A273-B7C4-122E-FAFFEC164711}"/>
                </a:ext>
              </a:extLst>
            </p:cNvPr>
            <p:cNvSpPr/>
            <p:nvPr/>
          </p:nvSpPr>
          <p:spPr>
            <a:xfrm>
              <a:off x="8430712" y="4269700"/>
              <a:ext cx="826044" cy="210981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2C46A06B-8984-C044-746F-42C961CFCF6A}"/>
                </a:ext>
              </a:extLst>
            </p:cNvPr>
            <p:cNvSpPr/>
            <p:nvPr/>
          </p:nvSpPr>
          <p:spPr>
            <a:xfrm>
              <a:off x="8432885" y="1917755"/>
              <a:ext cx="826044" cy="210981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094BC8B3-AA24-C150-E91D-62573B87F5A8}"/>
                </a:ext>
              </a:extLst>
            </p:cNvPr>
            <p:cNvSpPr/>
            <p:nvPr/>
          </p:nvSpPr>
          <p:spPr>
            <a:xfrm>
              <a:off x="8858446" y="2149254"/>
              <a:ext cx="395847" cy="92724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5" name="文本框 254">
            <a:extLst>
              <a:ext uri="{FF2B5EF4-FFF2-40B4-BE49-F238E27FC236}">
                <a16:creationId xmlns:a16="http://schemas.microsoft.com/office/drawing/2014/main" id="{46EF052C-E380-D7AD-8969-79BF75B8191D}"/>
              </a:ext>
            </a:extLst>
          </p:cNvPr>
          <p:cNvSpPr txBox="1"/>
          <p:nvPr/>
        </p:nvSpPr>
        <p:spPr>
          <a:xfrm>
            <a:off x="9565070" y="4355894"/>
            <a:ext cx="1599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Device</a:t>
            </a:r>
            <a:endParaRPr lang="zh-CN" altLang="en-US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1065" name="文本框 1064">
            <a:extLst>
              <a:ext uri="{FF2B5EF4-FFF2-40B4-BE49-F238E27FC236}">
                <a16:creationId xmlns:a16="http://schemas.microsoft.com/office/drawing/2014/main" id="{1C834C3C-1991-D82A-DC86-2ECD635EA2A2}"/>
              </a:ext>
            </a:extLst>
          </p:cNvPr>
          <p:cNvSpPr txBox="1"/>
          <p:nvPr/>
        </p:nvSpPr>
        <p:spPr>
          <a:xfrm>
            <a:off x="86665" y="107830"/>
            <a:ext cx="11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Software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1066" name="文本框 1065">
            <a:extLst>
              <a:ext uri="{FF2B5EF4-FFF2-40B4-BE49-F238E27FC236}">
                <a16:creationId xmlns:a16="http://schemas.microsoft.com/office/drawing/2014/main" id="{9DBD2E8C-8F3C-CFCC-F8AA-AA7887949355}"/>
              </a:ext>
            </a:extLst>
          </p:cNvPr>
          <p:cNvSpPr txBox="1"/>
          <p:nvPr/>
        </p:nvSpPr>
        <p:spPr>
          <a:xfrm>
            <a:off x="6109243" y="107830"/>
            <a:ext cx="11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Hardware</a:t>
            </a:r>
            <a:endParaRPr lang="zh-CN" altLang="en-US" b="1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grpSp>
        <p:nvGrpSpPr>
          <p:cNvPr id="1094" name="组合 1093">
            <a:extLst>
              <a:ext uri="{FF2B5EF4-FFF2-40B4-BE49-F238E27FC236}">
                <a16:creationId xmlns:a16="http://schemas.microsoft.com/office/drawing/2014/main" id="{61286E92-2EF6-4788-976E-A850D535DFC2}"/>
              </a:ext>
            </a:extLst>
          </p:cNvPr>
          <p:cNvGrpSpPr/>
          <p:nvPr/>
        </p:nvGrpSpPr>
        <p:grpSpPr>
          <a:xfrm>
            <a:off x="6634062" y="4326848"/>
            <a:ext cx="3149198" cy="1913715"/>
            <a:chOff x="6460415" y="3742855"/>
            <a:chExt cx="4844364" cy="2968757"/>
          </a:xfrm>
        </p:grpSpPr>
        <p:grpSp>
          <p:nvGrpSpPr>
            <p:cNvPr id="1076" name="组合 1075">
              <a:extLst>
                <a:ext uri="{FF2B5EF4-FFF2-40B4-BE49-F238E27FC236}">
                  <a16:creationId xmlns:a16="http://schemas.microsoft.com/office/drawing/2014/main" id="{3A55D31D-BF4F-A115-8552-0B11AD8084D9}"/>
                </a:ext>
              </a:extLst>
            </p:cNvPr>
            <p:cNvGrpSpPr/>
            <p:nvPr/>
          </p:nvGrpSpPr>
          <p:grpSpPr>
            <a:xfrm>
              <a:off x="6951757" y="3742855"/>
              <a:ext cx="3835543" cy="1367768"/>
              <a:chOff x="7357308" y="4118300"/>
              <a:chExt cx="3835543" cy="1367768"/>
            </a:xfrm>
          </p:grpSpPr>
          <p:pic>
            <p:nvPicPr>
              <p:cNvPr id="1068" name="图片 1067">
                <a:extLst>
                  <a:ext uri="{FF2B5EF4-FFF2-40B4-BE49-F238E27FC236}">
                    <a16:creationId xmlns:a16="http://schemas.microsoft.com/office/drawing/2014/main" id="{DF1305FD-68A9-FFA0-CC48-E6D506419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57308" y="4118301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69" name="图片 1068">
                <a:extLst>
                  <a:ext uri="{FF2B5EF4-FFF2-40B4-BE49-F238E27FC236}">
                    <a16:creationId xmlns:a16="http://schemas.microsoft.com/office/drawing/2014/main" id="{76ACE0F2-3E11-ED98-656F-68E640FA8B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41757" y="4118300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0" name="图片 1069">
                <a:extLst>
                  <a:ext uri="{FF2B5EF4-FFF2-40B4-BE49-F238E27FC236}">
                    <a16:creationId xmlns:a16="http://schemas.microsoft.com/office/drawing/2014/main" id="{F22D9122-7B6B-43CC-C45F-258F3CE5C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32583" y="4118301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1" name="图片 1070">
                <a:extLst>
                  <a:ext uri="{FF2B5EF4-FFF2-40B4-BE49-F238E27FC236}">
                    <a16:creationId xmlns:a16="http://schemas.microsoft.com/office/drawing/2014/main" id="{3C405582-EF42-000A-6C0B-0151F8C6A1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17032" y="4118300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2" name="图片 1071">
                <a:extLst>
                  <a:ext uri="{FF2B5EF4-FFF2-40B4-BE49-F238E27FC236}">
                    <a16:creationId xmlns:a16="http://schemas.microsoft.com/office/drawing/2014/main" id="{2EA31DA0-1ACC-FC9B-4CCF-29A0BF63B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07858" y="4126875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3" name="图片 1072">
                <a:extLst>
                  <a:ext uri="{FF2B5EF4-FFF2-40B4-BE49-F238E27FC236}">
                    <a16:creationId xmlns:a16="http://schemas.microsoft.com/office/drawing/2014/main" id="{CCF975E0-62AF-3867-3CA7-1CFBE7C03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92307" y="4126874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4" name="图片 1073">
                <a:extLst>
                  <a:ext uri="{FF2B5EF4-FFF2-40B4-BE49-F238E27FC236}">
                    <a16:creationId xmlns:a16="http://schemas.microsoft.com/office/drawing/2014/main" id="{0B7861DE-FB54-BD3C-7313-E9C064727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83133" y="4126875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5" name="图片 1074">
                <a:extLst>
                  <a:ext uri="{FF2B5EF4-FFF2-40B4-BE49-F238E27FC236}">
                    <a16:creationId xmlns:a16="http://schemas.microsoft.com/office/drawing/2014/main" id="{49134C82-B5BA-34EB-4292-7E992BCFC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67582" y="4126874"/>
                <a:ext cx="425269" cy="1359193"/>
              </a:xfrm>
              <a:prstGeom prst="rect">
                <a:avLst/>
              </a:prstGeom>
            </p:spPr>
          </p:pic>
        </p:grpSp>
        <p:grpSp>
          <p:nvGrpSpPr>
            <p:cNvPr id="1077" name="组合 1076">
              <a:extLst>
                <a:ext uri="{FF2B5EF4-FFF2-40B4-BE49-F238E27FC236}">
                  <a16:creationId xmlns:a16="http://schemas.microsoft.com/office/drawing/2014/main" id="{93527C19-45EE-42C2-B44F-A4CF6651848D}"/>
                </a:ext>
              </a:extLst>
            </p:cNvPr>
            <p:cNvGrpSpPr/>
            <p:nvPr/>
          </p:nvGrpSpPr>
          <p:grpSpPr>
            <a:xfrm>
              <a:off x="6951757" y="5343844"/>
              <a:ext cx="3835543" cy="1367768"/>
              <a:chOff x="7357308" y="4118300"/>
              <a:chExt cx="3835543" cy="1367768"/>
            </a:xfrm>
          </p:grpSpPr>
          <p:pic>
            <p:nvPicPr>
              <p:cNvPr id="1078" name="图片 1077">
                <a:extLst>
                  <a:ext uri="{FF2B5EF4-FFF2-40B4-BE49-F238E27FC236}">
                    <a16:creationId xmlns:a16="http://schemas.microsoft.com/office/drawing/2014/main" id="{B81D7BC1-A8EB-F8C8-76CE-AD2178EC0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57308" y="4118301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79" name="图片 1078">
                <a:extLst>
                  <a:ext uri="{FF2B5EF4-FFF2-40B4-BE49-F238E27FC236}">
                    <a16:creationId xmlns:a16="http://schemas.microsoft.com/office/drawing/2014/main" id="{081DB717-30DB-F287-1F16-99A32997B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41757" y="4118300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80" name="图片 1079">
                <a:extLst>
                  <a:ext uri="{FF2B5EF4-FFF2-40B4-BE49-F238E27FC236}">
                    <a16:creationId xmlns:a16="http://schemas.microsoft.com/office/drawing/2014/main" id="{FAE54E83-E5BC-8AA0-C15A-5FFFDC7E7E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32583" y="4118301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81" name="图片 1080">
                <a:extLst>
                  <a:ext uri="{FF2B5EF4-FFF2-40B4-BE49-F238E27FC236}">
                    <a16:creationId xmlns:a16="http://schemas.microsoft.com/office/drawing/2014/main" id="{7A882339-7C08-783D-B8CC-2D308957D7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17032" y="4118300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82" name="图片 1081">
                <a:extLst>
                  <a:ext uri="{FF2B5EF4-FFF2-40B4-BE49-F238E27FC236}">
                    <a16:creationId xmlns:a16="http://schemas.microsoft.com/office/drawing/2014/main" id="{14F4DB01-42B6-2C53-8C1C-52E09D2DF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07858" y="4126875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83" name="图片 1082">
                <a:extLst>
                  <a:ext uri="{FF2B5EF4-FFF2-40B4-BE49-F238E27FC236}">
                    <a16:creationId xmlns:a16="http://schemas.microsoft.com/office/drawing/2014/main" id="{0EFFF20E-91E9-5571-429A-95CA182EDD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92307" y="4126874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84" name="图片 1083">
                <a:extLst>
                  <a:ext uri="{FF2B5EF4-FFF2-40B4-BE49-F238E27FC236}">
                    <a16:creationId xmlns:a16="http://schemas.microsoft.com/office/drawing/2014/main" id="{F34A1CCD-096A-31BC-D3D5-7B0F0166D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83133" y="4126875"/>
                <a:ext cx="425269" cy="1359193"/>
              </a:xfrm>
              <a:prstGeom prst="rect">
                <a:avLst/>
              </a:prstGeom>
            </p:spPr>
          </p:pic>
          <p:pic>
            <p:nvPicPr>
              <p:cNvPr id="1085" name="图片 1084">
                <a:extLst>
                  <a:ext uri="{FF2B5EF4-FFF2-40B4-BE49-F238E27FC236}">
                    <a16:creationId xmlns:a16="http://schemas.microsoft.com/office/drawing/2014/main" id="{34A82ED3-E2E8-710A-DA4E-C157DBEAA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67582" y="4126874"/>
                <a:ext cx="425269" cy="1359193"/>
              </a:xfrm>
              <a:prstGeom prst="rect">
                <a:avLst/>
              </a:prstGeom>
            </p:spPr>
          </p:pic>
        </p:grpSp>
        <p:sp>
          <p:nvSpPr>
            <p:cNvPr id="1086" name="矩形 1085">
              <a:extLst>
                <a:ext uri="{FF2B5EF4-FFF2-40B4-BE49-F238E27FC236}">
                  <a16:creationId xmlns:a16="http://schemas.microsoft.com/office/drawing/2014/main" id="{C3F71347-F1CA-9D63-9941-FF4353E591B0}"/>
                </a:ext>
              </a:extLst>
            </p:cNvPr>
            <p:cNvSpPr/>
            <p:nvPr/>
          </p:nvSpPr>
          <p:spPr>
            <a:xfrm>
              <a:off x="6951757" y="5141646"/>
              <a:ext cx="3835543" cy="170185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8" name="矩形 1087">
              <a:extLst>
                <a:ext uri="{FF2B5EF4-FFF2-40B4-BE49-F238E27FC236}">
                  <a16:creationId xmlns:a16="http://schemas.microsoft.com/office/drawing/2014/main" id="{04E48107-02AD-814C-4142-61253D3D1FC3}"/>
                </a:ext>
              </a:extLst>
            </p:cNvPr>
            <p:cNvSpPr/>
            <p:nvPr/>
          </p:nvSpPr>
          <p:spPr>
            <a:xfrm>
              <a:off x="6460841" y="5772727"/>
              <a:ext cx="428609" cy="922553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9" name="矩形 1088">
              <a:extLst>
                <a:ext uri="{FF2B5EF4-FFF2-40B4-BE49-F238E27FC236}">
                  <a16:creationId xmlns:a16="http://schemas.microsoft.com/office/drawing/2014/main" id="{66D1AE72-285F-16C6-61EF-932ECBA6E529}"/>
                </a:ext>
              </a:extLst>
            </p:cNvPr>
            <p:cNvSpPr/>
            <p:nvPr/>
          </p:nvSpPr>
          <p:spPr>
            <a:xfrm>
              <a:off x="6465236" y="4764609"/>
              <a:ext cx="428609" cy="922553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0" name="矩形 1089">
              <a:extLst>
                <a:ext uri="{FF2B5EF4-FFF2-40B4-BE49-F238E27FC236}">
                  <a16:creationId xmlns:a16="http://schemas.microsoft.com/office/drawing/2014/main" id="{F8E652D8-4A88-6F99-F4BD-612614574CDE}"/>
                </a:ext>
              </a:extLst>
            </p:cNvPr>
            <p:cNvSpPr/>
            <p:nvPr/>
          </p:nvSpPr>
          <p:spPr>
            <a:xfrm>
              <a:off x="6460415" y="3742855"/>
              <a:ext cx="428609" cy="922553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1" name="矩形 1090">
              <a:extLst>
                <a:ext uri="{FF2B5EF4-FFF2-40B4-BE49-F238E27FC236}">
                  <a16:creationId xmlns:a16="http://schemas.microsoft.com/office/drawing/2014/main" id="{522A053B-97D8-0E31-8382-C2BFD7724B89}"/>
                </a:ext>
              </a:extLst>
            </p:cNvPr>
            <p:cNvSpPr/>
            <p:nvPr/>
          </p:nvSpPr>
          <p:spPr>
            <a:xfrm>
              <a:off x="10871775" y="5781963"/>
              <a:ext cx="428609" cy="922553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2" name="矩形 1091">
              <a:extLst>
                <a:ext uri="{FF2B5EF4-FFF2-40B4-BE49-F238E27FC236}">
                  <a16:creationId xmlns:a16="http://schemas.microsoft.com/office/drawing/2014/main" id="{2287C775-47E3-5A4C-8142-C31C6493B2A5}"/>
                </a:ext>
              </a:extLst>
            </p:cNvPr>
            <p:cNvSpPr/>
            <p:nvPr/>
          </p:nvSpPr>
          <p:spPr>
            <a:xfrm>
              <a:off x="10876170" y="4764609"/>
              <a:ext cx="428609" cy="922553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3" name="矩形 1092">
              <a:extLst>
                <a:ext uri="{FF2B5EF4-FFF2-40B4-BE49-F238E27FC236}">
                  <a16:creationId xmlns:a16="http://schemas.microsoft.com/office/drawing/2014/main" id="{BC4D724E-C1BC-4DB0-0D6F-8C40B720C99E}"/>
                </a:ext>
              </a:extLst>
            </p:cNvPr>
            <p:cNvSpPr/>
            <p:nvPr/>
          </p:nvSpPr>
          <p:spPr>
            <a:xfrm>
              <a:off x="10871349" y="3742855"/>
              <a:ext cx="428609" cy="922553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97" name="文本框 1096">
            <a:extLst>
              <a:ext uri="{FF2B5EF4-FFF2-40B4-BE49-F238E27FC236}">
                <a16:creationId xmlns:a16="http://schemas.microsoft.com/office/drawing/2014/main" id="{9E9F7216-81F6-8507-7A67-170BB0DE4B46}"/>
              </a:ext>
            </a:extLst>
          </p:cNvPr>
          <p:cNvSpPr txBox="1"/>
          <p:nvPr/>
        </p:nvSpPr>
        <p:spPr>
          <a:xfrm>
            <a:off x="8178857" y="1299372"/>
            <a:ext cx="2058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local memory, registers</a:t>
            </a:r>
            <a:endParaRPr lang="zh-CN" altLang="en-US" sz="11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1098" name="文本框 1097">
            <a:extLst>
              <a:ext uri="{FF2B5EF4-FFF2-40B4-BE49-F238E27FC236}">
                <a16:creationId xmlns:a16="http://schemas.microsoft.com/office/drawing/2014/main" id="{60C605B9-C783-2F2E-F62E-391EE184B563}"/>
              </a:ext>
            </a:extLst>
          </p:cNvPr>
          <p:cNvSpPr txBox="1"/>
          <p:nvPr/>
        </p:nvSpPr>
        <p:spPr>
          <a:xfrm>
            <a:off x="8329500" y="2955343"/>
            <a:ext cx="1328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Shared memory</a:t>
            </a:r>
            <a:endParaRPr lang="zh-CN" altLang="en-US" sz="11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  <p:sp>
        <p:nvSpPr>
          <p:cNvPr id="1099" name="文本框 1098">
            <a:extLst>
              <a:ext uri="{FF2B5EF4-FFF2-40B4-BE49-F238E27FC236}">
                <a16:creationId xmlns:a16="http://schemas.microsoft.com/office/drawing/2014/main" id="{B1B86EE9-60C5-5495-48DD-9930E560F14F}"/>
              </a:ext>
            </a:extLst>
          </p:cNvPr>
          <p:cNvSpPr txBox="1"/>
          <p:nvPr/>
        </p:nvSpPr>
        <p:spPr>
          <a:xfrm>
            <a:off x="9949892" y="4682571"/>
            <a:ext cx="20456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global memory, </a:t>
            </a:r>
          </a:p>
          <a:p>
            <a:r>
              <a:rPr lang="en-US" altLang="zh-CN" sz="11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readonly memory, </a:t>
            </a:r>
          </a:p>
          <a:p>
            <a:r>
              <a:rPr lang="en-US" altLang="zh-CN" sz="11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constant memory</a:t>
            </a:r>
            <a:endParaRPr lang="zh-CN" altLang="en-US" sz="1100">
              <a:latin typeface="等距更纱黑体 Slab SC" panose="02000509000000000000" pitchFamily="49" charset="-122"/>
              <a:ea typeface="等距更纱黑体 Slab SC" panose="02000509000000000000" pitchFamily="49" charset="-122"/>
              <a:cs typeface="等距更纱黑体 Slab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05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F9EC96A0-11C5-514C-7CB5-40500161F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400" y="2663522"/>
            <a:ext cx="537713" cy="5377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F9E758-E69D-2157-FD42-F3CA30DECA3F}"/>
              </a:ext>
            </a:extLst>
          </p:cNvPr>
          <p:cNvSpPr txBox="1"/>
          <p:nvPr/>
        </p:nvSpPr>
        <p:spPr>
          <a:xfrm>
            <a:off x="2967957" y="371365"/>
            <a:ext cx="1010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基站天线</a:t>
            </a:r>
          </a:p>
        </p:txBody>
      </p:sp>
      <p:pic>
        <p:nvPicPr>
          <p:cNvPr id="9" name="图形 8" descr="听筒">
            <a:extLst>
              <a:ext uri="{FF2B5EF4-FFF2-40B4-BE49-F238E27FC236}">
                <a16:creationId xmlns:a16="http://schemas.microsoft.com/office/drawing/2014/main" id="{43657806-7DE4-DB80-8F44-9AB31EBDE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173" y="1903464"/>
            <a:ext cx="392540" cy="392540"/>
          </a:xfrm>
          <a:prstGeom prst="rect">
            <a:avLst/>
          </a:prstGeom>
        </p:spPr>
      </p:pic>
      <p:sp>
        <p:nvSpPr>
          <p:cNvPr id="18" name="闪电形 17">
            <a:extLst>
              <a:ext uri="{FF2B5EF4-FFF2-40B4-BE49-F238E27FC236}">
                <a16:creationId xmlns:a16="http://schemas.microsoft.com/office/drawing/2014/main" id="{D8EFA0FE-53E3-D3A2-C08C-FADBE8365EC3}"/>
              </a:ext>
            </a:extLst>
          </p:cNvPr>
          <p:cNvSpPr/>
          <p:nvPr/>
        </p:nvSpPr>
        <p:spPr>
          <a:xfrm rot="4544304">
            <a:off x="1690645" y="1250264"/>
            <a:ext cx="425801" cy="908976"/>
          </a:xfrm>
          <a:prstGeom prst="lightningBol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 descr="服务器">
            <a:extLst>
              <a:ext uri="{FF2B5EF4-FFF2-40B4-BE49-F238E27FC236}">
                <a16:creationId xmlns:a16="http://schemas.microsoft.com/office/drawing/2014/main" id="{E7C53A65-E8B5-7A40-C973-48BF5EC7E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6242" y="1596488"/>
            <a:ext cx="503246" cy="50324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C6A6AFE-7230-DE2B-2BFA-C4A737D0DABC}"/>
              </a:ext>
            </a:extLst>
          </p:cNvPr>
          <p:cNvSpPr txBox="1"/>
          <p:nvPr/>
        </p:nvSpPr>
        <p:spPr>
          <a:xfrm>
            <a:off x="3860603" y="1884556"/>
            <a:ext cx="788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基站</a:t>
            </a:r>
          </a:p>
        </p:txBody>
      </p:sp>
      <p:sp>
        <p:nvSpPr>
          <p:cNvPr id="21" name="云形 20">
            <a:extLst>
              <a:ext uri="{FF2B5EF4-FFF2-40B4-BE49-F238E27FC236}">
                <a16:creationId xmlns:a16="http://schemas.microsoft.com/office/drawing/2014/main" id="{F184ACBB-FAE4-2C63-DBF9-73E24945D66D}"/>
              </a:ext>
            </a:extLst>
          </p:cNvPr>
          <p:cNvSpPr/>
          <p:nvPr/>
        </p:nvSpPr>
        <p:spPr>
          <a:xfrm>
            <a:off x="6404614" y="4699819"/>
            <a:ext cx="1754726" cy="841343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B4A9C1-AE1E-A8F6-6C66-581529F4E3A3}"/>
              </a:ext>
            </a:extLst>
          </p:cNvPr>
          <p:cNvSpPr txBox="1"/>
          <p:nvPr/>
        </p:nvSpPr>
        <p:spPr>
          <a:xfrm>
            <a:off x="4979456" y="2778491"/>
            <a:ext cx="788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承载网</a:t>
            </a:r>
          </a:p>
        </p:txBody>
      </p:sp>
      <p:sp>
        <p:nvSpPr>
          <p:cNvPr id="23" name="云形 22">
            <a:extLst>
              <a:ext uri="{FF2B5EF4-FFF2-40B4-BE49-F238E27FC236}">
                <a16:creationId xmlns:a16="http://schemas.microsoft.com/office/drawing/2014/main" id="{399DF526-83BB-C4AB-9785-B9E673D70A2A}"/>
              </a:ext>
            </a:extLst>
          </p:cNvPr>
          <p:cNvSpPr/>
          <p:nvPr/>
        </p:nvSpPr>
        <p:spPr>
          <a:xfrm>
            <a:off x="2904836" y="2730650"/>
            <a:ext cx="3343564" cy="2123059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D1B1E5A-9452-2810-22FC-DB0648B4F012}"/>
              </a:ext>
            </a:extLst>
          </p:cNvPr>
          <p:cNvSpPr txBox="1"/>
          <p:nvPr/>
        </p:nvSpPr>
        <p:spPr>
          <a:xfrm>
            <a:off x="6865891" y="4956338"/>
            <a:ext cx="788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核心网</a:t>
            </a: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4497CC39-3915-A401-949E-62AC1CF08C8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36253" y="2123871"/>
            <a:ext cx="656230" cy="653007"/>
          </a:xfrm>
          <a:prstGeom prst="curvedConnector3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CDF764B8-48FF-F083-5242-CAEFA49FE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29" y="3144234"/>
            <a:ext cx="537713" cy="53771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B6EE463-45DD-DABC-1225-04C427613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79" y="3357563"/>
            <a:ext cx="537713" cy="537713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16B7CD82-9646-63CB-36A8-F6C613634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543" y="3612482"/>
            <a:ext cx="537713" cy="537713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3D25CAF2-9FE9-45AE-99E5-B05AE4B7B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328" y="3743264"/>
            <a:ext cx="537713" cy="537713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03D39710-BD91-3A10-5874-C0730A2D1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578" y="3814614"/>
            <a:ext cx="537713" cy="537713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950E6970-0AD7-F61B-6B48-0C7C3E56D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395" y="4243641"/>
            <a:ext cx="537713" cy="537713"/>
          </a:xfrm>
          <a:prstGeom prst="rect">
            <a:avLst/>
          </a:prstGeom>
        </p:spPr>
      </p:pic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765DB1E-1B3D-522D-4FDC-A375A10090EA}"/>
              </a:ext>
            </a:extLst>
          </p:cNvPr>
          <p:cNvCxnSpPr/>
          <p:nvPr/>
        </p:nvCxnSpPr>
        <p:spPr>
          <a:xfrm>
            <a:off x="5652655" y="1201525"/>
            <a:ext cx="131600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8764082-9C64-7629-BFC3-243BCD4A7443}"/>
              </a:ext>
            </a:extLst>
          </p:cNvPr>
          <p:cNvSpPr txBox="1"/>
          <p:nvPr/>
        </p:nvSpPr>
        <p:spPr>
          <a:xfrm>
            <a:off x="6959239" y="1047637"/>
            <a:ext cx="788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电信号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98A9615-1B4F-BC45-238D-A13D6B8D0059}"/>
              </a:ext>
            </a:extLst>
          </p:cNvPr>
          <p:cNvCxnSpPr/>
          <p:nvPr/>
        </p:nvCxnSpPr>
        <p:spPr>
          <a:xfrm>
            <a:off x="5652655" y="1493947"/>
            <a:ext cx="131600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4CBFE5C0-FAAA-D694-C7DE-FFDE7D19270B}"/>
              </a:ext>
            </a:extLst>
          </p:cNvPr>
          <p:cNvSpPr txBox="1"/>
          <p:nvPr/>
        </p:nvSpPr>
        <p:spPr>
          <a:xfrm>
            <a:off x="6968656" y="1370579"/>
            <a:ext cx="788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光信号</a:t>
            </a:r>
          </a:p>
        </p:txBody>
      </p: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5F31485B-8736-0EED-4AEF-22582EC920C3}"/>
              </a:ext>
            </a:extLst>
          </p:cNvPr>
          <p:cNvCxnSpPr>
            <a:cxnSpLocks/>
            <a:stCxn id="38" idx="2"/>
            <a:endCxn id="39" idx="3"/>
          </p:cNvCxnSpPr>
          <p:nvPr/>
        </p:nvCxnSpPr>
        <p:spPr>
          <a:xfrm rot="5400000">
            <a:off x="4465222" y="3229056"/>
            <a:ext cx="211856" cy="156215"/>
          </a:xfrm>
          <a:prstGeom prst="curvedConnector2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181296D0-E701-25E9-9A2C-8B860F05BF5E}"/>
              </a:ext>
            </a:extLst>
          </p:cNvPr>
          <p:cNvCxnSpPr>
            <a:cxnSpLocks/>
            <a:stCxn id="39" idx="1"/>
            <a:endCxn id="42" idx="3"/>
          </p:cNvCxnSpPr>
          <p:nvPr/>
        </p:nvCxnSpPr>
        <p:spPr>
          <a:xfrm rot="10800000" flipH="1" flipV="1">
            <a:off x="3955329" y="3413091"/>
            <a:ext cx="159712" cy="599030"/>
          </a:xfrm>
          <a:prstGeom prst="curvedConnector5">
            <a:avLst>
              <a:gd name="adj1" fmla="val -143133"/>
              <a:gd name="adj2" fmla="val 50000"/>
              <a:gd name="adj3" fmla="val 243133"/>
            </a:avLst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54359038-DC36-C76A-8D81-08F0F07965F4}"/>
              </a:ext>
            </a:extLst>
          </p:cNvPr>
          <p:cNvCxnSpPr>
            <a:cxnSpLocks/>
            <a:stCxn id="42" idx="2"/>
            <a:endCxn id="43" idx="2"/>
          </p:cNvCxnSpPr>
          <p:nvPr/>
        </p:nvCxnSpPr>
        <p:spPr>
          <a:xfrm rot="16200000" flipH="1">
            <a:off x="4276635" y="3850527"/>
            <a:ext cx="71350" cy="932250"/>
          </a:xfrm>
          <a:prstGeom prst="curvedConnector3">
            <a:avLst>
              <a:gd name="adj1" fmla="val 420392"/>
            </a:avLst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曲线 74">
            <a:extLst>
              <a:ext uri="{FF2B5EF4-FFF2-40B4-BE49-F238E27FC236}">
                <a16:creationId xmlns:a16="http://schemas.microsoft.com/office/drawing/2014/main" id="{53E5C1A8-7647-3AE4-5813-A2BB549212CD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4493042" y="3413091"/>
            <a:ext cx="431637" cy="213329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曲线 77">
            <a:extLst>
              <a:ext uri="{FF2B5EF4-FFF2-40B4-BE49-F238E27FC236}">
                <a16:creationId xmlns:a16="http://schemas.microsoft.com/office/drawing/2014/main" id="{B866A14B-0DD3-7DEA-9401-8ECEFD34A06F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5462392" y="3626420"/>
            <a:ext cx="517151" cy="254919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曲线 80">
            <a:extLst>
              <a:ext uri="{FF2B5EF4-FFF2-40B4-BE49-F238E27FC236}">
                <a16:creationId xmlns:a16="http://schemas.microsoft.com/office/drawing/2014/main" id="{150896A9-DDF8-C761-C49C-8354634D9675}"/>
              </a:ext>
            </a:extLst>
          </p:cNvPr>
          <p:cNvCxnSpPr>
            <a:cxnSpLocks/>
            <a:stCxn id="40" idx="2"/>
            <a:endCxn id="44" idx="1"/>
          </p:cNvCxnSpPr>
          <p:nvPr/>
        </p:nvCxnSpPr>
        <p:spPr>
          <a:xfrm rot="16200000" flipH="1">
            <a:off x="5018354" y="4070457"/>
            <a:ext cx="617222" cy="266859"/>
          </a:xfrm>
          <a:prstGeom prst="curvedConnector2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曲线 83">
            <a:extLst>
              <a:ext uri="{FF2B5EF4-FFF2-40B4-BE49-F238E27FC236}">
                <a16:creationId xmlns:a16="http://schemas.microsoft.com/office/drawing/2014/main" id="{4F603F20-F68F-3956-CAE7-C3BA1A4FE1FE}"/>
              </a:ext>
            </a:extLst>
          </p:cNvPr>
          <p:cNvCxnSpPr>
            <a:cxnSpLocks/>
            <a:stCxn id="43" idx="3"/>
            <a:endCxn id="40" idx="2"/>
          </p:cNvCxnSpPr>
          <p:nvPr/>
        </p:nvCxnSpPr>
        <p:spPr>
          <a:xfrm flipV="1">
            <a:off x="5047291" y="3895276"/>
            <a:ext cx="146245" cy="188195"/>
          </a:xfrm>
          <a:prstGeom prst="curvedConnector2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曲线 87">
            <a:extLst>
              <a:ext uri="{FF2B5EF4-FFF2-40B4-BE49-F238E27FC236}">
                <a16:creationId xmlns:a16="http://schemas.microsoft.com/office/drawing/2014/main" id="{9934160C-003D-4CC6-515D-A1A12FA726EF}"/>
              </a:ext>
            </a:extLst>
          </p:cNvPr>
          <p:cNvCxnSpPr>
            <a:cxnSpLocks/>
            <a:stCxn id="41" idx="3"/>
            <a:endCxn id="21" idx="3"/>
          </p:cNvCxnSpPr>
          <p:nvPr/>
        </p:nvCxnSpPr>
        <p:spPr>
          <a:xfrm>
            <a:off x="6517256" y="3881339"/>
            <a:ext cx="764721" cy="866585"/>
          </a:xfrm>
          <a:prstGeom prst="curvedConnector2">
            <a:avLst/>
          </a:prstGeom>
          <a:ln w="1905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8FC39FF2-68F9-6170-7C2D-CD6F3DD0A1E5}"/>
              </a:ext>
            </a:extLst>
          </p:cNvPr>
          <p:cNvCxnSpPr>
            <a:cxnSpLocks/>
            <a:stCxn id="44" idx="3"/>
            <a:endCxn id="21" idx="3"/>
          </p:cNvCxnSpPr>
          <p:nvPr/>
        </p:nvCxnSpPr>
        <p:spPr>
          <a:xfrm>
            <a:off x="5998108" y="4512498"/>
            <a:ext cx="1283869" cy="235426"/>
          </a:xfrm>
          <a:prstGeom prst="curvedConnector2">
            <a:avLst/>
          </a:prstGeom>
          <a:ln w="1905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图片 98">
            <a:extLst>
              <a:ext uri="{FF2B5EF4-FFF2-40B4-BE49-F238E27FC236}">
                <a16:creationId xmlns:a16="http://schemas.microsoft.com/office/drawing/2014/main" id="{960B1FC8-32D7-B809-2941-30C3C94453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656" y="626457"/>
            <a:ext cx="842360" cy="842360"/>
          </a:xfrm>
          <a:prstGeom prst="rect">
            <a:avLst/>
          </a:prstGeom>
        </p:spPr>
      </p:pic>
      <p:cxnSp>
        <p:nvCxnSpPr>
          <p:cNvPr id="101" name="连接符: 曲线 100">
            <a:extLst>
              <a:ext uri="{FF2B5EF4-FFF2-40B4-BE49-F238E27FC236}">
                <a16:creationId xmlns:a16="http://schemas.microsoft.com/office/drawing/2014/main" id="{D5B7B45B-9862-BABA-FBAD-9E8D693F0A1B}"/>
              </a:ext>
            </a:extLst>
          </p:cNvPr>
          <p:cNvCxnSpPr>
            <a:cxnSpLocks/>
            <a:stCxn id="99" idx="3"/>
            <a:endCxn id="19" idx="1"/>
          </p:cNvCxnSpPr>
          <p:nvPr/>
        </p:nvCxnSpPr>
        <p:spPr>
          <a:xfrm>
            <a:off x="3326016" y="1047637"/>
            <a:ext cx="360226" cy="800474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FC892AD-FAD6-E31F-7B0D-EF6DB135CD90}"/>
              </a:ext>
            </a:extLst>
          </p:cNvPr>
          <p:cNvSpPr txBox="1"/>
          <p:nvPr/>
        </p:nvSpPr>
        <p:spPr>
          <a:xfrm>
            <a:off x="1197778" y="2251671"/>
            <a:ext cx="1010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latin typeface="等距更纱黑体 Slab SC" panose="02000509000000000000" pitchFamily="49" charset="-122"/>
                <a:ea typeface="等距更纱黑体 Slab SC" panose="02000509000000000000" pitchFamily="49" charset="-122"/>
                <a:cs typeface="等距更纱黑体 Slab SC" panose="02000509000000000000" pitchFamily="49" charset="-122"/>
              </a:rPr>
              <a:t>移动终端</a:t>
            </a:r>
          </a:p>
        </p:txBody>
      </p:sp>
    </p:spTree>
    <p:extLst>
      <p:ext uri="{BB962C8B-B14F-4D97-AF65-F5344CB8AC3E}">
        <p14:creationId xmlns:p14="http://schemas.microsoft.com/office/powerpoint/2010/main" val="1394965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4E2B3474-BC67-E476-2472-BFCA2ADD4021}"/>
              </a:ext>
            </a:extLst>
          </p:cNvPr>
          <p:cNvSpPr/>
          <p:nvPr/>
        </p:nvSpPr>
        <p:spPr>
          <a:xfrm>
            <a:off x="1496292" y="5153309"/>
            <a:ext cx="8255272" cy="15379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40522377-D3AB-1C1B-6079-3D6F38E3CF01}"/>
              </a:ext>
            </a:extLst>
          </p:cNvPr>
          <p:cNvSpPr/>
          <p:nvPr/>
        </p:nvSpPr>
        <p:spPr>
          <a:xfrm>
            <a:off x="4381637" y="5133962"/>
            <a:ext cx="2462810" cy="165894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FA9C4B3E-EAAF-D0D5-3945-8D9279020D18}"/>
              </a:ext>
            </a:extLst>
          </p:cNvPr>
          <p:cNvSpPr/>
          <p:nvPr/>
        </p:nvSpPr>
        <p:spPr>
          <a:xfrm>
            <a:off x="1748585" y="5163678"/>
            <a:ext cx="2462810" cy="165894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4102C034-7772-A665-F99B-30F566C64F51}"/>
              </a:ext>
            </a:extLst>
          </p:cNvPr>
          <p:cNvSpPr/>
          <p:nvPr/>
        </p:nvSpPr>
        <p:spPr>
          <a:xfrm>
            <a:off x="9722456" y="1329629"/>
            <a:ext cx="2404429" cy="25697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AFE0DDE-D361-DC7B-CF00-D71049891EBD}"/>
              </a:ext>
            </a:extLst>
          </p:cNvPr>
          <p:cNvSpPr/>
          <p:nvPr/>
        </p:nvSpPr>
        <p:spPr>
          <a:xfrm>
            <a:off x="88066" y="1118747"/>
            <a:ext cx="2404429" cy="287750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4BC2E28-AA4E-98D0-E46E-6C8258CEB003}"/>
              </a:ext>
            </a:extLst>
          </p:cNvPr>
          <p:cNvSpPr/>
          <p:nvPr/>
        </p:nvSpPr>
        <p:spPr>
          <a:xfrm>
            <a:off x="2493734" y="-1"/>
            <a:ext cx="5885941" cy="8710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F26DDE5-8810-E3B3-B37E-99425F579D49}"/>
              </a:ext>
            </a:extLst>
          </p:cNvPr>
          <p:cNvSpPr/>
          <p:nvPr/>
        </p:nvSpPr>
        <p:spPr>
          <a:xfrm>
            <a:off x="2535290" y="2754854"/>
            <a:ext cx="6218655" cy="1000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B594B99-CB33-DC4F-7711-16674414F813}"/>
              </a:ext>
            </a:extLst>
          </p:cNvPr>
          <p:cNvSpPr/>
          <p:nvPr/>
        </p:nvSpPr>
        <p:spPr>
          <a:xfrm>
            <a:off x="2535289" y="3972227"/>
            <a:ext cx="6218655" cy="1000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形 6" descr="无线路由器">
            <a:extLst>
              <a:ext uri="{FF2B5EF4-FFF2-40B4-BE49-F238E27FC236}">
                <a16:creationId xmlns:a16="http://schemas.microsoft.com/office/drawing/2014/main" id="{21DC19EE-94D7-588D-B3C0-8E19B9456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2112" y="3030548"/>
            <a:ext cx="457834" cy="457834"/>
          </a:xfrm>
          <a:prstGeom prst="rect">
            <a:avLst/>
          </a:prstGeom>
        </p:spPr>
      </p:pic>
      <p:pic>
        <p:nvPicPr>
          <p:cNvPr id="9" name="图形 8" descr="计算机">
            <a:extLst>
              <a:ext uri="{FF2B5EF4-FFF2-40B4-BE49-F238E27FC236}">
                <a16:creationId xmlns:a16="http://schemas.microsoft.com/office/drawing/2014/main" id="{EA26E925-CD92-8F21-7FC3-B2232CDAF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9179" y="6015220"/>
            <a:ext cx="465403" cy="465403"/>
          </a:xfrm>
          <a:prstGeom prst="rect">
            <a:avLst/>
          </a:prstGeom>
        </p:spPr>
      </p:pic>
      <p:pic>
        <p:nvPicPr>
          <p:cNvPr id="11" name="图形 10" descr="复印机">
            <a:extLst>
              <a:ext uri="{FF2B5EF4-FFF2-40B4-BE49-F238E27FC236}">
                <a16:creationId xmlns:a16="http://schemas.microsoft.com/office/drawing/2014/main" id="{44A739C3-D0D4-0460-6247-BB01749F8C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6044" y="3069921"/>
            <a:ext cx="448237" cy="4482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AF61969-386F-F7C5-8CF5-81B54BC98C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055" y="52022"/>
            <a:ext cx="537713" cy="53771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B0AE8A2-3EC0-F251-C38D-B3BC35E6F091}"/>
              </a:ext>
            </a:extLst>
          </p:cNvPr>
          <p:cNvSpPr txBox="1"/>
          <p:nvPr/>
        </p:nvSpPr>
        <p:spPr>
          <a:xfrm>
            <a:off x="2600230" y="513845"/>
            <a:ext cx="1644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出口路由器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9E3548-0C97-2D4C-13C5-9B3A91AE8F93}"/>
              </a:ext>
            </a:extLst>
          </p:cNvPr>
          <p:cNvSpPr txBox="1"/>
          <p:nvPr/>
        </p:nvSpPr>
        <p:spPr>
          <a:xfrm>
            <a:off x="3691194" y="1398612"/>
            <a:ext cx="1223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防火墙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FADE32-D361-E846-8FDC-D5A1A3D370B5}"/>
              </a:ext>
            </a:extLst>
          </p:cNvPr>
          <p:cNvSpPr txBox="1"/>
          <p:nvPr/>
        </p:nvSpPr>
        <p:spPr>
          <a:xfrm>
            <a:off x="2627694" y="2210892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IPS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04E7413-EF89-FB5B-300F-043128AA6D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495" y="52022"/>
            <a:ext cx="537713" cy="53771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8961274-AD0D-DC14-17E1-152C2256A49D}"/>
              </a:ext>
            </a:extLst>
          </p:cNvPr>
          <p:cNvSpPr txBox="1"/>
          <p:nvPr/>
        </p:nvSpPr>
        <p:spPr>
          <a:xfrm>
            <a:off x="6110489" y="2240476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IPS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2" name="图形 21" descr="服务器">
            <a:extLst>
              <a:ext uri="{FF2B5EF4-FFF2-40B4-BE49-F238E27FC236}">
                <a16:creationId xmlns:a16="http://schemas.microsoft.com/office/drawing/2014/main" id="{26890299-CF75-9C2D-3D35-69C3701F5A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4021" y="2175268"/>
            <a:ext cx="457834" cy="457834"/>
          </a:xfrm>
          <a:prstGeom prst="rect">
            <a:avLst/>
          </a:prstGeom>
        </p:spPr>
      </p:pic>
      <p:pic>
        <p:nvPicPr>
          <p:cNvPr id="23" name="图形 22" descr="服务器">
            <a:extLst>
              <a:ext uri="{FF2B5EF4-FFF2-40B4-BE49-F238E27FC236}">
                <a16:creationId xmlns:a16="http://schemas.microsoft.com/office/drawing/2014/main" id="{73C6FDF1-EFF4-A6FF-978C-CAF3062182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0961" y="1035175"/>
            <a:ext cx="457834" cy="457834"/>
          </a:xfrm>
          <a:prstGeom prst="rect">
            <a:avLst/>
          </a:prstGeom>
        </p:spPr>
      </p:pic>
      <p:pic>
        <p:nvPicPr>
          <p:cNvPr id="24" name="图形 23" descr="服务器">
            <a:extLst>
              <a:ext uri="{FF2B5EF4-FFF2-40B4-BE49-F238E27FC236}">
                <a16:creationId xmlns:a16="http://schemas.microsoft.com/office/drawing/2014/main" id="{07AB5BAD-483D-3FA8-5173-C7F0D5FFF9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0754" y="1962329"/>
            <a:ext cx="457834" cy="457834"/>
          </a:xfrm>
          <a:prstGeom prst="rect">
            <a:avLst/>
          </a:prstGeom>
        </p:spPr>
      </p:pic>
      <p:pic>
        <p:nvPicPr>
          <p:cNvPr id="25" name="图形 24" descr="服务器">
            <a:extLst>
              <a:ext uri="{FF2B5EF4-FFF2-40B4-BE49-F238E27FC236}">
                <a16:creationId xmlns:a16="http://schemas.microsoft.com/office/drawing/2014/main" id="{9A1E81DF-7470-0F0A-398D-7E3EDAFE99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41434" y="1959291"/>
            <a:ext cx="457834" cy="45783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6F001A3-14BA-6C9C-3609-F561AF9883F6}"/>
              </a:ext>
            </a:extLst>
          </p:cNvPr>
          <p:cNvSpPr txBox="1"/>
          <p:nvPr/>
        </p:nvSpPr>
        <p:spPr>
          <a:xfrm>
            <a:off x="8643420" y="2571598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WAF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0B57443-487E-6099-BAF7-212147832A3E}"/>
              </a:ext>
            </a:extLst>
          </p:cNvPr>
          <p:cNvSpPr txBox="1"/>
          <p:nvPr/>
        </p:nvSpPr>
        <p:spPr>
          <a:xfrm>
            <a:off x="10087246" y="3424920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xxx.com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BFDF82-CC2B-572C-D536-1B15CD044D0A}"/>
              </a:ext>
            </a:extLst>
          </p:cNvPr>
          <p:cNvSpPr txBox="1"/>
          <p:nvPr/>
        </p:nvSpPr>
        <p:spPr>
          <a:xfrm>
            <a:off x="3599142" y="4789340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D5194F0-616F-E18E-FF79-88C10AF7ADCB}"/>
              </a:ext>
            </a:extLst>
          </p:cNvPr>
          <p:cNvSpPr txBox="1"/>
          <p:nvPr/>
        </p:nvSpPr>
        <p:spPr>
          <a:xfrm>
            <a:off x="2372915" y="6293904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</a:rPr>
              <a:t>VLAN1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F02E98C-3AC8-B647-1B0B-9BF846F0B63F}"/>
              </a:ext>
            </a:extLst>
          </p:cNvPr>
          <p:cNvSpPr txBox="1"/>
          <p:nvPr/>
        </p:nvSpPr>
        <p:spPr>
          <a:xfrm>
            <a:off x="9151606" y="1381171"/>
            <a:ext cx="662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IDS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4" name="图形 33" descr="服务器">
            <a:extLst>
              <a:ext uri="{FF2B5EF4-FFF2-40B4-BE49-F238E27FC236}">
                <a16:creationId xmlns:a16="http://schemas.microsoft.com/office/drawing/2014/main" id="{AD3000A0-FA6E-73CD-98BD-1FACEB5DEC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4021" y="954089"/>
            <a:ext cx="457834" cy="457834"/>
          </a:xfrm>
          <a:prstGeom prst="rect">
            <a:avLst/>
          </a:prstGeom>
        </p:spPr>
      </p:pic>
      <p:pic>
        <p:nvPicPr>
          <p:cNvPr id="35" name="图形 34" descr="无线路由器">
            <a:extLst>
              <a:ext uri="{FF2B5EF4-FFF2-40B4-BE49-F238E27FC236}">
                <a16:creationId xmlns:a16="http://schemas.microsoft.com/office/drawing/2014/main" id="{3B87C403-0F92-B476-DD0A-6DF016F6B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9447" y="4302175"/>
            <a:ext cx="457834" cy="45783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1A6F37DA-C36B-3E30-B357-B8FAE2A50F51}"/>
              </a:ext>
            </a:extLst>
          </p:cNvPr>
          <p:cNvSpPr txBox="1"/>
          <p:nvPr/>
        </p:nvSpPr>
        <p:spPr>
          <a:xfrm>
            <a:off x="5386378" y="4789340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</a:p>
        </p:txBody>
      </p:sp>
      <p:pic>
        <p:nvPicPr>
          <p:cNvPr id="37" name="图形 36" descr="无线路由器">
            <a:extLst>
              <a:ext uri="{FF2B5EF4-FFF2-40B4-BE49-F238E27FC236}">
                <a16:creationId xmlns:a16="http://schemas.microsoft.com/office/drawing/2014/main" id="{6BBFF2F1-94EE-4F86-F200-72E36ABC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2814" y="3028900"/>
            <a:ext cx="457834" cy="457834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6FD88780-85F0-EBFB-912D-013F19EA0E69}"/>
              </a:ext>
            </a:extLst>
          </p:cNvPr>
          <p:cNvSpPr txBox="1"/>
          <p:nvPr/>
        </p:nvSpPr>
        <p:spPr>
          <a:xfrm>
            <a:off x="7144685" y="4695475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6A05C12-C8B1-AFCE-3462-79116DD84F92}"/>
              </a:ext>
            </a:extLst>
          </p:cNvPr>
          <p:cNvSpPr txBox="1"/>
          <p:nvPr/>
        </p:nvSpPr>
        <p:spPr>
          <a:xfrm>
            <a:off x="8851424" y="3804271"/>
            <a:ext cx="663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IDS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0" name="图形 39" descr="服务器">
            <a:extLst>
              <a:ext uri="{FF2B5EF4-FFF2-40B4-BE49-F238E27FC236}">
                <a16:creationId xmlns:a16="http://schemas.microsoft.com/office/drawing/2014/main" id="{AD229CDC-DF4A-141A-6E3B-37DC0C51AF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4021" y="3346437"/>
            <a:ext cx="457834" cy="457834"/>
          </a:xfrm>
          <a:prstGeom prst="rect">
            <a:avLst/>
          </a:prstGeom>
        </p:spPr>
      </p:pic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E90298BA-02DD-12EB-213F-594C980EB5B6}"/>
              </a:ext>
            </a:extLst>
          </p:cNvPr>
          <p:cNvCxnSpPr>
            <a:stCxn id="12" idx="2"/>
            <a:endCxn id="23" idx="0"/>
          </p:cNvCxnSpPr>
          <p:nvPr/>
        </p:nvCxnSpPr>
        <p:spPr>
          <a:xfrm rot="5400000">
            <a:off x="3410175" y="809438"/>
            <a:ext cx="445440" cy="6034"/>
          </a:xfrm>
          <a:prstGeom prst="curved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404905C7-E0C3-CA85-D87B-EFC8ADB1DF92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5400000">
            <a:off x="3395115" y="1727566"/>
            <a:ext cx="469320" cy="20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4E46F6C6-635D-E361-5A0D-D85203D30673}"/>
              </a:ext>
            </a:extLst>
          </p:cNvPr>
          <p:cNvCxnSpPr>
            <a:cxnSpLocks/>
            <a:stCxn id="19" idx="2"/>
            <a:endCxn id="49" idx="0"/>
          </p:cNvCxnSpPr>
          <p:nvPr/>
        </p:nvCxnSpPr>
        <p:spPr>
          <a:xfrm rot="5400000">
            <a:off x="6842812" y="812731"/>
            <a:ext cx="450536" cy="4545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5985D90B-D287-E9DE-CA8B-557418250F65}"/>
              </a:ext>
            </a:extLst>
          </p:cNvPr>
          <p:cNvSpPr txBox="1"/>
          <p:nvPr/>
        </p:nvSpPr>
        <p:spPr>
          <a:xfrm>
            <a:off x="7181397" y="1393443"/>
            <a:ext cx="1198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防火墙</a:t>
            </a:r>
          </a:p>
        </p:txBody>
      </p:sp>
      <p:pic>
        <p:nvPicPr>
          <p:cNvPr id="49" name="图形 48" descr="服务器">
            <a:extLst>
              <a:ext uri="{FF2B5EF4-FFF2-40B4-BE49-F238E27FC236}">
                <a16:creationId xmlns:a16="http://schemas.microsoft.com/office/drawing/2014/main" id="{13E73801-1B29-4A8E-A75B-2DAA3ADEAC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36890" y="1040271"/>
            <a:ext cx="457834" cy="457834"/>
          </a:xfrm>
          <a:prstGeom prst="rect">
            <a:avLst/>
          </a:prstGeom>
        </p:spPr>
      </p:pic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72127BAC-7EDB-1E68-D77B-43773A59D0EE}"/>
              </a:ext>
            </a:extLst>
          </p:cNvPr>
          <p:cNvCxnSpPr>
            <a:cxnSpLocks/>
            <a:stCxn id="49" idx="2"/>
            <a:endCxn id="25" idx="0"/>
          </p:cNvCxnSpPr>
          <p:nvPr/>
        </p:nvCxnSpPr>
        <p:spPr>
          <a:xfrm rot="16200000" flipH="1">
            <a:off x="6837486" y="1726426"/>
            <a:ext cx="461186" cy="4544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8D0F2884-F005-D5A2-7A1D-9C9EF71024C6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>
            <a:off x="7299269" y="2188209"/>
            <a:ext cx="1654753" cy="21597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C650B1D4-D76A-D883-A4FA-51032D734CA4}"/>
              </a:ext>
            </a:extLst>
          </p:cNvPr>
          <p:cNvCxnSpPr>
            <a:cxnSpLocks/>
            <a:stCxn id="34" idx="2"/>
          </p:cNvCxnSpPr>
          <p:nvPr/>
        </p:nvCxnSpPr>
        <p:spPr>
          <a:xfrm rot="16200000" flipH="1">
            <a:off x="8811853" y="1783007"/>
            <a:ext cx="742170" cy="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曲线 62">
            <a:extLst>
              <a:ext uri="{FF2B5EF4-FFF2-40B4-BE49-F238E27FC236}">
                <a16:creationId xmlns:a16="http://schemas.microsoft.com/office/drawing/2014/main" id="{C47ECC7C-5580-D3CF-04B8-DCFABA773BD8}"/>
              </a:ext>
            </a:extLst>
          </p:cNvPr>
          <p:cNvCxnSpPr>
            <a:cxnSpLocks/>
            <a:endCxn id="22" idx="3"/>
          </p:cNvCxnSpPr>
          <p:nvPr/>
        </p:nvCxnSpPr>
        <p:spPr>
          <a:xfrm rot="10800000">
            <a:off x="9411855" y="2404186"/>
            <a:ext cx="1041604" cy="92276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F5F0337E-C22D-5EFC-D6B6-07F552E15ACE}"/>
              </a:ext>
            </a:extLst>
          </p:cNvPr>
          <p:cNvCxnSpPr>
            <a:cxnSpLocks/>
            <a:stCxn id="37" idx="0"/>
            <a:endCxn id="25" idx="2"/>
          </p:cNvCxnSpPr>
          <p:nvPr/>
        </p:nvCxnSpPr>
        <p:spPr>
          <a:xfrm rot="16200000" flipV="1">
            <a:off x="6765154" y="2722323"/>
            <a:ext cx="611775" cy="138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6709FD12-35CE-961F-538E-49B1BF792A18}"/>
              </a:ext>
            </a:extLst>
          </p:cNvPr>
          <p:cNvCxnSpPr>
            <a:cxnSpLocks/>
            <a:stCxn id="35" idx="0"/>
            <a:endCxn id="7" idx="2"/>
          </p:cNvCxnSpPr>
          <p:nvPr/>
        </p:nvCxnSpPr>
        <p:spPr>
          <a:xfrm rot="16200000" flipV="1">
            <a:off x="3542801" y="3576611"/>
            <a:ext cx="813793" cy="63733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CD4CCE3B-6868-AFFC-2C8E-28B745A71DD2}"/>
              </a:ext>
            </a:extLst>
          </p:cNvPr>
          <p:cNvCxnSpPr>
            <a:cxnSpLocks/>
            <a:stCxn id="7" idx="0"/>
            <a:endCxn id="24" idx="2"/>
          </p:cNvCxnSpPr>
          <p:nvPr/>
        </p:nvCxnSpPr>
        <p:spPr>
          <a:xfrm rot="16200000" flipV="1">
            <a:off x="3325158" y="2724677"/>
            <a:ext cx="610385" cy="135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166607B-C894-4EEF-7ED5-841F568C9AFB}"/>
              </a:ext>
            </a:extLst>
          </p:cNvPr>
          <p:cNvSpPr txBox="1"/>
          <p:nvPr/>
        </p:nvSpPr>
        <p:spPr>
          <a:xfrm>
            <a:off x="1496292" y="5186754"/>
            <a:ext cx="1191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接入层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C3E5B3D-2F94-8D86-F4D9-9987F9E716B9}"/>
              </a:ext>
            </a:extLst>
          </p:cNvPr>
          <p:cNvSpPr txBox="1"/>
          <p:nvPr/>
        </p:nvSpPr>
        <p:spPr>
          <a:xfrm>
            <a:off x="2346151" y="3964662"/>
            <a:ext cx="1191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汇聚层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CA17C8E-01B9-D701-1106-FB45D9D42A74}"/>
              </a:ext>
            </a:extLst>
          </p:cNvPr>
          <p:cNvSpPr txBox="1"/>
          <p:nvPr/>
        </p:nvSpPr>
        <p:spPr>
          <a:xfrm>
            <a:off x="2332153" y="2731649"/>
            <a:ext cx="1191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核心层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15E5387-2AFF-CCBC-2F39-31EB36F6647A}"/>
              </a:ext>
            </a:extLst>
          </p:cNvPr>
          <p:cNvSpPr txBox="1"/>
          <p:nvPr/>
        </p:nvSpPr>
        <p:spPr>
          <a:xfrm>
            <a:off x="10625167" y="2299505"/>
            <a:ext cx="156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DMZ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区</a:t>
            </a:r>
            <a:endParaRPr lang="en-US" altLang="zh-CN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对外服务器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3C1CE2B-DAE8-EE6F-1C25-7D04E6D084B6}"/>
              </a:ext>
            </a:extLst>
          </p:cNvPr>
          <p:cNvSpPr txBox="1"/>
          <p:nvPr/>
        </p:nvSpPr>
        <p:spPr>
          <a:xfrm>
            <a:off x="868214" y="1637789"/>
            <a:ext cx="1477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核心管理区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BACC567-92DA-30E0-AB68-7721A33C4492}"/>
              </a:ext>
            </a:extLst>
          </p:cNvPr>
          <p:cNvSpPr txBox="1"/>
          <p:nvPr/>
        </p:nvSpPr>
        <p:spPr>
          <a:xfrm>
            <a:off x="4790634" y="166779"/>
            <a:ext cx="1191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互联网</a:t>
            </a:r>
          </a:p>
        </p:txBody>
      </p:sp>
      <p:pic>
        <p:nvPicPr>
          <p:cNvPr id="100" name="图形 99" descr="无线路由器">
            <a:extLst>
              <a:ext uri="{FF2B5EF4-FFF2-40B4-BE49-F238E27FC236}">
                <a16:creationId xmlns:a16="http://schemas.microsoft.com/office/drawing/2014/main" id="{1DAA108C-E146-F2FF-D47E-B4ADF3A1A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7470" y="4300632"/>
            <a:ext cx="457834" cy="457834"/>
          </a:xfrm>
          <a:prstGeom prst="rect">
            <a:avLst/>
          </a:prstGeom>
        </p:spPr>
      </p:pic>
      <p:pic>
        <p:nvPicPr>
          <p:cNvPr id="101" name="图形 100" descr="无线路由器">
            <a:extLst>
              <a:ext uri="{FF2B5EF4-FFF2-40B4-BE49-F238E27FC236}">
                <a16:creationId xmlns:a16="http://schemas.microsoft.com/office/drawing/2014/main" id="{E83DDDE0-FD77-682D-BCE4-AC8A51B8C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1998" y="4304604"/>
            <a:ext cx="457834" cy="457834"/>
          </a:xfrm>
          <a:prstGeom prst="rect">
            <a:avLst/>
          </a:prstGeom>
        </p:spPr>
      </p:pic>
      <p:cxnSp>
        <p:nvCxnSpPr>
          <p:cNvPr id="102" name="连接符: 曲线 101">
            <a:extLst>
              <a:ext uri="{FF2B5EF4-FFF2-40B4-BE49-F238E27FC236}">
                <a16:creationId xmlns:a16="http://schemas.microsoft.com/office/drawing/2014/main" id="{061A51A9-1BED-ACBE-F9AD-AF74BCD34345}"/>
              </a:ext>
            </a:extLst>
          </p:cNvPr>
          <p:cNvCxnSpPr>
            <a:cxnSpLocks/>
            <a:stCxn id="100" idx="0"/>
            <a:endCxn id="7" idx="2"/>
          </p:cNvCxnSpPr>
          <p:nvPr/>
        </p:nvCxnSpPr>
        <p:spPr>
          <a:xfrm rot="16200000" flipV="1">
            <a:off x="4267583" y="2851828"/>
            <a:ext cx="812250" cy="208535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F4E806E-282D-870C-33C1-9E58B7F931FC}"/>
              </a:ext>
            </a:extLst>
          </p:cNvPr>
          <p:cNvSpPr txBox="1"/>
          <p:nvPr/>
        </p:nvSpPr>
        <p:spPr>
          <a:xfrm>
            <a:off x="2104754" y="3552096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核心交换机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F1FEA40-F4B1-0F07-865F-B55F421282BB}"/>
              </a:ext>
            </a:extLst>
          </p:cNvPr>
          <p:cNvSpPr txBox="1"/>
          <p:nvPr/>
        </p:nvSpPr>
        <p:spPr>
          <a:xfrm>
            <a:off x="7181397" y="3365513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核心交换机</a:t>
            </a:r>
          </a:p>
        </p:txBody>
      </p:sp>
      <p:cxnSp>
        <p:nvCxnSpPr>
          <p:cNvPr id="114" name="连接符: 曲线 113">
            <a:extLst>
              <a:ext uri="{FF2B5EF4-FFF2-40B4-BE49-F238E27FC236}">
                <a16:creationId xmlns:a16="http://schemas.microsoft.com/office/drawing/2014/main" id="{429E8607-1D34-50C1-2097-02850BB69740}"/>
              </a:ext>
            </a:extLst>
          </p:cNvPr>
          <p:cNvCxnSpPr>
            <a:cxnSpLocks/>
            <a:stCxn id="100" idx="0"/>
            <a:endCxn id="37" idx="2"/>
          </p:cNvCxnSpPr>
          <p:nvPr/>
        </p:nvCxnSpPr>
        <p:spPr>
          <a:xfrm rot="5400000" flipH="1" flipV="1">
            <a:off x="5987110" y="3216011"/>
            <a:ext cx="813898" cy="135534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曲线 119">
            <a:extLst>
              <a:ext uri="{FF2B5EF4-FFF2-40B4-BE49-F238E27FC236}">
                <a16:creationId xmlns:a16="http://schemas.microsoft.com/office/drawing/2014/main" id="{BADFBEAB-1401-6967-C906-0E81AAA3A84B}"/>
              </a:ext>
            </a:extLst>
          </p:cNvPr>
          <p:cNvCxnSpPr>
            <a:cxnSpLocks/>
            <a:stCxn id="101" idx="0"/>
            <a:endCxn id="37" idx="2"/>
          </p:cNvCxnSpPr>
          <p:nvPr/>
        </p:nvCxnSpPr>
        <p:spPr>
          <a:xfrm rot="16200000" flipV="1">
            <a:off x="6987388" y="3571077"/>
            <a:ext cx="817870" cy="64918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曲线 129">
            <a:extLst>
              <a:ext uri="{FF2B5EF4-FFF2-40B4-BE49-F238E27FC236}">
                <a16:creationId xmlns:a16="http://schemas.microsoft.com/office/drawing/2014/main" id="{C883E85E-CC73-735E-55F6-6E2B271CD919}"/>
              </a:ext>
            </a:extLst>
          </p:cNvPr>
          <p:cNvCxnSpPr>
            <a:cxnSpLocks/>
            <a:stCxn id="101" idx="3"/>
            <a:endCxn id="40" idx="1"/>
          </p:cNvCxnSpPr>
          <p:nvPr/>
        </p:nvCxnSpPr>
        <p:spPr>
          <a:xfrm flipV="1">
            <a:off x="7949832" y="3575354"/>
            <a:ext cx="1004189" cy="95816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AB3ED0A-C43A-12B9-C8D7-E57B803E80A9}"/>
              </a:ext>
            </a:extLst>
          </p:cNvPr>
          <p:cNvSpPr txBox="1"/>
          <p:nvPr/>
        </p:nvSpPr>
        <p:spPr>
          <a:xfrm>
            <a:off x="10468898" y="4496197"/>
            <a:ext cx="15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对内服务器</a:t>
            </a:r>
          </a:p>
        </p:txBody>
      </p:sp>
      <p:pic>
        <p:nvPicPr>
          <p:cNvPr id="135" name="图形 134" descr="复印机">
            <a:extLst>
              <a:ext uri="{FF2B5EF4-FFF2-40B4-BE49-F238E27FC236}">
                <a16:creationId xmlns:a16="http://schemas.microsoft.com/office/drawing/2014/main" id="{8CA339B3-D12B-8949-DCF0-31F743407A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93357" y="5097360"/>
            <a:ext cx="448237" cy="448237"/>
          </a:xfrm>
          <a:prstGeom prst="rect">
            <a:avLst/>
          </a:prstGeom>
        </p:spPr>
      </p:pic>
      <p:sp>
        <p:nvSpPr>
          <p:cNvPr id="136" name="文本框 135">
            <a:extLst>
              <a:ext uri="{FF2B5EF4-FFF2-40B4-BE49-F238E27FC236}">
                <a16:creationId xmlns:a16="http://schemas.microsoft.com/office/drawing/2014/main" id="{A9441C1D-BD56-B5FC-3747-2643AED5656C}"/>
              </a:ext>
            </a:extLst>
          </p:cNvPr>
          <p:cNvSpPr txBox="1"/>
          <p:nvPr/>
        </p:nvSpPr>
        <p:spPr>
          <a:xfrm>
            <a:off x="10221729" y="5439470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xxx.com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37" name="连接符: 曲线 136">
            <a:extLst>
              <a:ext uri="{FF2B5EF4-FFF2-40B4-BE49-F238E27FC236}">
                <a16:creationId xmlns:a16="http://schemas.microsoft.com/office/drawing/2014/main" id="{4D7A1130-402B-FC0C-C9FB-30A3FAB672D9}"/>
              </a:ext>
            </a:extLst>
          </p:cNvPr>
          <p:cNvCxnSpPr>
            <a:cxnSpLocks/>
            <a:stCxn id="101" idx="3"/>
            <a:endCxn id="135" idx="0"/>
          </p:cNvCxnSpPr>
          <p:nvPr/>
        </p:nvCxnSpPr>
        <p:spPr>
          <a:xfrm>
            <a:off x="7949832" y="4533521"/>
            <a:ext cx="2867644" cy="563839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2" name="图形 141" descr="计算机">
            <a:extLst>
              <a:ext uri="{FF2B5EF4-FFF2-40B4-BE49-F238E27FC236}">
                <a16:creationId xmlns:a16="http://schemas.microsoft.com/office/drawing/2014/main" id="{93325555-1769-0056-D2E2-FEA335FCE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080" y="2862199"/>
            <a:ext cx="465403" cy="465403"/>
          </a:xfrm>
          <a:prstGeom prst="rect">
            <a:avLst/>
          </a:prstGeom>
        </p:spPr>
      </p:pic>
      <p:sp>
        <p:nvSpPr>
          <p:cNvPr id="143" name="文本框 142">
            <a:extLst>
              <a:ext uri="{FF2B5EF4-FFF2-40B4-BE49-F238E27FC236}">
                <a16:creationId xmlns:a16="http://schemas.microsoft.com/office/drawing/2014/main" id="{23B395AE-08CE-9E07-BD6D-888BAD22A929}"/>
              </a:ext>
            </a:extLst>
          </p:cNvPr>
          <p:cNvSpPr txBox="1"/>
          <p:nvPr/>
        </p:nvSpPr>
        <p:spPr>
          <a:xfrm>
            <a:off x="114109" y="3327602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admin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4" name="图形 143" descr="无线路由器">
            <a:extLst>
              <a:ext uri="{FF2B5EF4-FFF2-40B4-BE49-F238E27FC236}">
                <a16:creationId xmlns:a16="http://schemas.microsoft.com/office/drawing/2014/main" id="{4A657EDB-45AC-9025-4795-6D25501A8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2846" y="2417318"/>
            <a:ext cx="457834" cy="457834"/>
          </a:xfrm>
          <a:prstGeom prst="rect">
            <a:avLst/>
          </a:prstGeom>
        </p:spPr>
      </p:pic>
      <p:cxnSp>
        <p:nvCxnSpPr>
          <p:cNvPr id="145" name="连接符: 曲线 144">
            <a:extLst>
              <a:ext uri="{FF2B5EF4-FFF2-40B4-BE49-F238E27FC236}">
                <a16:creationId xmlns:a16="http://schemas.microsoft.com/office/drawing/2014/main" id="{15619ED1-F561-BBC1-1194-FA534A33B674}"/>
              </a:ext>
            </a:extLst>
          </p:cNvPr>
          <p:cNvCxnSpPr>
            <a:cxnSpLocks/>
            <a:stCxn id="144" idx="3"/>
            <a:endCxn id="7" idx="1"/>
          </p:cNvCxnSpPr>
          <p:nvPr/>
        </p:nvCxnSpPr>
        <p:spPr>
          <a:xfrm>
            <a:off x="2080680" y="2646235"/>
            <a:ext cx="1321432" cy="61323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曲线 150">
            <a:extLst>
              <a:ext uri="{FF2B5EF4-FFF2-40B4-BE49-F238E27FC236}">
                <a16:creationId xmlns:a16="http://schemas.microsoft.com/office/drawing/2014/main" id="{321CC6D2-A2F5-75FE-1739-6069C6B5D9BF}"/>
              </a:ext>
            </a:extLst>
          </p:cNvPr>
          <p:cNvCxnSpPr>
            <a:cxnSpLocks/>
            <a:stCxn id="144" idx="1"/>
            <a:endCxn id="142" idx="3"/>
          </p:cNvCxnSpPr>
          <p:nvPr/>
        </p:nvCxnSpPr>
        <p:spPr>
          <a:xfrm rot="10800000" flipV="1">
            <a:off x="968484" y="2646235"/>
            <a:ext cx="654363" cy="448666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曲线 153">
            <a:extLst>
              <a:ext uri="{FF2B5EF4-FFF2-40B4-BE49-F238E27FC236}">
                <a16:creationId xmlns:a16="http://schemas.microsoft.com/office/drawing/2014/main" id="{DA7FFBB1-DD44-CEF3-4E44-7FD8E101C6D4}"/>
              </a:ext>
            </a:extLst>
          </p:cNvPr>
          <p:cNvCxnSpPr>
            <a:cxnSpLocks/>
            <a:stCxn id="35" idx="3"/>
            <a:endCxn id="100" idx="1"/>
          </p:cNvCxnSpPr>
          <p:nvPr/>
        </p:nvCxnSpPr>
        <p:spPr>
          <a:xfrm flipV="1">
            <a:off x="4497281" y="4529549"/>
            <a:ext cx="990189" cy="154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曲线 157">
            <a:extLst>
              <a:ext uri="{FF2B5EF4-FFF2-40B4-BE49-F238E27FC236}">
                <a16:creationId xmlns:a16="http://schemas.microsoft.com/office/drawing/2014/main" id="{10383579-267E-67D4-992A-503015572EF9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>
            <a:off x="5945304" y="4529549"/>
            <a:ext cx="1546694" cy="397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图形 163" descr="计算机">
            <a:extLst>
              <a:ext uri="{FF2B5EF4-FFF2-40B4-BE49-F238E27FC236}">
                <a16:creationId xmlns:a16="http://schemas.microsoft.com/office/drawing/2014/main" id="{209EA7F4-D3E4-172E-E049-3E225BA25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641" y="2092097"/>
            <a:ext cx="465403" cy="465403"/>
          </a:xfrm>
          <a:prstGeom prst="rect">
            <a:avLst/>
          </a:prstGeom>
        </p:spPr>
      </p:pic>
      <p:cxnSp>
        <p:nvCxnSpPr>
          <p:cNvPr id="165" name="连接符: 曲线 164">
            <a:extLst>
              <a:ext uri="{FF2B5EF4-FFF2-40B4-BE49-F238E27FC236}">
                <a16:creationId xmlns:a16="http://schemas.microsoft.com/office/drawing/2014/main" id="{78BFBA7E-4FD6-E53C-F008-024B72F2D0C3}"/>
              </a:ext>
            </a:extLst>
          </p:cNvPr>
          <p:cNvCxnSpPr>
            <a:cxnSpLocks/>
          </p:cNvCxnSpPr>
          <p:nvPr/>
        </p:nvCxnSpPr>
        <p:spPr>
          <a:xfrm rot="10800000">
            <a:off x="904044" y="2324798"/>
            <a:ext cx="734998" cy="307722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" name="图形 167" descr="无线路由器">
            <a:extLst>
              <a:ext uri="{FF2B5EF4-FFF2-40B4-BE49-F238E27FC236}">
                <a16:creationId xmlns:a16="http://schemas.microsoft.com/office/drawing/2014/main" id="{3631B31E-2AA4-79E9-9BDA-3336BFD5C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3961" y="5280542"/>
            <a:ext cx="457834" cy="457834"/>
          </a:xfrm>
          <a:prstGeom prst="rect">
            <a:avLst/>
          </a:prstGeom>
        </p:spPr>
      </p:pic>
      <p:pic>
        <p:nvPicPr>
          <p:cNvPr id="169" name="图形 168" descr="计算机">
            <a:extLst>
              <a:ext uri="{FF2B5EF4-FFF2-40B4-BE49-F238E27FC236}">
                <a16:creationId xmlns:a16="http://schemas.microsoft.com/office/drawing/2014/main" id="{CA06B263-8B70-E7A1-16C6-0FA27938C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5069" y="6016638"/>
            <a:ext cx="465403" cy="465403"/>
          </a:xfrm>
          <a:prstGeom prst="rect">
            <a:avLst/>
          </a:prstGeom>
        </p:spPr>
      </p:pic>
      <p:pic>
        <p:nvPicPr>
          <p:cNvPr id="170" name="图形 169" descr="无线路由器">
            <a:extLst>
              <a:ext uri="{FF2B5EF4-FFF2-40B4-BE49-F238E27FC236}">
                <a16:creationId xmlns:a16="http://schemas.microsoft.com/office/drawing/2014/main" id="{EC2DB001-4562-821E-769A-CE09F2E30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3217" y="5280542"/>
            <a:ext cx="457834" cy="457834"/>
          </a:xfrm>
          <a:prstGeom prst="rect">
            <a:avLst/>
          </a:prstGeom>
        </p:spPr>
      </p:pic>
      <p:pic>
        <p:nvPicPr>
          <p:cNvPr id="171" name="图形 170" descr="计算机">
            <a:extLst>
              <a:ext uri="{FF2B5EF4-FFF2-40B4-BE49-F238E27FC236}">
                <a16:creationId xmlns:a16="http://schemas.microsoft.com/office/drawing/2014/main" id="{314292E4-B515-E325-622D-92C6457B1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393" y="6021338"/>
            <a:ext cx="465403" cy="465403"/>
          </a:xfrm>
          <a:prstGeom prst="rect">
            <a:avLst/>
          </a:prstGeom>
        </p:spPr>
      </p:pic>
      <p:pic>
        <p:nvPicPr>
          <p:cNvPr id="172" name="图形 171" descr="计算机">
            <a:extLst>
              <a:ext uri="{FF2B5EF4-FFF2-40B4-BE49-F238E27FC236}">
                <a16:creationId xmlns:a16="http://schemas.microsoft.com/office/drawing/2014/main" id="{05B2928B-24D5-C6C0-49C1-C4B72E7B6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3717" y="6015538"/>
            <a:ext cx="465403" cy="465403"/>
          </a:xfrm>
          <a:prstGeom prst="rect">
            <a:avLst/>
          </a:prstGeom>
        </p:spPr>
      </p:pic>
      <p:sp>
        <p:nvSpPr>
          <p:cNvPr id="173" name="文本框 172">
            <a:extLst>
              <a:ext uri="{FF2B5EF4-FFF2-40B4-BE49-F238E27FC236}">
                <a16:creationId xmlns:a16="http://schemas.microsoft.com/office/drawing/2014/main" id="{28A71D1E-3A72-8748-7640-62184CB73BA9}"/>
              </a:ext>
            </a:extLst>
          </p:cNvPr>
          <p:cNvSpPr txBox="1"/>
          <p:nvPr/>
        </p:nvSpPr>
        <p:spPr>
          <a:xfrm>
            <a:off x="4975458" y="6334564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</a:rPr>
              <a:t>VLAN2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74" name="连接符: 曲线 173">
            <a:extLst>
              <a:ext uri="{FF2B5EF4-FFF2-40B4-BE49-F238E27FC236}">
                <a16:creationId xmlns:a16="http://schemas.microsoft.com/office/drawing/2014/main" id="{E0621577-5132-9A5B-B693-F82EF4C8ADA9}"/>
              </a:ext>
            </a:extLst>
          </p:cNvPr>
          <p:cNvCxnSpPr>
            <a:cxnSpLocks/>
            <a:stCxn id="35" idx="2"/>
            <a:endCxn id="168" idx="3"/>
          </p:cNvCxnSpPr>
          <p:nvPr/>
        </p:nvCxnSpPr>
        <p:spPr>
          <a:xfrm rot="5400000">
            <a:off x="3395355" y="4636450"/>
            <a:ext cx="749450" cy="996569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曲线 176">
            <a:extLst>
              <a:ext uri="{FF2B5EF4-FFF2-40B4-BE49-F238E27FC236}">
                <a16:creationId xmlns:a16="http://schemas.microsoft.com/office/drawing/2014/main" id="{CA8C890B-4C03-02D5-A868-8ADC6E225A09}"/>
              </a:ext>
            </a:extLst>
          </p:cNvPr>
          <p:cNvCxnSpPr>
            <a:cxnSpLocks/>
            <a:stCxn id="100" idx="2"/>
            <a:endCxn id="168" idx="3"/>
          </p:cNvCxnSpPr>
          <p:nvPr/>
        </p:nvCxnSpPr>
        <p:spPr>
          <a:xfrm rot="5400000">
            <a:off x="4118595" y="3911666"/>
            <a:ext cx="750993" cy="2444592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曲线 182">
            <a:extLst>
              <a:ext uri="{FF2B5EF4-FFF2-40B4-BE49-F238E27FC236}">
                <a16:creationId xmlns:a16="http://schemas.microsoft.com/office/drawing/2014/main" id="{909A312B-2E33-3519-6D1D-9CEFC82927AA}"/>
              </a:ext>
            </a:extLst>
          </p:cNvPr>
          <p:cNvCxnSpPr>
            <a:cxnSpLocks/>
            <a:stCxn id="101" idx="2"/>
            <a:endCxn id="170" idx="3"/>
          </p:cNvCxnSpPr>
          <p:nvPr/>
        </p:nvCxnSpPr>
        <p:spPr>
          <a:xfrm rot="5400000">
            <a:off x="6357473" y="4146016"/>
            <a:ext cx="747021" cy="1979864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曲线 185">
            <a:extLst>
              <a:ext uri="{FF2B5EF4-FFF2-40B4-BE49-F238E27FC236}">
                <a16:creationId xmlns:a16="http://schemas.microsoft.com/office/drawing/2014/main" id="{D8E6692F-3086-E7B9-0EA7-CE54C79AB8D5}"/>
              </a:ext>
            </a:extLst>
          </p:cNvPr>
          <p:cNvCxnSpPr>
            <a:cxnSpLocks/>
            <a:stCxn id="35" idx="2"/>
            <a:endCxn id="170" idx="1"/>
          </p:cNvCxnSpPr>
          <p:nvPr/>
        </p:nvCxnSpPr>
        <p:spPr>
          <a:xfrm rot="16200000" flipH="1">
            <a:off x="4401065" y="4627307"/>
            <a:ext cx="749450" cy="1014853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连接符: 曲线 195">
            <a:extLst>
              <a:ext uri="{FF2B5EF4-FFF2-40B4-BE49-F238E27FC236}">
                <a16:creationId xmlns:a16="http://schemas.microsoft.com/office/drawing/2014/main" id="{253A1C55-161B-182D-785A-955FFD27867A}"/>
              </a:ext>
            </a:extLst>
          </p:cNvPr>
          <p:cNvCxnSpPr>
            <a:cxnSpLocks/>
            <a:stCxn id="168" idx="2"/>
            <a:endCxn id="9" idx="3"/>
          </p:cNvCxnSpPr>
          <p:nvPr/>
        </p:nvCxnSpPr>
        <p:spPr>
          <a:xfrm rot="5400000">
            <a:off x="2508957" y="5714001"/>
            <a:ext cx="509546" cy="558296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连接符: 曲线 198">
            <a:extLst>
              <a:ext uri="{FF2B5EF4-FFF2-40B4-BE49-F238E27FC236}">
                <a16:creationId xmlns:a16="http://schemas.microsoft.com/office/drawing/2014/main" id="{EB5FA878-D2C3-DF94-7AA9-26E4E5C79B80}"/>
              </a:ext>
            </a:extLst>
          </p:cNvPr>
          <p:cNvCxnSpPr>
            <a:cxnSpLocks/>
            <a:stCxn id="168" idx="2"/>
            <a:endCxn id="169" idx="1"/>
          </p:cNvCxnSpPr>
          <p:nvPr/>
        </p:nvCxnSpPr>
        <p:spPr>
          <a:xfrm rot="16200000" flipH="1">
            <a:off x="2958491" y="5822762"/>
            <a:ext cx="510964" cy="342191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连接符: 曲线 201">
            <a:extLst>
              <a:ext uri="{FF2B5EF4-FFF2-40B4-BE49-F238E27FC236}">
                <a16:creationId xmlns:a16="http://schemas.microsoft.com/office/drawing/2014/main" id="{FF263707-4E5D-493E-26D8-ADB1E72FF3C4}"/>
              </a:ext>
            </a:extLst>
          </p:cNvPr>
          <p:cNvCxnSpPr>
            <a:cxnSpLocks/>
            <a:stCxn id="170" idx="2"/>
            <a:endCxn id="171" idx="3"/>
          </p:cNvCxnSpPr>
          <p:nvPr/>
        </p:nvCxnSpPr>
        <p:spPr>
          <a:xfrm rot="5400000">
            <a:off x="5075633" y="5817539"/>
            <a:ext cx="515664" cy="357338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曲线 204">
            <a:extLst>
              <a:ext uri="{FF2B5EF4-FFF2-40B4-BE49-F238E27FC236}">
                <a16:creationId xmlns:a16="http://schemas.microsoft.com/office/drawing/2014/main" id="{13BE097F-BB28-E1C6-5547-4952F6576504}"/>
              </a:ext>
            </a:extLst>
          </p:cNvPr>
          <p:cNvCxnSpPr>
            <a:cxnSpLocks/>
            <a:endCxn id="172" idx="1"/>
          </p:cNvCxnSpPr>
          <p:nvPr/>
        </p:nvCxnSpPr>
        <p:spPr>
          <a:xfrm rot="16200000" flipH="1">
            <a:off x="5502429" y="5756952"/>
            <a:ext cx="500994" cy="481582"/>
          </a:xfrm>
          <a:prstGeom prst="curved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连接符: 曲线 222">
            <a:extLst>
              <a:ext uri="{FF2B5EF4-FFF2-40B4-BE49-F238E27FC236}">
                <a16:creationId xmlns:a16="http://schemas.microsoft.com/office/drawing/2014/main" id="{3B67EFAC-0E53-DCD2-2781-50383C2A1A05}"/>
              </a:ext>
            </a:extLst>
          </p:cNvPr>
          <p:cNvCxnSpPr>
            <a:cxnSpLocks/>
            <a:stCxn id="37" idx="1"/>
            <a:endCxn id="7" idx="3"/>
          </p:cNvCxnSpPr>
          <p:nvPr/>
        </p:nvCxnSpPr>
        <p:spPr>
          <a:xfrm rot="10800000" flipV="1">
            <a:off x="3859946" y="3257817"/>
            <a:ext cx="2982868" cy="16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41BE89C1-6FA3-A19F-807E-B107354D3F3A}"/>
              </a:ext>
            </a:extLst>
          </p:cNvPr>
          <p:cNvSpPr txBox="1"/>
          <p:nvPr/>
        </p:nvSpPr>
        <p:spPr>
          <a:xfrm>
            <a:off x="7128760" y="498450"/>
            <a:ext cx="1644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出口路由器</a:t>
            </a:r>
          </a:p>
        </p:txBody>
      </p:sp>
      <p:pic>
        <p:nvPicPr>
          <p:cNvPr id="228" name="图形 227" descr="计算机">
            <a:extLst>
              <a:ext uri="{FF2B5EF4-FFF2-40B4-BE49-F238E27FC236}">
                <a16:creationId xmlns:a16="http://schemas.microsoft.com/office/drawing/2014/main" id="{F7075D60-1AC2-7852-4A3A-C890BF2E2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90" y="1568198"/>
            <a:ext cx="465403" cy="465403"/>
          </a:xfrm>
          <a:prstGeom prst="rect">
            <a:avLst/>
          </a:prstGeom>
        </p:spPr>
      </p:pic>
      <p:sp>
        <p:nvSpPr>
          <p:cNvPr id="229" name="文本框 228">
            <a:extLst>
              <a:ext uri="{FF2B5EF4-FFF2-40B4-BE49-F238E27FC236}">
                <a16:creationId xmlns:a16="http://schemas.microsoft.com/office/drawing/2014/main" id="{7F793832-CE61-C526-5DC2-ADDB5A6B4AD9}"/>
              </a:ext>
            </a:extLst>
          </p:cNvPr>
          <p:cNvSpPr txBox="1"/>
          <p:nvPr/>
        </p:nvSpPr>
        <p:spPr>
          <a:xfrm>
            <a:off x="10699778" y="1637789"/>
            <a:ext cx="119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堡垒机</a:t>
            </a:r>
          </a:p>
        </p:txBody>
      </p:sp>
      <p:cxnSp>
        <p:nvCxnSpPr>
          <p:cNvPr id="230" name="连接符: 曲线 229">
            <a:extLst>
              <a:ext uri="{FF2B5EF4-FFF2-40B4-BE49-F238E27FC236}">
                <a16:creationId xmlns:a16="http://schemas.microsoft.com/office/drawing/2014/main" id="{8BF97BBC-E6D5-4A56-0028-232370DBE071}"/>
              </a:ext>
            </a:extLst>
          </p:cNvPr>
          <p:cNvCxnSpPr>
            <a:cxnSpLocks/>
            <a:stCxn id="228" idx="2"/>
            <a:endCxn id="22" idx="3"/>
          </p:cNvCxnSpPr>
          <p:nvPr/>
        </p:nvCxnSpPr>
        <p:spPr>
          <a:xfrm rot="5400000">
            <a:off x="9862132" y="1583325"/>
            <a:ext cx="370584" cy="1271137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连接符: 曲线 236">
            <a:extLst>
              <a:ext uri="{FF2B5EF4-FFF2-40B4-BE49-F238E27FC236}">
                <a16:creationId xmlns:a16="http://schemas.microsoft.com/office/drawing/2014/main" id="{F05DA0AD-D7F2-6917-BA8E-519BD7D9D957}"/>
              </a:ext>
            </a:extLst>
          </p:cNvPr>
          <p:cNvCxnSpPr>
            <a:cxnSpLocks/>
            <a:endCxn id="24" idx="3"/>
          </p:cNvCxnSpPr>
          <p:nvPr/>
        </p:nvCxnSpPr>
        <p:spPr>
          <a:xfrm rot="10800000">
            <a:off x="3858589" y="2191247"/>
            <a:ext cx="3040055" cy="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连接符: 曲线 239">
            <a:extLst>
              <a:ext uri="{FF2B5EF4-FFF2-40B4-BE49-F238E27FC236}">
                <a16:creationId xmlns:a16="http://schemas.microsoft.com/office/drawing/2014/main" id="{40A29C17-3EE0-629C-0AE7-147FFBFD4714}"/>
              </a:ext>
            </a:extLst>
          </p:cNvPr>
          <p:cNvCxnSpPr>
            <a:cxnSpLocks/>
          </p:cNvCxnSpPr>
          <p:nvPr/>
        </p:nvCxnSpPr>
        <p:spPr>
          <a:xfrm rot="10800000">
            <a:off x="3819186" y="1280575"/>
            <a:ext cx="3040055" cy="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74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xmlns:a16="http://schemas.microsoft.com/office/drawing/2014/main" id="{B57EE456-D4AC-26D1-1805-A97D60610445}"/>
              </a:ext>
            </a:extLst>
          </p:cNvPr>
          <p:cNvGrpSpPr/>
          <p:nvPr/>
        </p:nvGrpSpPr>
        <p:grpSpPr>
          <a:xfrm>
            <a:off x="4599998" y="157644"/>
            <a:ext cx="1784924" cy="706582"/>
            <a:chOff x="2814785" y="111727"/>
            <a:chExt cx="1784924" cy="70658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14A938D-EA58-1923-16B3-DEE81774C3D8}"/>
                </a:ext>
              </a:extLst>
            </p:cNvPr>
            <p:cNvSpPr txBox="1"/>
            <p:nvPr/>
          </p:nvSpPr>
          <p:spPr>
            <a:xfrm>
              <a:off x="3244269" y="296384"/>
              <a:ext cx="13554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Internet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endParaRPr>
            </a:p>
          </p:txBody>
        </p:sp>
        <p:sp>
          <p:nvSpPr>
            <p:cNvPr id="2" name="云形 1">
              <a:extLst>
                <a:ext uri="{FF2B5EF4-FFF2-40B4-BE49-F238E27FC236}">
                  <a16:creationId xmlns:a16="http://schemas.microsoft.com/office/drawing/2014/main" id="{DA97F5CA-9950-AAE5-94FD-91194CB8B254}"/>
                </a:ext>
              </a:extLst>
            </p:cNvPr>
            <p:cNvSpPr/>
            <p:nvPr/>
          </p:nvSpPr>
          <p:spPr>
            <a:xfrm>
              <a:off x="2814785" y="111727"/>
              <a:ext cx="1711033" cy="706582"/>
            </a:xfrm>
            <a:prstGeom prst="clou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D3A58074-B7A2-DF44-F601-344C20C2E71D}"/>
              </a:ext>
            </a:extLst>
          </p:cNvPr>
          <p:cNvSpPr/>
          <p:nvPr/>
        </p:nvSpPr>
        <p:spPr>
          <a:xfrm>
            <a:off x="2888676" y="985227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出口路由器 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(Router)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56C42A-64FE-9018-7A2A-FD1FCEC01339}"/>
              </a:ext>
            </a:extLst>
          </p:cNvPr>
          <p:cNvSpPr/>
          <p:nvPr/>
        </p:nvSpPr>
        <p:spPr>
          <a:xfrm>
            <a:off x="2884484" y="1698302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虚拟专网设备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(VPN)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3650B9-E72B-CA39-0915-A736F4F8C84E}"/>
              </a:ext>
            </a:extLst>
          </p:cNvPr>
          <p:cNvSpPr/>
          <p:nvPr/>
        </p:nvSpPr>
        <p:spPr>
          <a:xfrm>
            <a:off x="2881165" y="2423768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(FireWall)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076FF1-6B66-58DB-9686-2B69B19B85D6}"/>
              </a:ext>
            </a:extLst>
          </p:cNvPr>
          <p:cNvSpPr/>
          <p:nvPr/>
        </p:nvSpPr>
        <p:spPr>
          <a:xfrm>
            <a:off x="2881164" y="3156851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入侵防御系统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(IPS)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A5C3B4-FD2B-702E-A51F-383A099EAC57}"/>
              </a:ext>
            </a:extLst>
          </p:cNvPr>
          <p:cNvSpPr/>
          <p:nvPr/>
        </p:nvSpPr>
        <p:spPr>
          <a:xfrm>
            <a:off x="2888676" y="3884171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核心层交换机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(Switch)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15CA7E-CF32-1CDD-6FF1-6D8ABB1F8D1F}"/>
              </a:ext>
            </a:extLst>
          </p:cNvPr>
          <p:cNvSpPr/>
          <p:nvPr/>
        </p:nvSpPr>
        <p:spPr>
          <a:xfrm>
            <a:off x="5424058" y="3884170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负载均衡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(Load Balancer)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AB1FDB-C34D-1F93-BC91-446E47021809}"/>
              </a:ext>
            </a:extLst>
          </p:cNvPr>
          <p:cNvSpPr/>
          <p:nvPr/>
        </p:nvSpPr>
        <p:spPr>
          <a:xfrm>
            <a:off x="7294562" y="3877571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网页应用防火墙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(WAF)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0C60F31-C4C3-EF0A-0119-E833B687FC1E}"/>
              </a:ext>
            </a:extLst>
          </p:cNvPr>
          <p:cNvSpPr/>
          <p:nvPr/>
        </p:nvSpPr>
        <p:spPr>
          <a:xfrm>
            <a:off x="7294561" y="3122989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入侵检测系统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(IDS)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云形 23">
            <a:extLst>
              <a:ext uri="{FF2B5EF4-FFF2-40B4-BE49-F238E27FC236}">
                <a16:creationId xmlns:a16="http://schemas.microsoft.com/office/drawing/2014/main" id="{083D6ACA-4C49-8BA9-6BB2-FD0E39E5D42D}"/>
              </a:ext>
            </a:extLst>
          </p:cNvPr>
          <p:cNvSpPr/>
          <p:nvPr/>
        </p:nvSpPr>
        <p:spPr>
          <a:xfrm>
            <a:off x="8093367" y="5103669"/>
            <a:ext cx="1711033" cy="706582"/>
          </a:xfrm>
          <a:prstGeom prst="clou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30D1E4-D2F9-D93D-1D4C-2BF710A092DF}"/>
              </a:ext>
            </a:extLst>
          </p:cNvPr>
          <p:cNvSpPr txBox="1"/>
          <p:nvPr/>
        </p:nvSpPr>
        <p:spPr>
          <a:xfrm>
            <a:off x="8307693" y="5308473"/>
            <a:ext cx="1355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免战区 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(DMZ)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C676B8-03FF-34CF-31FA-3018D91D8F99}"/>
              </a:ext>
            </a:extLst>
          </p:cNvPr>
          <p:cNvSpPr/>
          <p:nvPr/>
        </p:nvSpPr>
        <p:spPr>
          <a:xfrm>
            <a:off x="2888675" y="4643437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汇聚层交换机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(Switch)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143C1F5-E8C7-7A95-583A-FBEC74DF43B9}"/>
              </a:ext>
            </a:extLst>
          </p:cNvPr>
          <p:cNvGrpSpPr/>
          <p:nvPr/>
        </p:nvGrpSpPr>
        <p:grpSpPr>
          <a:xfrm>
            <a:off x="1457045" y="5648285"/>
            <a:ext cx="1711033" cy="706582"/>
            <a:chOff x="2541455" y="5426364"/>
            <a:chExt cx="1711033" cy="706582"/>
          </a:xfrm>
        </p:grpSpPr>
        <p:sp>
          <p:nvSpPr>
            <p:cNvPr id="28" name="云形 27">
              <a:extLst>
                <a:ext uri="{FF2B5EF4-FFF2-40B4-BE49-F238E27FC236}">
                  <a16:creationId xmlns:a16="http://schemas.microsoft.com/office/drawing/2014/main" id="{8918E32A-EF70-66A2-24D7-CB92D51F1C3D}"/>
                </a:ext>
              </a:extLst>
            </p:cNvPr>
            <p:cNvSpPr/>
            <p:nvPr/>
          </p:nvSpPr>
          <p:spPr>
            <a:xfrm>
              <a:off x="2541455" y="5426364"/>
              <a:ext cx="1711033" cy="706582"/>
            </a:xfrm>
            <a:prstGeom prst="clou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6529C67-0488-1EE1-EDD8-C72B261D1AB0}"/>
                </a:ext>
              </a:extLst>
            </p:cNvPr>
            <p:cNvSpPr txBox="1"/>
            <p:nvPr/>
          </p:nvSpPr>
          <p:spPr>
            <a:xfrm>
              <a:off x="2719251" y="5567804"/>
              <a:ext cx="13554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接入层 子网</a:t>
              </a:r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1</a:t>
              </a:r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 </a:t>
              </a:r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(VLAN1)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FEB0FE4-DD90-4810-0CF5-5C971C51E740}"/>
              </a:ext>
            </a:extLst>
          </p:cNvPr>
          <p:cNvGrpSpPr/>
          <p:nvPr/>
        </p:nvGrpSpPr>
        <p:grpSpPr>
          <a:xfrm>
            <a:off x="7592003" y="799615"/>
            <a:ext cx="1711033" cy="706582"/>
            <a:chOff x="6332686" y="1909618"/>
            <a:chExt cx="1711033" cy="706582"/>
          </a:xfrm>
        </p:grpSpPr>
        <p:sp>
          <p:nvSpPr>
            <p:cNvPr id="31" name="云形 30">
              <a:extLst>
                <a:ext uri="{FF2B5EF4-FFF2-40B4-BE49-F238E27FC236}">
                  <a16:creationId xmlns:a16="http://schemas.microsoft.com/office/drawing/2014/main" id="{5AFCC68F-AAD0-7F32-EE13-B6CA7641943C}"/>
                </a:ext>
              </a:extLst>
            </p:cNvPr>
            <p:cNvSpPr/>
            <p:nvPr/>
          </p:nvSpPr>
          <p:spPr>
            <a:xfrm>
              <a:off x="6332686" y="1909618"/>
              <a:ext cx="1711033" cy="706582"/>
            </a:xfrm>
            <a:prstGeom prst="clou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04E2629-2645-78BF-712F-57CD9A1C722C}"/>
                </a:ext>
              </a:extLst>
            </p:cNvPr>
            <p:cNvSpPr txBox="1"/>
            <p:nvPr/>
          </p:nvSpPr>
          <p:spPr>
            <a:xfrm>
              <a:off x="6616989" y="2124410"/>
              <a:ext cx="1355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其他地区内网 </a:t>
              </a: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FD26208D-ADCB-CA6F-8E5D-9B2BD2160F2D}"/>
              </a:ext>
            </a:extLst>
          </p:cNvPr>
          <p:cNvSpPr txBox="1"/>
          <p:nvPr/>
        </p:nvSpPr>
        <p:spPr>
          <a:xfrm>
            <a:off x="1496728" y="2502936"/>
            <a:ext cx="1482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规则过滤</a:t>
            </a: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, NAT</a:t>
            </a:r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转换 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A9CF29-D5A4-3BA0-A138-77D12B25BB30}"/>
              </a:ext>
            </a:extLst>
          </p:cNvPr>
          <p:cNvSpPr txBox="1"/>
          <p:nvPr/>
        </p:nvSpPr>
        <p:spPr>
          <a:xfrm>
            <a:off x="1507402" y="3192376"/>
            <a:ext cx="1482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网络层和传输层</a:t>
            </a:r>
            <a:endParaRPr lang="en-US" altLang="zh-CN" sz="105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安全过滤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9C2E418-AB96-EFCB-A0FB-A86AD125E806}"/>
              </a:ext>
            </a:extLst>
          </p:cNvPr>
          <p:cNvSpPr txBox="1"/>
          <p:nvPr/>
        </p:nvSpPr>
        <p:spPr>
          <a:xfrm>
            <a:off x="8689689" y="3236564"/>
            <a:ext cx="1482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报文安全检测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4A644F0-82D1-4D99-DC40-67B68A69AD71}"/>
              </a:ext>
            </a:extLst>
          </p:cNvPr>
          <p:cNvSpPr txBox="1"/>
          <p:nvPr/>
        </p:nvSpPr>
        <p:spPr>
          <a:xfrm>
            <a:off x="8689689" y="4014602"/>
            <a:ext cx="1482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应用层安全过滤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5157F6C-A2B9-B082-5CB2-9D35DFD1C41B}"/>
              </a:ext>
            </a:extLst>
          </p:cNvPr>
          <p:cNvSpPr txBox="1"/>
          <p:nvPr/>
        </p:nvSpPr>
        <p:spPr>
          <a:xfrm>
            <a:off x="5374782" y="4452986"/>
            <a:ext cx="18328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STL</a:t>
            </a:r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卸载或代理</a:t>
            </a: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, </a:t>
            </a:r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流量分流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B7A7584-A434-C57E-DCD1-59F10F6AB81F}"/>
              </a:ext>
            </a:extLst>
          </p:cNvPr>
          <p:cNvSpPr txBox="1"/>
          <p:nvPr/>
        </p:nvSpPr>
        <p:spPr>
          <a:xfrm>
            <a:off x="8860564" y="5758947"/>
            <a:ext cx="18328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存放堡垒机</a:t>
            </a: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, </a:t>
            </a:r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对外服务器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8FB16AF-5F81-E6A6-95F2-14D257232346}"/>
              </a:ext>
            </a:extLst>
          </p:cNvPr>
          <p:cNvGrpSpPr/>
          <p:nvPr/>
        </p:nvGrpSpPr>
        <p:grpSpPr>
          <a:xfrm>
            <a:off x="2690380" y="6053314"/>
            <a:ext cx="1711033" cy="706582"/>
            <a:chOff x="2541455" y="5426364"/>
            <a:chExt cx="1711033" cy="706582"/>
          </a:xfrm>
        </p:grpSpPr>
        <p:sp>
          <p:nvSpPr>
            <p:cNvPr id="41" name="云形 40">
              <a:extLst>
                <a:ext uri="{FF2B5EF4-FFF2-40B4-BE49-F238E27FC236}">
                  <a16:creationId xmlns:a16="http://schemas.microsoft.com/office/drawing/2014/main" id="{C642A4F5-FEA3-8889-C564-903360CDEFEB}"/>
                </a:ext>
              </a:extLst>
            </p:cNvPr>
            <p:cNvSpPr/>
            <p:nvPr/>
          </p:nvSpPr>
          <p:spPr>
            <a:xfrm>
              <a:off x="2541455" y="5426364"/>
              <a:ext cx="1711033" cy="706582"/>
            </a:xfrm>
            <a:prstGeom prst="clou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E572668-D296-A889-6E6E-5A6B203A9B68}"/>
                </a:ext>
              </a:extLst>
            </p:cNvPr>
            <p:cNvSpPr txBox="1"/>
            <p:nvPr/>
          </p:nvSpPr>
          <p:spPr>
            <a:xfrm>
              <a:off x="2719251" y="5567804"/>
              <a:ext cx="13554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接入层 子网</a:t>
              </a:r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2</a:t>
              </a:r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 </a:t>
              </a:r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  <a:cs typeface="Fira Code" pitchFamily="1" charset="0"/>
                </a:rPr>
                <a:t>(VLAN2)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43B93F95-F3CE-270E-A495-46BAD682FBCB}"/>
              </a:ext>
            </a:extLst>
          </p:cNvPr>
          <p:cNvSpPr/>
          <p:nvPr/>
        </p:nvSpPr>
        <p:spPr>
          <a:xfrm>
            <a:off x="6141605" y="1698302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虚拟专网设备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(VPN)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B7EFCFC-427C-859C-F524-982AC39CDF73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>
            <a:off x="4213945" y="1922429"/>
            <a:ext cx="19276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B3A1D51-0A61-4E75-7428-4D40BB868DAF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4218137" y="4108297"/>
            <a:ext cx="1205921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E1B0D2D-B575-A567-6FB4-B609CAF172D8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6753519" y="4101698"/>
            <a:ext cx="541043" cy="659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DBD6AAE8-D3F2-C2ED-2D1F-933BB3A62F91}"/>
              </a:ext>
            </a:extLst>
          </p:cNvPr>
          <p:cNvCxnSpPr>
            <a:stCxn id="20" idx="0"/>
            <a:endCxn id="23" idx="1"/>
          </p:cNvCxnSpPr>
          <p:nvPr/>
        </p:nvCxnSpPr>
        <p:spPr>
          <a:xfrm rot="5400000" flipH="1" flipV="1">
            <a:off x="6423148" y="3012757"/>
            <a:ext cx="537054" cy="1205772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D2C66789-ABC9-068B-F330-3CBD17FDCF0E}"/>
              </a:ext>
            </a:extLst>
          </p:cNvPr>
          <p:cNvCxnSpPr>
            <a:cxnSpLocks/>
            <a:stCxn id="21" idx="2"/>
            <a:endCxn id="24" idx="3"/>
          </p:cNvCxnSpPr>
          <p:nvPr/>
        </p:nvCxnSpPr>
        <p:spPr>
          <a:xfrm rot="16200000" flipH="1">
            <a:off x="8044966" y="4240150"/>
            <a:ext cx="818244" cy="98959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曲线 61">
            <a:extLst>
              <a:ext uri="{FF2B5EF4-FFF2-40B4-BE49-F238E27FC236}">
                <a16:creationId xmlns:a16="http://schemas.microsoft.com/office/drawing/2014/main" id="{0D60D789-7979-E6DA-F279-FF95EF779327}"/>
              </a:ext>
            </a:extLst>
          </p:cNvPr>
          <p:cNvCxnSpPr>
            <a:cxnSpLocks/>
            <a:stCxn id="26" idx="2"/>
            <a:endCxn id="41" idx="3"/>
          </p:cNvCxnSpPr>
          <p:nvPr/>
        </p:nvCxnSpPr>
        <p:spPr>
          <a:xfrm rot="5400000">
            <a:off x="3048641" y="5588947"/>
            <a:ext cx="1002023" cy="750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0BBF4EC4-9417-F98D-483F-0F858265739A}"/>
              </a:ext>
            </a:extLst>
          </p:cNvPr>
          <p:cNvCxnSpPr>
            <a:cxnSpLocks/>
            <a:stCxn id="26" idx="2"/>
            <a:endCxn id="28" idx="3"/>
          </p:cNvCxnSpPr>
          <p:nvPr/>
        </p:nvCxnSpPr>
        <p:spPr>
          <a:xfrm rot="5400000">
            <a:off x="2634487" y="4769765"/>
            <a:ext cx="596994" cy="124084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156E74B-9536-2C31-676E-619166B41BD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3549215" y="1433480"/>
            <a:ext cx="4192" cy="2648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曲线 73">
            <a:extLst>
              <a:ext uri="{FF2B5EF4-FFF2-40B4-BE49-F238E27FC236}">
                <a16:creationId xmlns:a16="http://schemas.microsoft.com/office/drawing/2014/main" id="{AC8408D8-DFBA-621A-15D7-4D91BD41EF59}"/>
              </a:ext>
            </a:extLst>
          </p:cNvPr>
          <p:cNvCxnSpPr>
            <a:cxnSpLocks/>
            <a:stCxn id="2" idx="1"/>
            <a:endCxn id="14" idx="3"/>
          </p:cNvCxnSpPr>
          <p:nvPr/>
        </p:nvCxnSpPr>
        <p:spPr>
          <a:xfrm rot="5400000">
            <a:off x="4663886" y="417725"/>
            <a:ext cx="345880" cy="1237378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曲线 82">
            <a:extLst>
              <a:ext uri="{FF2B5EF4-FFF2-40B4-BE49-F238E27FC236}">
                <a16:creationId xmlns:a16="http://schemas.microsoft.com/office/drawing/2014/main" id="{EF53927C-4BA7-8F11-85BF-319BD3C7BA34}"/>
              </a:ext>
            </a:extLst>
          </p:cNvPr>
          <p:cNvCxnSpPr>
            <a:cxnSpLocks/>
            <a:stCxn id="43" idx="3"/>
            <a:endCxn id="31" idx="1"/>
          </p:cNvCxnSpPr>
          <p:nvPr/>
        </p:nvCxnSpPr>
        <p:spPr>
          <a:xfrm flipV="1">
            <a:off x="7471066" y="1505445"/>
            <a:ext cx="976454" cy="416984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A659030-619A-A8D0-18CC-FE249208A0B6}"/>
              </a:ext>
            </a:extLst>
          </p:cNvPr>
          <p:cNvSpPr txBox="1"/>
          <p:nvPr/>
        </p:nvSpPr>
        <p:spPr>
          <a:xfrm>
            <a:off x="1519672" y="1078548"/>
            <a:ext cx="1482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网络层路由转发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5A9241-F89B-8834-0F27-B76EBFB99494}"/>
              </a:ext>
            </a:extLst>
          </p:cNvPr>
          <p:cNvSpPr txBox="1"/>
          <p:nvPr/>
        </p:nvSpPr>
        <p:spPr>
          <a:xfrm>
            <a:off x="1517650" y="4006227"/>
            <a:ext cx="1482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数据链路层转发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3FEEE6-1C66-1328-5110-AF864805EB0A}"/>
              </a:ext>
            </a:extLst>
          </p:cNvPr>
          <p:cNvSpPr/>
          <p:nvPr/>
        </p:nvSpPr>
        <p:spPr>
          <a:xfrm>
            <a:off x="4045321" y="5341472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入侵检测系统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(IDS)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D4571109-83FD-F7CF-4EEF-1A8DA10B5A7D}"/>
              </a:ext>
            </a:extLst>
          </p:cNvPr>
          <p:cNvCxnSpPr>
            <a:cxnSpLocks/>
            <a:stCxn id="26" idx="3"/>
            <a:endCxn id="5" idx="0"/>
          </p:cNvCxnSpPr>
          <p:nvPr/>
        </p:nvCxnSpPr>
        <p:spPr>
          <a:xfrm>
            <a:off x="4218136" y="4867564"/>
            <a:ext cx="491916" cy="473908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6BCD0-9226-8B6F-1293-12044C0AEA04}"/>
              </a:ext>
            </a:extLst>
          </p:cNvPr>
          <p:cNvSpPr txBox="1"/>
          <p:nvPr/>
        </p:nvSpPr>
        <p:spPr>
          <a:xfrm>
            <a:off x="4384322" y="5021140"/>
            <a:ext cx="7934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端口镜像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0B9C89A-2293-1EC4-B95D-E98098FF16DC}"/>
              </a:ext>
            </a:extLst>
          </p:cNvPr>
          <p:cNvSpPr txBox="1"/>
          <p:nvPr/>
        </p:nvSpPr>
        <p:spPr>
          <a:xfrm>
            <a:off x="4654694" y="1644840"/>
            <a:ext cx="1156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外联网隧道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5898C26-7D19-B351-E5DA-FB1C70E32FC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3545896" y="2146555"/>
            <a:ext cx="3319" cy="27721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594C83D-A43F-57FE-FE25-A371DE2FA92C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3545895" y="2872021"/>
            <a:ext cx="1" cy="2848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FB4C4C4-CB4B-B100-125B-679C4B88E006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3545895" y="3605104"/>
            <a:ext cx="7512" cy="27906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35E97272-9A55-0620-5BC6-0BC10EE4B0BE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flipH="1">
            <a:off x="3553406" y="4332424"/>
            <a:ext cx="1" cy="31101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6EA0AF5A-40E8-3960-4DAF-255A06B9BB47}"/>
              </a:ext>
            </a:extLst>
          </p:cNvPr>
          <p:cNvSpPr txBox="1"/>
          <p:nvPr/>
        </p:nvSpPr>
        <p:spPr>
          <a:xfrm>
            <a:off x="1496728" y="4653719"/>
            <a:ext cx="14824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划分子网</a:t>
            </a: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,</a:t>
            </a:r>
            <a:r>
              <a:rPr lang="zh-CN" altLang="en-US" sz="105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 策略转发</a:t>
            </a:r>
          </a:p>
        </p:txBody>
      </p:sp>
    </p:spTree>
    <p:extLst>
      <p:ext uri="{BB962C8B-B14F-4D97-AF65-F5344CB8AC3E}">
        <p14:creationId xmlns:p14="http://schemas.microsoft.com/office/powerpoint/2010/main" val="365250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BFA96FA5-1E6C-8D11-CBA9-D0C832571A27}"/>
              </a:ext>
            </a:extLst>
          </p:cNvPr>
          <p:cNvSpPr/>
          <p:nvPr/>
        </p:nvSpPr>
        <p:spPr>
          <a:xfrm>
            <a:off x="7135090" y="503199"/>
            <a:ext cx="2332183" cy="601062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AE25DB-A73C-C3B6-C494-D73B1F8F6ACA}"/>
              </a:ext>
            </a:extLst>
          </p:cNvPr>
          <p:cNvSpPr txBox="1"/>
          <p:nvPr/>
        </p:nvSpPr>
        <p:spPr>
          <a:xfrm>
            <a:off x="1765163" y="966826"/>
            <a:ext cx="581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a.o</a:t>
            </a:r>
            <a:endParaRPr lang="zh-CN" altLang="en-US" sz="14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8C7097-EE54-E61E-C0C2-BE3B0861A72A}"/>
              </a:ext>
            </a:extLst>
          </p:cNvPr>
          <p:cNvSpPr/>
          <p:nvPr/>
        </p:nvSpPr>
        <p:spPr>
          <a:xfrm>
            <a:off x="7236692" y="621176"/>
            <a:ext cx="2101272" cy="6602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8DA715-EA2F-FB9C-A4BE-776492071E6D}"/>
              </a:ext>
            </a:extLst>
          </p:cNvPr>
          <p:cNvSpPr txBox="1"/>
          <p:nvPr/>
        </p:nvSpPr>
        <p:spPr>
          <a:xfrm>
            <a:off x="7546109" y="782007"/>
            <a:ext cx="1519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Kernel Space</a:t>
            </a:r>
            <a:endParaRPr lang="zh-CN" altLang="en-US" sz="16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4CC015-9220-05A5-D626-90309D28ABDE}"/>
              </a:ext>
            </a:extLst>
          </p:cNvPr>
          <p:cNvSpPr txBox="1"/>
          <p:nvPr/>
        </p:nvSpPr>
        <p:spPr>
          <a:xfrm>
            <a:off x="2854037" y="170812"/>
            <a:ext cx="309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Process Virtual Memory</a:t>
            </a:r>
            <a:endParaRPr lang="zh-CN" altLang="en-US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9E2A51-E1E3-BFEE-16EE-B90E97434822}"/>
              </a:ext>
            </a:extLst>
          </p:cNvPr>
          <p:cNvSpPr txBox="1"/>
          <p:nvPr/>
        </p:nvSpPr>
        <p:spPr>
          <a:xfrm>
            <a:off x="9337963" y="482676"/>
            <a:ext cx="1519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high address</a:t>
            </a:r>
            <a:endParaRPr lang="zh-CN" altLang="en-US" sz="12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4B0138-62CB-ECD4-5347-98C9E69EE312}"/>
              </a:ext>
            </a:extLst>
          </p:cNvPr>
          <p:cNvSpPr/>
          <p:nvPr/>
        </p:nvSpPr>
        <p:spPr>
          <a:xfrm>
            <a:off x="7243616" y="1440834"/>
            <a:ext cx="2101272" cy="4363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334F08-283E-5F16-6676-3BC9D4451B70}"/>
              </a:ext>
            </a:extLst>
          </p:cNvPr>
          <p:cNvGrpSpPr/>
          <p:nvPr/>
        </p:nvGrpSpPr>
        <p:grpSpPr>
          <a:xfrm>
            <a:off x="7245928" y="5715108"/>
            <a:ext cx="2101272" cy="660216"/>
            <a:chOff x="7236691" y="2597299"/>
            <a:chExt cx="2101272" cy="66021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767592B-839E-5904-C804-25138D18D4BB}"/>
                </a:ext>
              </a:extLst>
            </p:cNvPr>
            <p:cNvSpPr/>
            <p:nvPr/>
          </p:nvSpPr>
          <p:spPr>
            <a:xfrm>
              <a:off x="7236691" y="2597299"/>
              <a:ext cx="2101272" cy="66021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A8DC0F-CFF2-0C86-26F9-855D55DA1032}"/>
                </a:ext>
              </a:extLst>
            </p:cNvPr>
            <p:cNvSpPr txBox="1"/>
            <p:nvPr/>
          </p:nvSpPr>
          <p:spPr>
            <a:xfrm>
              <a:off x="7518400" y="2668866"/>
              <a:ext cx="15193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Reserved </a:t>
              </a:r>
            </a:p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User Space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0B9204A-A7D6-BEE6-C8C4-CE6B4649A2D2}"/>
              </a:ext>
            </a:extLst>
          </p:cNvPr>
          <p:cNvSpPr txBox="1"/>
          <p:nvPr/>
        </p:nvSpPr>
        <p:spPr>
          <a:xfrm>
            <a:off x="9337963" y="6236824"/>
            <a:ext cx="1519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low address</a:t>
            </a:r>
            <a:endParaRPr lang="zh-CN" altLang="en-US" sz="12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EBC67D-3CCE-A594-7BE6-B55D0FCEB083}"/>
              </a:ext>
            </a:extLst>
          </p:cNvPr>
          <p:cNvSpPr txBox="1"/>
          <p:nvPr/>
        </p:nvSpPr>
        <p:spPr>
          <a:xfrm>
            <a:off x="7546109" y="1526297"/>
            <a:ext cx="1519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Stack</a:t>
            </a:r>
            <a:endParaRPr lang="zh-CN" altLang="en-US" sz="16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031B8C-76D3-1C31-E216-E3D45BF69DE9}"/>
              </a:ext>
            </a:extLst>
          </p:cNvPr>
          <p:cNvGrpSpPr/>
          <p:nvPr/>
        </p:nvGrpSpPr>
        <p:grpSpPr>
          <a:xfrm>
            <a:off x="7236692" y="2313353"/>
            <a:ext cx="2101272" cy="507993"/>
            <a:chOff x="7255164" y="2378005"/>
            <a:chExt cx="2101272" cy="50799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4ED8178-16AF-4DE3-2EF2-B8DC0083AA28}"/>
                </a:ext>
              </a:extLst>
            </p:cNvPr>
            <p:cNvSpPr/>
            <p:nvPr/>
          </p:nvSpPr>
          <p:spPr>
            <a:xfrm>
              <a:off x="7255164" y="2378005"/>
              <a:ext cx="2101272" cy="50799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3922083-709C-80B2-DCA2-C700F2BDD7E5}"/>
                </a:ext>
              </a:extLst>
            </p:cNvPr>
            <p:cNvSpPr txBox="1"/>
            <p:nvPr/>
          </p:nvSpPr>
          <p:spPr>
            <a:xfrm>
              <a:off x="7299035" y="2474138"/>
              <a:ext cx="2013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Memory-Mapped File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DD1F18B-277A-354E-83FD-3CC4E569AA7C}"/>
              </a:ext>
            </a:extLst>
          </p:cNvPr>
          <p:cNvGrpSpPr/>
          <p:nvPr/>
        </p:nvGrpSpPr>
        <p:grpSpPr>
          <a:xfrm>
            <a:off x="7245928" y="5179088"/>
            <a:ext cx="2101272" cy="397521"/>
            <a:chOff x="7255164" y="5255490"/>
            <a:chExt cx="2101272" cy="397521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287960D-E3B4-AC02-C3D5-C79935005238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Code</a:t>
              </a:r>
              <a:endParaRPr lang="zh-CN" altLang="en-US" sz="16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6319FD3-FF82-238E-C2FC-F0C49368A4E7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840D043-5CE7-7AE6-92A9-D0E06B7EFE55}"/>
              </a:ext>
            </a:extLst>
          </p:cNvPr>
          <p:cNvGrpSpPr/>
          <p:nvPr/>
        </p:nvGrpSpPr>
        <p:grpSpPr>
          <a:xfrm>
            <a:off x="7250546" y="4638219"/>
            <a:ext cx="2101272" cy="397521"/>
            <a:chOff x="7255164" y="5255490"/>
            <a:chExt cx="2101272" cy="397521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6A03974-C52B-1E9A-0F0B-E6DCF7B77AB8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Data</a:t>
              </a:r>
              <a:endParaRPr lang="zh-CN" altLang="en-US" sz="16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41B6773-BAF2-B726-E425-5A2E00992BDE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DBD9CEF-D1F8-47C0-3B6F-D04205BBB4F0}"/>
              </a:ext>
            </a:extLst>
          </p:cNvPr>
          <p:cNvGrpSpPr/>
          <p:nvPr/>
        </p:nvGrpSpPr>
        <p:grpSpPr>
          <a:xfrm>
            <a:off x="7252852" y="4098677"/>
            <a:ext cx="2101272" cy="397521"/>
            <a:chOff x="7255164" y="5255490"/>
            <a:chExt cx="2101272" cy="39752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A567FC1-CDF2-C60A-0449-8E82C7162357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BSS</a:t>
              </a:r>
              <a:endParaRPr lang="zh-CN" altLang="en-US" sz="16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A62077A-70AC-64F2-E941-E277D1C4E965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箭头: 下 37">
            <a:extLst>
              <a:ext uri="{FF2B5EF4-FFF2-40B4-BE49-F238E27FC236}">
                <a16:creationId xmlns:a16="http://schemas.microsoft.com/office/drawing/2014/main" id="{AB77B5C5-49B5-086D-CA5B-B24155BFE45F}"/>
              </a:ext>
            </a:extLst>
          </p:cNvPr>
          <p:cNvSpPr/>
          <p:nvPr/>
        </p:nvSpPr>
        <p:spPr>
          <a:xfrm>
            <a:off x="8144162" y="1800457"/>
            <a:ext cx="304800" cy="33683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C5C8A9C-47FA-5D07-EF2F-B6569340A79E}"/>
              </a:ext>
            </a:extLst>
          </p:cNvPr>
          <p:cNvGrpSpPr/>
          <p:nvPr/>
        </p:nvGrpSpPr>
        <p:grpSpPr>
          <a:xfrm>
            <a:off x="7236692" y="3525633"/>
            <a:ext cx="2101272" cy="397521"/>
            <a:chOff x="7255164" y="5255490"/>
            <a:chExt cx="2101272" cy="39752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BEB1838-FFD0-5050-D032-8A45BC6C296B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Heap</a:t>
              </a:r>
              <a:endParaRPr lang="zh-CN" altLang="en-US" sz="16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0D4358F-7EEE-421A-04AB-7833FA281482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箭头: 下 39">
            <a:extLst>
              <a:ext uri="{FF2B5EF4-FFF2-40B4-BE49-F238E27FC236}">
                <a16:creationId xmlns:a16="http://schemas.microsoft.com/office/drawing/2014/main" id="{63430929-56E7-BA7B-B0E0-99FC7E528A59}"/>
              </a:ext>
            </a:extLst>
          </p:cNvPr>
          <p:cNvSpPr/>
          <p:nvPr/>
        </p:nvSpPr>
        <p:spPr>
          <a:xfrm>
            <a:off x="8144162" y="2752943"/>
            <a:ext cx="304800" cy="33683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471F5E65-FB3C-6093-392C-DA4C49D79264}"/>
              </a:ext>
            </a:extLst>
          </p:cNvPr>
          <p:cNvSpPr/>
          <p:nvPr/>
        </p:nvSpPr>
        <p:spPr>
          <a:xfrm rot="10800000">
            <a:off x="8134927" y="3257197"/>
            <a:ext cx="304800" cy="33683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93A2D55-FAEB-D6EA-128D-A6253578D835}"/>
              </a:ext>
            </a:extLst>
          </p:cNvPr>
          <p:cNvSpPr txBox="1"/>
          <p:nvPr/>
        </p:nvSpPr>
        <p:spPr>
          <a:xfrm>
            <a:off x="4321465" y="1583549"/>
            <a:ext cx="792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ab.out</a:t>
            </a:r>
            <a:endParaRPr lang="zh-CN" altLang="en-US" sz="14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730DA8D-E81E-7806-C61E-679E8B6CFB3A}"/>
              </a:ext>
            </a:extLst>
          </p:cNvPr>
          <p:cNvGrpSpPr/>
          <p:nvPr/>
        </p:nvGrpSpPr>
        <p:grpSpPr>
          <a:xfrm>
            <a:off x="1461515" y="1324926"/>
            <a:ext cx="1209963" cy="1976854"/>
            <a:chOff x="1099128" y="2826056"/>
            <a:chExt cx="1209963" cy="1976854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28F18D1-0747-9678-904B-F809906EFFBD}"/>
                </a:ext>
              </a:extLst>
            </p:cNvPr>
            <p:cNvSpPr/>
            <p:nvPr/>
          </p:nvSpPr>
          <p:spPr>
            <a:xfrm>
              <a:off x="1099128" y="2826056"/>
              <a:ext cx="1209963" cy="19768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DE1FC88-1E46-97CD-3367-11163A553179}"/>
                </a:ext>
              </a:extLst>
            </p:cNvPr>
            <p:cNvGrpSpPr/>
            <p:nvPr/>
          </p:nvGrpSpPr>
          <p:grpSpPr>
            <a:xfrm>
              <a:off x="1201884" y="2941399"/>
              <a:ext cx="988290" cy="402165"/>
              <a:chOff x="7255164" y="5255490"/>
              <a:chExt cx="2101272" cy="397521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D6A73F9-4E2B-70E1-4BA3-4D47DA538D49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ELF Header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35F7E802-7126-9365-E6E6-8DA2F68C51BA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CFB7A45-9458-2145-D1B9-428E98F7622D}"/>
                </a:ext>
              </a:extLst>
            </p:cNvPr>
            <p:cNvGrpSpPr/>
            <p:nvPr/>
          </p:nvGrpSpPr>
          <p:grpSpPr>
            <a:xfrm>
              <a:off x="1199577" y="3392953"/>
              <a:ext cx="988290" cy="402165"/>
              <a:chOff x="7255164" y="5255490"/>
              <a:chExt cx="2101272" cy="397521"/>
            </a:xfrm>
          </p:grpSpPr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C257C11-1360-360B-1213-69ECC5420555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.text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AF6469D-5A72-9CEF-FAEE-1BD623801512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B8C6A0C1-31CF-C3FD-0A27-4252FFFCFD4F}"/>
                </a:ext>
              </a:extLst>
            </p:cNvPr>
            <p:cNvGrpSpPr/>
            <p:nvPr/>
          </p:nvGrpSpPr>
          <p:grpSpPr>
            <a:xfrm>
              <a:off x="1199577" y="3844507"/>
              <a:ext cx="988290" cy="402165"/>
              <a:chOff x="7255164" y="5255490"/>
              <a:chExt cx="2101272" cy="397521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6F75EDC-60A5-6E9F-8982-F60F54DC556F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.data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5D3E7704-EE68-A801-820F-BFC38742AE7E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CCE9085-1035-FECF-C7EA-F4A7211CF920}"/>
                </a:ext>
              </a:extLst>
            </p:cNvPr>
            <p:cNvGrpSpPr/>
            <p:nvPr/>
          </p:nvGrpSpPr>
          <p:grpSpPr>
            <a:xfrm>
              <a:off x="1199577" y="4299404"/>
              <a:ext cx="988290" cy="402165"/>
              <a:chOff x="7255164" y="5255490"/>
              <a:chExt cx="2101272" cy="397521"/>
            </a:xfrm>
          </p:grpSpPr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3F1F9EA-AD39-DE73-8848-E63A599FBD2E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.bss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4DDF0B0-A4D5-46B3-8821-629A26B8E30B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6EDAA92-B2F0-16EA-6B9E-84B106678955}"/>
              </a:ext>
            </a:extLst>
          </p:cNvPr>
          <p:cNvGrpSpPr/>
          <p:nvPr/>
        </p:nvGrpSpPr>
        <p:grpSpPr>
          <a:xfrm>
            <a:off x="1848291" y="4297436"/>
            <a:ext cx="1209963" cy="1047179"/>
            <a:chOff x="1099128" y="2826055"/>
            <a:chExt cx="1209963" cy="1047179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96DF877D-59D3-85E8-0265-CC9EA28E5EAF}"/>
                </a:ext>
              </a:extLst>
            </p:cNvPr>
            <p:cNvSpPr/>
            <p:nvPr/>
          </p:nvSpPr>
          <p:spPr>
            <a:xfrm>
              <a:off x="1099128" y="2826055"/>
              <a:ext cx="1209963" cy="1047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D46DE675-C2A8-F720-9838-B07B0D57A905}"/>
                </a:ext>
              </a:extLst>
            </p:cNvPr>
            <p:cNvGrpSpPr/>
            <p:nvPr/>
          </p:nvGrpSpPr>
          <p:grpSpPr>
            <a:xfrm>
              <a:off x="1201884" y="2941399"/>
              <a:ext cx="988290" cy="402165"/>
              <a:chOff x="7255164" y="5255490"/>
              <a:chExt cx="2101272" cy="397521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EF27BC2-9E90-7C09-799E-CB1A1C6EF702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ELF Header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8DCFACE3-F6E9-3C2F-0F0A-8827B3B8EA86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74CCAC6-F031-AC97-EC42-854F7BB98D63}"/>
                </a:ext>
              </a:extLst>
            </p:cNvPr>
            <p:cNvGrpSpPr/>
            <p:nvPr/>
          </p:nvGrpSpPr>
          <p:grpSpPr>
            <a:xfrm>
              <a:off x="1199577" y="3392953"/>
              <a:ext cx="988290" cy="402165"/>
              <a:chOff x="7255164" y="5255490"/>
              <a:chExt cx="2101272" cy="397521"/>
            </a:xfrm>
          </p:grpSpPr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C10FA7D-BD16-4495-497A-606EB07CB20F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.text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C21F90F3-17F3-CFF6-3407-D0852775E933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225B7C83-259A-E0CF-BAA8-9146A7F72AEC}"/>
              </a:ext>
            </a:extLst>
          </p:cNvPr>
          <p:cNvSpPr txBox="1"/>
          <p:nvPr/>
        </p:nvSpPr>
        <p:spPr>
          <a:xfrm>
            <a:off x="2099841" y="3953101"/>
            <a:ext cx="581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b.o</a:t>
            </a:r>
            <a:endParaRPr lang="zh-CN" altLang="en-US" sz="1400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6959F6D-90B9-C7C8-D879-FECAD5AADF01}"/>
              </a:ext>
            </a:extLst>
          </p:cNvPr>
          <p:cNvGrpSpPr/>
          <p:nvPr/>
        </p:nvGrpSpPr>
        <p:grpSpPr>
          <a:xfrm>
            <a:off x="4112492" y="1969149"/>
            <a:ext cx="1209963" cy="1976854"/>
            <a:chOff x="1099128" y="2826056"/>
            <a:chExt cx="1209963" cy="1976854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A2BEB81-AA63-4EF4-69D9-BDB720D5C0CB}"/>
                </a:ext>
              </a:extLst>
            </p:cNvPr>
            <p:cNvSpPr/>
            <p:nvPr/>
          </p:nvSpPr>
          <p:spPr>
            <a:xfrm>
              <a:off x="1099128" y="2826056"/>
              <a:ext cx="1209963" cy="19768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15908398-71A7-684C-B8B3-84F67244E701}"/>
                </a:ext>
              </a:extLst>
            </p:cNvPr>
            <p:cNvGrpSpPr/>
            <p:nvPr/>
          </p:nvGrpSpPr>
          <p:grpSpPr>
            <a:xfrm>
              <a:off x="1201884" y="2941399"/>
              <a:ext cx="988290" cy="402165"/>
              <a:chOff x="7255164" y="5255490"/>
              <a:chExt cx="2101272" cy="397521"/>
            </a:xfrm>
          </p:grpSpPr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2B402F6E-87AE-5539-9672-13C1589CBD28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ELF Header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2A09684-6E91-013F-301F-C1ED35FD976D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52ADD03E-D65E-16FF-42C4-723472FF2BB4}"/>
                </a:ext>
              </a:extLst>
            </p:cNvPr>
            <p:cNvGrpSpPr/>
            <p:nvPr/>
          </p:nvGrpSpPr>
          <p:grpSpPr>
            <a:xfrm>
              <a:off x="1199577" y="3392953"/>
              <a:ext cx="988290" cy="402165"/>
              <a:chOff x="7255164" y="5255490"/>
              <a:chExt cx="2101272" cy="397521"/>
            </a:xfrm>
          </p:grpSpPr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EF1DCFE-044E-B568-9B81-472F51D94AE6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.text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8538F793-449D-1635-5C94-4BD33F63CEF4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9E9FF695-D118-90AC-31AF-01B6CCB0383E}"/>
                </a:ext>
              </a:extLst>
            </p:cNvPr>
            <p:cNvGrpSpPr/>
            <p:nvPr/>
          </p:nvGrpSpPr>
          <p:grpSpPr>
            <a:xfrm>
              <a:off x="1199577" y="3844507"/>
              <a:ext cx="988290" cy="402165"/>
              <a:chOff x="7255164" y="5255490"/>
              <a:chExt cx="2101272" cy="397521"/>
            </a:xfrm>
          </p:grpSpPr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B075BE1B-303B-BA2C-AB86-FFC6EABDEE3C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.data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3D06AFC8-3517-E679-9AB2-2C0694EC5F9F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2ADEB893-2BCB-0D4E-0C5A-C9D188200336}"/>
                </a:ext>
              </a:extLst>
            </p:cNvPr>
            <p:cNvGrpSpPr/>
            <p:nvPr/>
          </p:nvGrpSpPr>
          <p:grpSpPr>
            <a:xfrm>
              <a:off x="1199577" y="4299404"/>
              <a:ext cx="988290" cy="402165"/>
              <a:chOff x="7255164" y="5255490"/>
              <a:chExt cx="2101272" cy="397521"/>
            </a:xfrm>
          </p:grpSpPr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385D08D1-3D52-6D3C-7C69-6F0027A16E01}"/>
                  </a:ext>
                </a:extLst>
              </p:cNvPr>
              <p:cNvSpPr txBox="1"/>
              <p:nvPr/>
            </p:nvSpPr>
            <p:spPr>
              <a:xfrm>
                <a:off x="7300868" y="5327761"/>
                <a:ext cx="2013527" cy="27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rPr>
                  <a:t>.bss</a:t>
                </a:r>
                <a:endParaRPr lang="zh-CN" altLang="en-US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5686F7F7-B2E6-31D5-269C-7F988E9962FB}"/>
                  </a:ext>
                </a:extLst>
              </p:cNvPr>
              <p:cNvSpPr/>
              <p:nvPr/>
            </p:nvSpPr>
            <p:spPr>
              <a:xfrm>
                <a:off x="7255164" y="5255490"/>
                <a:ext cx="2101272" cy="39752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93" name="连接符: 曲线 92">
            <a:extLst>
              <a:ext uri="{FF2B5EF4-FFF2-40B4-BE49-F238E27FC236}">
                <a16:creationId xmlns:a16="http://schemas.microsoft.com/office/drawing/2014/main" id="{BE6BEECC-ACA2-102C-F3B3-754625EA7294}"/>
              </a:ext>
            </a:extLst>
          </p:cNvPr>
          <p:cNvCxnSpPr>
            <a:stCxn id="52" idx="3"/>
            <a:endCxn id="89" idx="1"/>
          </p:cNvCxnSpPr>
          <p:nvPr/>
        </p:nvCxnSpPr>
        <p:spPr>
          <a:xfrm>
            <a:off x="2550254" y="2092906"/>
            <a:ext cx="1662687" cy="64422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曲线 93">
            <a:extLst>
              <a:ext uri="{FF2B5EF4-FFF2-40B4-BE49-F238E27FC236}">
                <a16:creationId xmlns:a16="http://schemas.microsoft.com/office/drawing/2014/main" id="{6875B248-1825-BE55-60E6-08937B0BC460}"/>
              </a:ext>
            </a:extLst>
          </p:cNvPr>
          <p:cNvCxnSpPr>
            <a:cxnSpLocks/>
            <a:endCxn id="89" idx="1"/>
          </p:cNvCxnSpPr>
          <p:nvPr/>
        </p:nvCxnSpPr>
        <p:spPr>
          <a:xfrm rot="5400000" flipH="1" flipV="1">
            <a:off x="2431844" y="3254644"/>
            <a:ext cx="2298612" cy="126358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603C8C95-03A3-6D69-4C7F-146B084B9E6F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2550254" y="2544460"/>
            <a:ext cx="1662687" cy="67236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曲线 100">
            <a:extLst>
              <a:ext uri="{FF2B5EF4-FFF2-40B4-BE49-F238E27FC236}">
                <a16:creationId xmlns:a16="http://schemas.microsoft.com/office/drawing/2014/main" id="{3557DF40-E735-D090-1349-C0E78934FB5A}"/>
              </a:ext>
            </a:extLst>
          </p:cNvPr>
          <p:cNvCxnSpPr>
            <a:cxnSpLocks/>
            <a:stCxn id="60" idx="3"/>
            <a:endCxn id="85" idx="1"/>
          </p:cNvCxnSpPr>
          <p:nvPr/>
        </p:nvCxnSpPr>
        <p:spPr>
          <a:xfrm>
            <a:off x="2550254" y="2999357"/>
            <a:ext cx="1662687" cy="64422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曲线 104">
            <a:extLst>
              <a:ext uri="{FF2B5EF4-FFF2-40B4-BE49-F238E27FC236}">
                <a16:creationId xmlns:a16="http://schemas.microsoft.com/office/drawing/2014/main" id="{BCDD70B3-0408-CB8D-5916-75454F1CAC6F}"/>
              </a:ext>
            </a:extLst>
          </p:cNvPr>
          <p:cNvCxnSpPr>
            <a:cxnSpLocks/>
            <a:stCxn id="89" idx="3"/>
            <a:endCxn id="23" idx="1"/>
          </p:cNvCxnSpPr>
          <p:nvPr/>
        </p:nvCxnSpPr>
        <p:spPr>
          <a:xfrm>
            <a:off x="5201231" y="2737129"/>
            <a:ext cx="2044697" cy="264072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曲线 108">
            <a:extLst>
              <a:ext uri="{FF2B5EF4-FFF2-40B4-BE49-F238E27FC236}">
                <a16:creationId xmlns:a16="http://schemas.microsoft.com/office/drawing/2014/main" id="{95819E91-8D9E-A5D1-E9D1-A654983F214C}"/>
              </a:ext>
            </a:extLst>
          </p:cNvPr>
          <p:cNvCxnSpPr>
            <a:cxnSpLocks/>
            <a:stCxn id="87" idx="3"/>
            <a:endCxn id="31" idx="1"/>
          </p:cNvCxnSpPr>
          <p:nvPr/>
        </p:nvCxnSpPr>
        <p:spPr>
          <a:xfrm>
            <a:off x="5201231" y="3188683"/>
            <a:ext cx="2049315" cy="164829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15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a16:creationId xmlns:a16="http://schemas.microsoft.com/office/drawing/2014/main" id="{B2D0066A-CB7E-452D-4F4B-9CB97DA114F7}"/>
              </a:ext>
            </a:extLst>
          </p:cNvPr>
          <p:cNvSpPr/>
          <p:nvPr/>
        </p:nvSpPr>
        <p:spPr>
          <a:xfrm>
            <a:off x="926651" y="2707021"/>
            <a:ext cx="2918055" cy="2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E24D356A-C111-E009-374D-64AB6EA26C30}"/>
              </a:ext>
            </a:extLst>
          </p:cNvPr>
          <p:cNvSpPr/>
          <p:nvPr/>
        </p:nvSpPr>
        <p:spPr>
          <a:xfrm>
            <a:off x="4636654" y="951345"/>
            <a:ext cx="2517123" cy="3880837"/>
          </a:xfrm>
          <a:prstGeom prst="wedgeRectCallout">
            <a:avLst>
              <a:gd name="adj1" fmla="val 101366"/>
              <a:gd name="adj2" fmla="val 5675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FA96FA5-1E6C-8D11-CBA9-D0C832571A27}"/>
              </a:ext>
            </a:extLst>
          </p:cNvPr>
          <p:cNvSpPr/>
          <p:nvPr/>
        </p:nvSpPr>
        <p:spPr>
          <a:xfrm>
            <a:off x="8465127" y="1569508"/>
            <a:ext cx="2332183" cy="440641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B9204A-A7D6-BEE6-C8C4-CE6B4649A2D2}"/>
              </a:ext>
            </a:extLst>
          </p:cNvPr>
          <p:cNvSpPr txBox="1"/>
          <p:nvPr/>
        </p:nvSpPr>
        <p:spPr>
          <a:xfrm>
            <a:off x="8808981" y="1824426"/>
            <a:ext cx="1519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ELF File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031B8C-76D3-1C31-E216-E3D45BF69DE9}"/>
              </a:ext>
            </a:extLst>
          </p:cNvPr>
          <p:cNvGrpSpPr/>
          <p:nvPr/>
        </p:nvGrpSpPr>
        <p:grpSpPr>
          <a:xfrm>
            <a:off x="8566729" y="2507316"/>
            <a:ext cx="2101272" cy="507993"/>
            <a:chOff x="7255164" y="2378005"/>
            <a:chExt cx="2101272" cy="50799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4ED8178-16AF-4DE3-2EF2-B8DC0083AA28}"/>
                </a:ext>
              </a:extLst>
            </p:cNvPr>
            <p:cNvSpPr/>
            <p:nvPr/>
          </p:nvSpPr>
          <p:spPr>
            <a:xfrm>
              <a:off x="7255164" y="2378005"/>
              <a:ext cx="2101272" cy="50799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3922083-709C-80B2-DCA2-C700F2BDD7E5}"/>
                </a:ext>
              </a:extLst>
            </p:cNvPr>
            <p:cNvSpPr txBox="1"/>
            <p:nvPr/>
          </p:nvSpPr>
          <p:spPr>
            <a:xfrm>
              <a:off x="7299035" y="2474138"/>
              <a:ext cx="2013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.text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DD1F18B-277A-354E-83FD-3CC4E569AA7C}"/>
              </a:ext>
            </a:extLst>
          </p:cNvPr>
          <p:cNvGrpSpPr/>
          <p:nvPr/>
        </p:nvGrpSpPr>
        <p:grpSpPr>
          <a:xfrm>
            <a:off x="8575965" y="5373051"/>
            <a:ext cx="2101272" cy="397521"/>
            <a:chOff x="7255164" y="5255490"/>
            <a:chExt cx="2101272" cy="397521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287960D-E3B4-AC02-C3D5-C79935005238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.data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6319FD3-FF82-238E-C2FC-F0C49368A4E7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840D043-5CE7-7AE6-92A9-D0E06B7EFE55}"/>
              </a:ext>
            </a:extLst>
          </p:cNvPr>
          <p:cNvGrpSpPr/>
          <p:nvPr/>
        </p:nvGrpSpPr>
        <p:grpSpPr>
          <a:xfrm>
            <a:off x="8580583" y="4832182"/>
            <a:ext cx="2101272" cy="397521"/>
            <a:chOff x="7255164" y="5255490"/>
            <a:chExt cx="2101272" cy="397521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6A03974-C52B-1E9A-0F0B-E6DCF7B77AB8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.got.plt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41B6773-BAF2-B726-E425-5A2E00992BDE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DBD9CEF-D1F8-47C0-3B6F-D04205BBB4F0}"/>
              </a:ext>
            </a:extLst>
          </p:cNvPr>
          <p:cNvGrpSpPr/>
          <p:nvPr/>
        </p:nvGrpSpPr>
        <p:grpSpPr>
          <a:xfrm>
            <a:off x="8582889" y="4292640"/>
            <a:ext cx="2101272" cy="397521"/>
            <a:chOff x="7255164" y="5255490"/>
            <a:chExt cx="2101272" cy="39752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A567FC1-CDF2-C60A-0449-8E82C7162357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.got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A62077A-70AC-64F2-E941-E277D1C4E965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C5C8A9C-47FA-5D07-EF2F-B6569340A79E}"/>
              </a:ext>
            </a:extLst>
          </p:cNvPr>
          <p:cNvGrpSpPr/>
          <p:nvPr/>
        </p:nvGrpSpPr>
        <p:grpSpPr>
          <a:xfrm>
            <a:off x="8566729" y="3719596"/>
            <a:ext cx="2101272" cy="397521"/>
            <a:chOff x="7255164" y="5255490"/>
            <a:chExt cx="2101272" cy="39752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BEB1838-FFD0-5050-D032-8A45BC6C296B}"/>
                </a:ext>
              </a:extLst>
            </p:cNvPr>
            <p:cNvSpPr txBox="1"/>
            <p:nvPr/>
          </p:nvSpPr>
          <p:spPr>
            <a:xfrm>
              <a:off x="7299036" y="5287303"/>
              <a:ext cx="2013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.dynamic</a:t>
              </a:r>
              <a:endParaRPr lang="zh-CN" altLang="en-US" sz="14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0D4358F-7EEE-421A-04AB-7833FA281482}"/>
                </a:ext>
              </a:extLst>
            </p:cNvPr>
            <p:cNvSpPr/>
            <p:nvPr/>
          </p:nvSpPr>
          <p:spPr>
            <a:xfrm>
              <a:off x="7255164" y="5255490"/>
              <a:ext cx="2101272" cy="397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15908398-71A7-684C-B8B3-84F67244E701}"/>
              </a:ext>
            </a:extLst>
          </p:cNvPr>
          <p:cNvGrpSpPr/>
          <p:nvPr/>
        </p:nvGrpSpPr>
        <p:grpSpPr>
          <a:xfrm>
            <a:off x="4934745" y="1484919"/>
            <a:ext cx="1955804" cy="426050"/>
            <a:chOff x="7255164" y="5255490"/>
            <a:chExt cx="2101272" cy="454073"/>
          </a:xfrm>
        </p:grpSpPr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B402F6E-87AE-5539-9672-13C1589CBD28}"/>
                </a:ext>
              </a:extLst>
            </p:cNvPr>
            <p:cNvSpPr txBox="1"/>
            <p:nvPr/>
          </p:nvSpPr>
          <p:spPr>
            <a:xfrm>
              <a:off x="7299036" y="5345644"/>
              <a:ext cx="2013527" cy="295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Address of </a:t>
              </a:r>
              <a:r>
                <a:rPr lang="en-US" altLang="zh-CN" sz="1200">
                  <a:latin typeface="Consolas" panose="020B0609020204030204" pitchFamily="49" charset="0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.dynamic</a:t>
              </a:r>
              <a:endParaRPr lang="zh-CN" altLang="en-US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F2A09684-6E91-013F-301F-C1ED35FD976D}"/>
                </a:ext>
              </a:extLst>
            </p:cNvPr>
            <p:cNvSpPr/>
            <p:nvPr/>
          </p:nvSpPr>
          <p:spPr>
            <a:xfrm>
              <a:off x="7255164" y="5255490"/>
              <a:ext cx="2101272" cy="454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4" name="连接符: 曲线 93">
            <a:extLst>
              <a:ext uri="{FF2B5EF4-FFF2-40B4-BE49-F238E27FC236}">
                <a16:creationId xmlns:a16="http://schemas.microsoft.com/office/drawing/2014/main" id="{6875B248-1825-BE55-60E6-08937B0BC460}"/>
              </a:ext>
            </a:extLst>
          </p:cNvPr>
          <p:cNvCxnSpPr>
            <a:cxnSpLocks/>
            <a:stCxn id="90" idx="3"/>
            <a:endCxn id="36" idx="1"/>
          </p:cNvCxnSpPr>
          <p:nvPr/>
        </p:nvCxnSpPr>
        <p:spPr>
          <a:xfrm>
            <a:off x="6849713" y="1708009"/>
            <a:ext cx="1760888" cy="219728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36A7448-088A-E181-EE41-9A45A4DDEDCA}"/>
              </a:ext>
            </a:extLst>
          </p:cNvPr>
          <p:cNvGrpSpPr/>
          <p:nvPr/>
        </p:nvGrpSpPr>
        <p:grpSpPr>
          <a:xfrm>
            <a:off x="4931281" y="2053675"/>
            <a:ext cx="1955804" cy="426050"/>
            <a:chOff x="7255164" y="5255490"/>
            <a:chExt cx="2101272" cy="454073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296548B-AF5C-8400-22A5-42C6DAB036AD}"/>
                </a:ext>
              </a:extLst>
            </p:cNvPr>
            <p:cNvSpPr txBox="1"/>
            <p:nvPr/>
          </p:nvSpPr>
          <p:spPr>
            <a:xfrm>
              <a:off x="7299036" y="5345644"/>
              <a:ext cx="2013527" cy="295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Module ID </a:t>
              </a:r>
              <a:r>
                <a:rPr lang="en-US" altLang="zh-CN" sz="1200">
                  <a:latin typeface="Consolas" panose="020B0609020204030204" pitchFamily="49" charset="0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liba.so</a:t>
              </a:r>
              <a:endParaRPr lang="zh-CN" altLang="en-US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CDB46D5-038A-6B3C-219D-3ED6339BBABD}"/>
                </a:ext>
              </a:extLst>
            </p:cNvPr>
            <p:cNvSpPr/>
            <p:nvPr/>
          </p:nvSpPr>
          <p:spPr>
            <a:xfrm>
              <a:off x="7255164" y="5255490"/>
              <a:ext cx="2101272" cy="454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48F015C-11CF-FD68-AD2A-AD91103317EC}"/>
              </a:ext>
            </a:extLst>
          </p:cNvPr>
          <p:cNvGrpSpPr/>
          <p:nvPr/>
        </p:nvGrpSpPr>
        <p:grpSpPr>
          <a:xfrm>
            <a:off x="4934745" y="2622431"/>
            <a:ext cx="1955804" cy="426050"/>
            <a:chOff x="7255164" y="5255490"/>
            <a:chExt cx="2101272" cy="454073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50A0EB4-C245-CB3A-D407-E17503C3DC46}"/>
                </a:ext>
              </a:extLst>
            </p:cNvPr>
            <p:cNvSpPr txBox="1"/>
            <p:nvPr/>
          </p:nvSpPr>
          <p:spPr>
            <a:xfrm>
              <a:off x="7299036" y="5345644"/>
              <a:ext cx="2013527" cy="295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_dl_runtime_resolve()</a:t>
              </a:r>
              <a:endParaRPr lang="zh-CN" altLang="en-US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2063D12-DC9C-9CDC-ADF5-1326D28D9ABA}"/>
                </a:ext>
              </a:extLst>
            </p:cNvPr>
            <p:cNvSpPr/>
            <p:nvPr/>
          </p:nvSpPr>
          <p:spPr>
            <a:xfrm>
              <a:off x="7255164" y="5255490"/>
              <a:ext cx="2101272" cy="454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93E9B8D-6B8B-600E-7884-8E8121B65735}"/>
              </a:ext>
            </a:extLst>
          </p:cNvPr>
          <p:cNvGrpSpPr/>
          <p:nvPr/>
        </p:nvGrpSpPr>
        <p:grpSpPr>
          <a:xfrm>
            <a:off x="4931280" y="3191187"/>
            <a:ext cx="1955804" cy="426050"/>
            <a:chOff x="7255164" y="5255490"/>
            <a:chExt cx="2101272" cy="454073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96AC3DA-3401-4863-32E0-683B72BE84E0}"/>
                </a:ext>
              </a:extLst>
            </p:cNvPr>
            <p:cNvSpPr txBox="1"/>
            <p:nvPr/>
          </p:nvSpPr>
          <p:spPr>
            <a:xfrm>
              <a:off x="7299036" y="5345644"/>
              <a:ext cx="2013527" cy="295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func1@got</a:t>
              </a:r>
              <a:endParaRPr lang="zh-CN" altLang="en-US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19451A7-5089-4235-72AC-8D88E6F72758}"/>
                </a:ext>
              </a:extLst>
            </p:cNvPr>
            <p:cNvSpPr/>
            <p:nvPr/>
          </p:nvSpPr>
          <p:spPr>
            <a:xfrm>
              <a:off x="7255164" y="5255490"/>
              <a:ext cx="2101272" cy="454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BAF2BE5-53BE-7D14-8E2D-91D610EB2AD3}"/>
              </a:ext>
            </a:extLst>
          </p:cNvPr>
          <p:cNvGrpSpPr/>
          <p:nvPr/>
        </p:nvGrpSpPr>
        <p:grpSpPr>
          <a:xfrm>
            <a:off x="4931279" y="3779722"/>
            <a:ext cx="1955804" cy="426050"/>
            <a:chOff x="7255164" y="5255490"/>
            <a:chExt cx="2101272" cy="454073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D5C9DA7-534B-4533-5D1E-2C3B8AF74454}"/>
                </a:ext>
              </a:extLst>
            </p:cNvPr>
            <p:cNvSpPr txBox="1"/>
            <p:nvPr/>
          </p:nvSpPr>
          <p:spPr>
            <a:xfrm>
              <a:off x="7299036" y="5345644"/>
              <a:ext cx="2013527" cy="295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rPr>
                <a:t>func2@got</a:t>
              </a:r>
              <a:endParaRPr lang="zh-CN" altLang="en-US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CFD29D0-B8AB-CF62-66C2-52438234FC00}"/>
                </a:ext>
              </a:extLst>
            </p:cNvPr>
            <p:cNvSpPr/>
            <p:nvPr/>
          </p:nvSpPr>
          <p:spPr>
            <a:xfrm>
              <a:off x="7255164" y="5255490"/>
              <a:ext cx="2101272" cy="454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A31E5816-F492-51E2-8676-AFE201A1DB9F}"/>
              </a:ext>
            </a:extLst>
          </p:cNvPr>
          <p:cNvSpPr txBox="1"/>
          <p:nvPr/>
        </p:nvSpPr>
        <p:spPr>
          <a:xfrm>
            <a:off x="4930608" y="4348643"/>
            <a:ext cx="1874133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…</a:t>
            </a:r>
            <a:endParaRPr lang="zh-CN" altLang="en-US" sz="1200">
              <a:latin typeface="Consolas" panose="020B0609020204030204" pitchFamily="49" charset="0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72" name="连接符: 曲线 71">
            <a:extLst>
              <a:ext uri="{FF2B5EF4-FFF2-40B4-BE49-F238E27FC236}">
                <a16:creationId xmlns:a16="http://schemas.microsoft.com/office/drawing/2014/main" id="{75B6B767-8AA6-94D0-01DB-7D4E9ABABA5C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2785405" y="2266700"/>
            <a:ext cx="2145876" cy="179248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8D51C8D2-8688-8E69-4A16-709F0C0873E8}"/>
              </a:ext>
            </a:extLst>
          </p:cNvPr>
          <p:cNvSpPr txBox="1"/>
          <p:nvPr/>
        </p:nvSpPr>
        <p:spPr>
          <a:xfrm>
            <a:off x="1071489" y="3286814"/>
            <a:ext cx="2829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200">
              <a:latin typeface="Consolas" panose="020B0609020204030204" pitchFamily="49" charset="0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  <a:p>
            <a:r>
              <a:rPr lang="en-US" altLang="zh-CN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func1@plt:</a:t>
            </a:r>
          </a:p>
          <a:p>
            <a:r>
              <a:rPr lang="en-US" altLang="zh-CN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    jmp*(func1@got)</a:t>
            </a:r>
          </a:p>
          <a:p>
            <a:r>
              <a:rPr lang="en-US" altLang="zh-CN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    push n</a:t>
            </a:r>
          </a:p>
          <a:p>
            <a:r>
              <a:rPr lang="en-US" altLang="zh-CN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    push module_id</a:t>
            </a:r>
          </a:p>
          <a:p>
            <a:r>
              <a:rPr lang="en-US" altLang="zh-CN" sz="1200">
                <a:latin typeface="Consolas" panose="020B0609020204030204" pitchFamily="49" charset="0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    jump _dl_runtime_resolve</a:t>
            </a:r>
            <a:endParaRPr lang="zh-CN" altLang="en-US" sz="1200">
              <a:latin typeface="Consolas" panose="020B0609020204030204" pitchFamily="49" charset="0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A39D04EE-0540-5961-4AE4-75181605CE72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3390589" y="2835456"/>
            <a:ext cx="1544156" cy="145718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9CED7B9-117E-6102-8847-8D88F9488427}"/>
              </a:ext>
            </a:extLst>
          </p:cNvPr>
          <p:cNvSpPr txBox="1"/>
          <p:nvPr/>
        </p:nvSpPr>
        <p:spPr>
          <a:xfrm>
            <a:off x="5135524" y="1062945"/>
            <a:ext cx="1519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.got.plt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327CB89-1385-C1C1-6C24-3915F5B659CB}"/>
              </a:ext>
            </a:extLst>
          </p:cNvPr>
          <p:cNvSpPr txBox="1"/>
          <p:nvPr/>
        </p:nvSpPr>
        <p:spPr>
          <a:xfrm>
            <a:off x="4026009" y="1855353"/>
            <a:ext cx="1519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GOT+4</a:t>
            </a:r>
            <a:endParaRPr lang="zh-CN" altLang="en-US" sz="11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12FC303-DAEA-6A5A-06AA-F35A9EFA1AB0}"/>
              </a:ext>
            </a:extLst>
          </p:cNvPr>
          <p:cNvSpPr txBox="1"/>
          <p:nvPr/>
        </p:nvSpPr>
        <p:spPr>
          <a:xfrm>
            <a:off x="4018981" y="2424257"/>
            <a:ext cx="1519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GOT+8</a:t>
            </a:r>
            <a:endParaRPr lang="zh-CN" altLang="en-US" sz="11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41973A3-140D-9F5F-BFC9-5E82B735099A}"/>
              </a:ext>
            </a:extLst>
          </p:cNvPr>
          <p:cNvSpPr txBox="1"/>
          <p:nvPr/>
        </p:nvSpPr>
        <p:spPr>
          <a:xfrm>
            <a:off x="1567873" y="2757337"/>
            <a:ext cx="1519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等距更纱黑体 SC" panose="02000509000000000000" pitchFamily="49" charset="-122"/>
                <a:ea typeface="等距更纱黑体 SC" panose="02000509000000000000" pitchFamily="49" charset="-122"/>
                <a:cs typeface="等距更纱黑体 SC" panose="02000509000000000000" pitchFamily="49" charset="-122"/>
              </a:rPr>
              <a:t>.plt</a:t>
            </a:r>
            <a:endParaRPr lang="zh-CN" altLang="en-US" sz="1400" b="1">
              <a:latin typeface="等距更纱黑体 SC" panose="02000509000000000000" pitchFamily="49" charset="-122"/>
              <a:ea typeface="等距更纱黑体 SC" panose="02000509000000000000" pitchFamily="49" charset="-122"/>
              <a:cs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868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34CD1-228D-BB8E-FBC9-D8894C067008}"/>
              </a:ext>
            </a:extLst>
          </p:cNvPr>
          <p:cNvSpPr/>
          <p:nvPr/>
        </p:nvSpPr>
        <p:spPr>
          <a:xfrm>
            <a:off x="1870358" y="1499509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用户代码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A58074-B7A2-DF44-F601-344C20C2E71D}"/>
              </a:ext>
            </a:extLst>
          </p:cNvPr>
          <p:cNvSpPr/>
          <p:nvPr/>
        </p:nvSpPr>
        <p:spPr>
          <a:xfrm>
            <a:off x="4114798" y="1499509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fork()</a:t>
            </a:r>
            <a:endParaRPr lang="zh-CN" altLang="en-US" sz="16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4A938D-EA58-1923-16B3-DEE81774C3D8}"/>
              </a:ext>
            </a:extLst>
          </p:cNvPr>
          <p:cNvSpPr txBox="1"/>
          <p:nvPr/>
        </p:nvSpPr>
        <p:spPr>
          <a:xfrm>
            <a:off x="1094509" y="3146652"/>
            <a:ext cx="161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Fira Code" pitchFamily="1" charset="0"/>
                <a:cs typeface="Fira Code" pitchFamily="1" charset="0"/>
              </a:rPr>
              <a:t>User Mode</a:t>
            </a:r>
            <a:endParaRPr lang="zh-CN" altLang="en-US"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CB586792-B6CA-EB89-0EB3-45F857CDA59F}"/>
              </a:ext>
            </a:extLst>
          </p:cNvPr>
          <p:cNvCxnSpPr>
            <a:cxnSpLocks/>
            <a:stCxn id="15" idx="2"/>
            <a:endCxn id="23" idx="1"/>
          </p:cNvCxnSpPr>
          <p:nvPr/>
        </p:nvCxnSpPr>
        <p:spPr>
          <a:xfrm rot="5400000">
            <a:off x="3374188" y="564874"/>
            <a:ext cx="2315960" cy="52612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68286A2-7569-EC77-35DB-3BE2EA8E6926}"/>
              </a:ext>
            </a:extLst>
          </p:cNvPr>
          <p:cNvCxnSpPr/>
          <p:nvPr/>
        </p:nvCxnSpPr>
        <p:spPr>
          <a:xfrm>
            <a:off x="1801091" y="3629891"/>
            <a:ext cx="8525164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585DE80-09AA-9773-B054-8EDB73A11CDF}"/>
              </a:ext>
            </a:extLst>
          </p:cNvPr>
          <p:cNvSpPr txBox="1"/>
          <p:nvPr/>
        </p:nvSpPr>
        <p:spPr>
          <a:xfrm>
            <a:off x="9097818" y="3778012"/>
            <a:ext cx="186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Fira Code" pitchFamily="1" charset="0"/>
                <a:cs typeface="Fira Code" pitchFamily="1" charset="0"/>
              </a:rPr>
              <a:t>Kernel Mode</a:t>
            </a:r>
            <a:endParaRPr lang="zh-CN" altLang="en-US"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72549BD-3B47-69F9-726B-9B6B42F2CAA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486722" y="1762746"/>
            <a:ext cx="62807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F93B50-8678-E191-D966-CD55A5BD1D72}"/>
              </a:ext>
            </a:extLst>
          </p:cNvPr>
          <p:cNvSpPr/>
          <p:nvPr/>
        </p:nvSpPr>
        <p:spPr>
          <a:xfrm>
            <a:off x="6354618" y="1511053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eax=2</a:t>
            </a: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int 0x80</a:t>
            </a:r>
            <a:endParaRPr lang="zh-CN" altLang="en-US" sz="16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52595FE-CB7B-0FAB-0AB2-EFFFA9F4DE55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5731162" y="1762746"/>
            <a:ext cx="623456" cy="1154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468E1CCB-84C9-E7A5-BF0B-EDEE7AF5A983}"/>
              </a:ext>
            </a:extLst>
          </p:cNvPr>
          <p:cNvSpPr/>
          <p:nvPr/>
        </p:nvSpPr>
        <p:spPr>
          <a:xfrm>
            <a:off x="891308" y="4353486"/>
            <a:ext cx="1819564" cy="803556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中断向量表</a:t>
            </a: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03E21F6E-E99F-DF49-933C-81582F139A22}"/>
              </a:ext>
            </a:extLst>
          </p:cNvPr>
          <p:cNvSpPr/>
          <p:nvPr/>
        </p:nvSpPr>
        <p:spPr>
          <a:xfrm>
            <a:off x="5913583" y="4353487"/>
            <a:ext cx="1819564" cy="803556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系统调用表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995E7C-ACAE-9DC2-35A1-4B707FD4056E}"/>
              </a:ext>
            </a:extLst>
          </p:cNvPr>
          <p:cNvSpPr/>
          <p:nvPr/>
        </p:nvSpPr>
        <p:spPr>
          <a:xfrm>
            <a:off x="3225800" y="4451304"/>
            <a:ext cx="2172854" cy="607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0x80 </a:t>
            </a:r>
            <a:r>
              <a:rPr lang="zh-CN" altLang="en-US" sz="1600" b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中断服务程序</a:t>
            </a:r>
            <a:endParaRPr lang="en-US" altLang="zh-CN" sz="1600" b="1">
              <a:solidFill>
                <a:schemeClr val="tx1"/>
              </a:solidFill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system_call()</a:t>
            </a:r>
            <a:endParaRPr lang="zh-CN" altLang="en-US" sz="16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DEC8A8E-D9B8-C0F0-35F7-CE04BEA5E6F7}"/>
              </a:ext>
            </a:extLst>
          </p:cNvPr>
          <p:cNvSpPr/>
          <p:nvPr/>
        </p:nvSpPr>
        <p:spPr>
          <a:xfrm>
            <a:off x="8384307" y="4451304"/>
            <a:ext cx="2172854" cy="607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系统调用</a:t>
            </a:r>
            <a:endParaRPr lang="en-US" altLang="zh-CN" sz="1600" b="1">
              <a:solidFill>
                <a:schemeClr val="tx1"/>
              </a:solidFill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Sys_fork()</a:t>
            </a:r>
            <a:endParaRPr lang="zh-CN" altLang="en-US" sz="16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FC6B94-732B-947F-F0C7-BD701593BD20}"/>
              </a:ext>
            </a:extLst>
          </p:cNvPr>
          <p:cNvSpPr/>
          <p:nvPr/>
        </p:nvSpPr>
        <p:spPr>
          <a:xfrm>
            <a:off x="8594438" y="1507338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用户代码</a:t>
            </a:r>
            <a:endParaRPr lang="zh-CN" altLang="en-US" sz="1600" b="1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DB0AF0B-8766-C518-C1A4-63E22B31B6B4}"/>
              </a:ext>
            </a:extLst>
          </p:cNvPr>
          <p:cNvCxnSpPr>
            <a:cxnSpLocks/>
            <a:stCxn id="23" idx="2"/>
            <a:endCxn id="25" idx="1"/>
          </p:cNvCxnSpPr>
          <p:nvPr/>
        </p:nvCxnSpPr>
        <p:spPr>
          <a:xfrm>
            <a:off x="2610428" y="4755264"/>
            <a:ext cx="615372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A70978A-5F19-9076-8C39-0899D7D79670}"/>
              </a:ext>
            </a:extLst>
          </p:cNvPr>
          <p:cNvCxnSpPr>
            <a:cxnSpLocks/>
            <a:stCxn id="25" idx="3"/>
            <a:endCxn id="24" idx="5"/>
          </p:cNvCxnSpPr>
          <p:nvPr/>
        </p:nvCxnSpPr>
        <p:spPr>
          <a:xfrm>
            <a:off x="5398654" y="4755265"/>
            <a:ext cx="61537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06E4EBE-149A-C045-9D17-F6EFC23A85CE}"/>
              </a:ext>
            </a:extLst>
          </p:cNvPr>
          <p:cNvCxnSpPr>
            <a:cxnSpLocks/>
            <a:stCxn id="24" idx="2"/>
            <a:endCxn id="26" idx="1"/>
          </p:cNvCxnSpPr>
          <p:nvPr/>
        </p:nvCxnSpPr>
        <p:spPr>
          <a:xfrm>
            <a:off x="7632703" y="4755265"/>
            <a:ext cx="75160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B35B1E1-064B-52B5-09A2-3A297418745D}"/>
              </a:ext>
            </a:extLst>
          </p:cNvPr>
          <p:cNvSpPr txBox="1"/>
          <p:nvPr/>
        </p:nvSpPr>
        <p:spPr>
          <a:xfrm>
            <a:off x="3800760" y="2826335"/>
            <a:ext cx="110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中断</a:t>
            </a:r>
          </a:p>
        </p:txBody>
      </p: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12F20D25-B00F-1293-583F-6FFB89A076BD}"/>
              </a:ext>
            </a:extLst>
          </p:cNvPr>
          <p:cNvCxnSpPr>
            <a:cxnSpLocks/>
            <a:stCxn id="26" idx="3"/>
            <a:endCxn id="27" idx="3"/>
          </p:cNvCxnSpPr>
          <p:nvPr/>
        </p:nvCxnSpPr>
        <p:spPr>
          <a:xfrm flipH="1" flipV="1">
            <a:off x="10210802" y="1770575"/>
            <a:ext cx="346359" cy="2984690"/>
          </a:xfrm>
          <a:prstGeom prst="curvedConnector3">
            <a:avLst>
              <a:gd name="adj1" fmla="val -178003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C6FCCEB-2114-78FF-A551-620C7D28B9E2}"/>
              </a:ext>
            </a:extLst>
          </p:cNvPr>
          <p:cNvSpPr txBox="1"/>
          <p:nvPr/>
        </p:nvSpPr>
        <p:spPr>
          <a:xfrm>
            <a:off x="2327565" y="5166380"/>
            <a:ext cx="1108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查找 </a:t>
            </a:r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0x80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F4B05BD-B125-3559-8382-F8647C6B6E36}"/>
              </a:ext>
            </a:extLst>
          </p:cNvPr>
          <p:cNvSpPr txBox="1"/>
          <p:nvPr/>
        </p:nvSpPr>
        <p:spPr>
          <a:xfrm>
            <a:off x="7416800" y="5119325"/>
            <a:ext cx="1108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查找 </a:t>
            </a:r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eax=2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616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09A6C07-AB96-759F-8505-01A2916B6B23}"/>
              </a:ext>
            </a:extLst>
          </p:cNvPr>
          <p:cNvSpPr/>
          <p:nvPr/>
        </p:nvSpPr>
        <p:spPr>
          <a:xfrm>
            <a:off x="6689436" y="5326255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2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4A938D-EA58-1923-16B3-DEE81774C3D8}"/>
              </a:ext>
            </a:extLst>
          </p:cNvPr>
          <p:cNvSpPr txBox="1"/>
          <p:nvPr/>
        </p:nvSpPr>
        <p:spPr>
          <a:xfrm>
            <a:off x="4793672" y="5326254"/>
            <a:ext cx="92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esp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20EADE-A70A-4C3F-5D1F-F4FB446E4669}"/>
              </a:ext>
            </a:extLst>
          </p:cNvPr>
          <p:cNvSpPr/>
          <p:nvPr/>
        </p:nvSpPr>
        <p:spPr>
          <a:xfrm>
            <a:off x="6689435" y="5018478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0xbf801fd8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8ABF8B-8E72-AD42-607E-B97DFD539116}"/>
              </a:ext>
            </a:extLst>
          </p:cNvPr>
          <p:cNvSpPr/>
          <p:nvPr/>
        </p:nvSpPr>
        <p:spPr>
          <a:xfrm>
            <a:off x="6689435" y="4710701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0xbf801fde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0F44247-5B34-C8D8-DC52-1B4914A5FF79}"/>
              </a:ext>
            </a:extLst>
          </p:cNvPr>
          <p:cNvCxnSpPr/>
          <p:nvPr/>
        </p:nvCxnSpPr>
        <p:spPr>
          <a:xfrm>
            <a:off x="5624945" y="5507851"/>
            <a:ext cx="82434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1D8BC1A-1520-6DD4-87F2-4B736F9F1ED4}"/>
              </a:ext>
            </a:extLst>
          </p:cNvPr>
          <p:cNvSpPr/>
          <p:nvPr/>
        </p:nvSpPr>
        <p:spPr>
          <a:xfrm>
            <a:off x="6689435" y="4402924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0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7B2FA6-E51E-373A-933A-5E8EF69D033E}"/>
              </a:ext>
            </a:extLst>
          </p:cNvPr>
          <p:cNvSpPr/>
          <p:nvPr/>
        </p:nvSpPr>
        <p:spPr>
          <a:xfrm>
            <a:off x="6689434" y="4098432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0xbf801fe1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14D750-37C1-A64F-1C5C-FB7620C0A83E}"/>
              </a:ext>
            </a:extLst>
          </p:cNvPr>
          <p:cNvSpPr/>
          <p:nvPr/>
        </p:nvSpPr>
        <p:spPr>
          <a:xfrm>
            <a:off x="6689434" y="3796606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0xbf801ff1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AC9574-E246-DB8C-215A-218521B86D4F}"/>
              </a:ext>
            </a:extLst>
          </p:cNvPr>
          <p:cNvSpPr txBox="1"/>
          <p:nvPr/>
        </p:nvSpPr>
        <p:spPr>
          <a:xfrm>
            <a:off x="8439721" y="4098432"/>
            <a:ext cx="1249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env ptr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976FAC-12B2-0766-9DC0-8DC869A98F8D}"/>
              </a:ext>
            </a:extLst>
          </p:cNvPr>
          <p:cNvSpPr txBox="1"/>
          <p:nvPr/>
        </p:nvSpPr>
        <p:spPr>
          <a:xfrm>
            <a:off x="8439721" y="5322970"/>
            <a:ext cx="1249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arg cnt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57E3AC-1408-12F0-E4AF-36BD40105C57}"/>
              </a:ext>
            </a:extLst>
          </p:cNvPr>
          <p:cNvSpPr txBox="1"/>
          <p:nvPr/>
        </p:nvSpPr>
        <p:spPr>
          <a:xfrm>
            <a:off x="8439721" y="5011908"/>
            <a:ext cx="1249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arg ptr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ED6EB3-DAAC-FD01-F367-EEF3A79C880D}"/>
              </a:ext>
            </a:extLst>
          </p:cNvPr>
          <p:cNvSpPr/>
          <p:nvPr/>
        </p:nvSpPr>
        <p:spPr>
          <a:xfrm>
            <a:off x="6689434" y="3492114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0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973E05-A830-5186-292C-D67458B83C36}"/>
              </a:ext>
            </a:extLst>
          </p:cNvPr>
          <p:cNvSpPr/>
          <p:nvPr/>
        </p:nvSpPr>
        <p:spPr>
          <a:xfrm>
            <a:off x="6689434" y="3184337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‘p r o g’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435393C-C408-8977-E2C2-41AEE6B9EF6F}"/>
              </a:ext>
            </a:extLst>
          </p:cNvPr>
          <p:cNvSpPr/>
          <p:nvPr/>
        </p:nvSpPr>
        <p:spPr>
          <a:xfrm>
            <a:off x="6689433" y="2878856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‘\0 1 2 3’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F5872D2-D4D1-37E7-C417-1B4F8A9DBC85}"/>
              </a:ext>
            </a:extLst>
          </p:cNvPr>
          <p:cNvSpPr txBox="1"/>
          <p:nvPr/>
        </p:nvSpPr>
        <p:spPr>
          <a:xfrm>
            <a:off x="5190836" y="3212021"/>
            <a:ext cx="138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0xbf801fd8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702154-74E8-2F90-56F1-A93EA40E0114}"/>
              </a:ext>
            </a:extLst>
          </p:cNvPr>
          <p:cNvSpPr txBox="1"/>
          <p:nvPr/>
        </p:nvSpPr>
        <p:spPr>
          <a:xfrm>
            <a:off x="5190836" y="2904244"/>
            <a:ext cx="138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0xbf801fdc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76440B-AF92-8DF0-B1AB-B66ADDE41F05}"/>
              </a:ext>
            </a:extLst>
          </p:cNvPr>
          <p:cNvSpPr/>
          <p:nvPr/>
        </p:nvSpPr>
        <p:spPr>
          <a:xfrm>
            <a:off x="6689432" y="2573375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‘\0 H O M’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B6E8EC8-1865-B2CB-1506-090E8760F650}"/>
              </a:ext>
            </a:extLst>
          </p:cNvPr>
          <p:cNvSpPr/>
          <p:nvPr/>
        </p:nvSpPr>
        <p:spPr>
          <a:xfrm>
            <a:off x="6691738" y="2272538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‘E = / h’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66535EC-5AF4-A032-98F2-07D6B053628A}"/>
              </a:ext>
            </a:extLst>
          </p:cNvPr>
          <p:cNvSpPr/>
          <p:nvPr/>
        </p:nvSpPr>
        <p:spPr>
          <a:xfrm>
            <a:off x="6684808" y="1964761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‘o m e /’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484118-CB11-3044-F43D-6D127B4528D2}"/>
              </a:ext>
            </a:extLst>
          </p:cNvPr>
          <p:cNvSpPr/>
          <p:nvPr/>
        </p:nvSpPr>
        <p:spPr>
          <a:xfrm>
            <a:off x="6691738" y="1663872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‘u s e r’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3CEBB9-E2CB-102B-88DF-597924AFD2B9}"/>
              </a:ext>
            </a:extLst>
          </p:cNvPr>
          <p:cNvSpPr/>
          <p:nvPr/>
        </p:nvSpPr>
        <p:spPr>
          <a:xfrm>
            <a:off x="6689432" y="1356095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‘\0 P A T’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E76DAD-07E4-246B-4FEE-BF236E3B4D8F}"/>
              </a:ext>
            </a:extLst>
          </p:cNvPr>
          <p:cNvSpPr/>
          <p:nvPr/>
        </p:nvSpPr>
        <p:spPr>
          <a:xfrm>
            <a:off x="6684808" y="1046022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‘H = / u’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72D1834-1E67-B553-5690-D84ED5E9706D}"/>
              </a:ext>
            </a:extLst>
          </p:cNvPr>
          <p:cNvSpPr/>
          <p:nvPr/>
        </p:nvSpPr>
        <p:spPr>
          <a:xfrm>
            <a:off x="6689420" y="731924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‘s r / b’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EF90B4-4F2D-FAD9-E2C4-D2B578F080D3}"/>
              </a:ext>
            </a:extLst>
          </p:cNvPr>
          <p:cNvSpPr/>
          <p:nvPr/>
        </p:nvSpPr>
        <p:spPr>
          <a:xfrm>
            <a:off x="6691738" y="424417"/>
            <a:ext cx="1750287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‘l n \0  ’</a:t>
            </a:r>
            <a:endParaRPr lang="zh-CN" altLang="en-US" sz="1400" b="1">
              <a:solidFill>
                <a:schemeClr val="tx1"/>
              </a:solidFill>
              <a:latin typeface="Fira Code Retina" pitchFamily="1" charset="0"/>
              <a:cs typeface="Fira Code Retina" pitchFamily="1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8427191-4BEF-0485-A13D-408F8FDB3990}"/>
              </a:ext>
            </a:extLst>
          </p:cNvPr>
          <p:cNvSpPr txBox="1"/>
          <p:nvPr/>
        </p:nvSpPr>
        <p:spPr>
          <a:xfrm>
            <a:off x="5197766" y="2578826"/>
            <a:ext cx="138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0xbf801fe0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7A5D2A-3288-2D57-9D1F-BA5CCC9665C7}"/>
              </a:ext>
            </a:extLst>
          </p:cNvPr>
          <p:cNvSpPr txBox="1"/>
          <p:nvPr/>
        </p:nvSpPr>
        <p:spPr>
          <a:xfrm>
            <a:off x="5200073" y="1395366"/>
            <a:ext cx="138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0xbf801ff0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B6461CE-8923-52BE-DB33-A84759F1561F}"/>
              </a:ext>
            </a:extLst>
          </p:cNvPr>
          <p:cNvSpPr txBox="1"/>
          <p:nvPr/>
        </p:nvSpPr>
        <p:spPr>
          <a:xfrm>
            <a:off x="5197766" y="469048"/>
            <a:ext cx="138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Fira Code" pitchFamily="1" charset="0"/>
                <a:ea typeface="Fira Code" pitchFamily="1" charset="0"/>
                <a:cs typeface="Fira Code" pitchFamily="1" charset="0"/>
              </a:rPr>
              <a:t>0xbf801ffc</a:t>
            </a:r>
            <a:endParaRPr lang="zh-CN" altLang="en-US" sz="140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D8E2F90-8A09-B9B9-E0D3-294E5F22583E}"/>
              </a:ext>
            </a:extLst>
          </p:cNvPr>
          <p:cNvSpPr txBox="1"/>
          <p:nvPr/>
        </p:nvSpPr>
        <p:spPr>
          <a:xfrm>
            <a:off x="9144000" y="1164542"/>
            <a:ext cx="2632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Fira Code" pitchFamily="1" charset="0"/>
                <a:ea typeface="Fira Code" pitchFamily="1" charset="0"/>
                <a:cs typeface="Fira Code" pitchFamily="1" charset="0"/>
              </a:rPr>
              <a:t>HOME=/home/usr</a:t>
            </a:r>
          </a:p>
          <a:p>
            <a:r>
              <a:rPr lang="en-US" altLang="zh-CN" sz="1400" b="1">
                <a:latin typeface="Fira Code" pitchFamily="1" charset="0"/>
                <a:ea typeface="Fira Code" pitchFamily="1" charset="0"/>
                <a:cs typeface="Fira Code" pitchFamily="1" charset="0"/>
              </a:rPr>
              <a:t>PATH=/usr/bin</a:t>
            </a:r>
          </a:p>
          <a:p>
            <a:endParaRPr lang="en-US" altLang="zh-CN" sz="1400" b="1"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r>
              <a:rPr lang="en-US" altLang="zh-CN" sz="1400" b="1">
                <a:latin typeface="Fira Code" pitchFamily="1" charset="0"/>
                <a:ea typeface="Fira Code" pitchFamily="1" charset="0"/>
                <a:cs typeface="Fira Code" pitchFamily="1" charset="0"/>
              </a:rPr>
              <a:t>$ prog 123</a:t>
            </a:r>
            <a:endParaRPr lang="zh-CN" altLang="en-US" sz="1400" b="1">
              <a:latin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37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25A96B51-A06E-2EE9-86C9-D4BD91F6594E}"/>
              </a:ext>
            </a:extLst>
          </p:cNvPr>
          <p:cNvGrpSpPr/>
          <p:nvPr/>
        </p:nvGrpSpPr>
        <p:grpSpPr>
          <a:xfrm>
            <a:off x="3792415" y="1317472"/>
            <a:ext cx="3610708" cy="3207453"/>
            <a:chOff x="3792415" y="1317472"/>
            <a:chExt cx="3610708" cy="3207453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DAFED1B-D189-4F02-278C-4E2D7834A1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7554" y="1503485"/>
              <a:ext cx="0" cy="297180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0FD2524-B59C-63F0-4BE0-5CA62BE50B01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4152900"/>
              <a:ext cx="3593123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A86C545-1201-4796-E106-69412F4224F4}"/>
                    </a:ext>
                  </a:extLst>
                </p:cNvPr>
                <p:cNvSpPr txBox="1"/>
                <p:nvPr/>
              </p:nvSpPr>
              <p:spPr>
                <a:xfrm>
                  <a:off x="7060223" y="4152900"/>
                  <a:ext cx="342900" cy="372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等距更纱黑体 SC" panose="02000509000000000000" pitchFamily="49" charset="-122"/>
                            <a:cs typeface="等距更纱黑体 SC" panose="02000509000000000000" pitchFamily="49" charset="-122"/>
                          </a:rPr>
                          <m:t>𝑥</m:t>
                        </m:r>
                      </m:oMath>
                    </m:oMathPara>
                  </a14:m>
                  <a:endParaRPr lang="zh-CN" altLang="en-US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A86C545-1201-4796-E106-69412F422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223" y="4152900"/>
                  <a:ext cx="342900" cy="37202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7AE429B-F167-2887-EFE0-051050BB3379}"/>
                    </a:ext>
                  </a:extLst>
                </p:cNvPr>
                <p:cNvSpPr txBox="1"/>
                <p:nvPr/>
              </p:nvSpPr>
              <p:spPr>
                <a:xfrm>
                  <a:off x="3792415" y="1317472"/>
                  <a:ext cx="342900" cy="372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等距更纱黑体 SC" panose="02000509000000000000" pitchFamily="49" charset="-122"/>
                            <a:cs typeface="等距更纱黑体 SC" panose="02000509000000000000" pitchFamily="49" charset="-122"/>
                          </a:rPr>
                          <m:t>y</m:t>
                        </m:r>
                      </m:oMath>
                    </m:oMathPara>
                  </a14:m>
                  <a:endParaRPr lang="zh-CN" altLang="en-US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等距更纱黑体 SC" panose="02000509000000000000" pitchFamily="49" charset="-122"/>
                    <a:ea typeface="等距更纱黑体 SC" panose="02000509000000000000" pitchFamily="49" charset="-122"/>
                    <a:cs typeface="等距更纱黑体 SC" panose="02000509000000000000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7AE429B-F167-2887-EFE0-051050BB33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2415" y="1317472"/>
                  <a:ext cx="342900" cy="372025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EFF4409-CECF-9A4C-EB8D-964A5D2F21E9}"/>
              </a:ext>
            </a:extLst>
          </p:cNvPr>
          <p:cNvCxnSpPr>
            <a:cxnSpLocks/>
          </p:cNvCxnSpPr>
          <p:nvPr/>
        </p:nvCxnSpPr>
        <p:spPr>
          <a:xfrm flipV="1">
            <a:off x="4398509" y="3162300"/>
            <a:ext cx="2549770" cy="136262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弧形 21">
            <a:extLst>
              <a:ext uri="{FF2B5EF4-FFF2-40B4-BE49-F238E27FC236}">
                <a16:creationId xmlns:a16="http://schemas.microsoft.com/office/drawing/2014/main" id="{1F36AC79-78E9-0380-8599-3E65B972D281}"/>
              </a:ext>
            </a:extLst>
          </p:cNvPr>
          <p:cNvSpPr/>
          <p:nvPr/>
        </p:nvSpPr>
        <p:spPr>
          <a:xfrm rot="5864849">
            <a:off x="1110857" y="-992435"/>
            <a:ext cx="4750584" cy="6061687"/>
          </a:xfrm>
          <a:prstGeom prst="arc">
            <a:avLst>
              <a:gd name="adj1" fmla="val 16751885"/>
              <a:gd name="adj2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FC490E2-E9D1-A52C-D195-2BE5C9AAB5CB}"/>
              </a:ext>
            </a:extLst>
          </p:cNvPr>
          <p:cNvCxnSpPr>
            <a:cxnSpLocks/>
          </p:cNvCxnSpPr>
          <p:nvPr/>
        </p:nvCxnSpPr>
        <p:spPr>
          <a:xfrm>
            <a:off x="6286500" y="2567353"/>
            <a:ext cx="0" cy="25850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8844989-CBE3-DFEA-050E-7526ED4E3C0F}"/>
                  </a:ext>
                </a:extLst>
              </p:cNvPr>
              <p:cNvSpPr txBox="1"/>
              <p:nvPr/>
            </p:nvSpPr>
            <p:spPr>
              <a:xfrm>
                <a:off x="5462376" y="4117614"/>
                <a:ext cx="46306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Δ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𝑥</m:t>
                      </m:r>
                    </m:oMath>
                  </m:oMathPara>
                </a14:m>
                <a:endParaRPr lang="zh-CN" altLang="en-US" sz="1400">
                  <a:solidFill>
                    <a:schemeClr val="tx1"/>
                  </a:solidFill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8844989-CBE3-DFEA-050E-7526ED4E3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376" y="4117614"/>
                <a:ext cx="46306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60C029B-C68A-C1B3-88E5-F975DCDB392D}"/>
                  </a:ext>
                </a:extLst>
              </p:cNvPr>
              <p:cNvSpPr txBox="1"/>
              <p:nvPr/>
            </p:nvSpPr>
            <p:spPr>
              <a:xfrm>
                <a:off x="6940061" y="2889363"/>
                <a:ext cx="46306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′(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1400">
                  <a:solidFill>
                    <a:schemeClr val="tx1"/>
                  </a:solidFill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60C029B-C68A-C1B3-88E5-F975DCDB3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061" y="2889363"/>
                <a:ext cx="463062" cy="307777"/>
              </a:xfrm>
              <a:prstGeom prst="rect">
                <a:avLst/>
              </a:prstGeom>
              <a:blipFill>
                <a:blip r:embed="rId5"/>
                <a:stretch>
                  <a:fillRect r="-38158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F446947-21BF-A62D-723B-E02DCE05A9CA}"/>
              </a:ext>
            </a:extLst>
          </p:cNvPr>
          <p:cNvCxnSpPr/>
          <p:nvPr/>
        </p:nvCxnSpPr>
        <p:spPr>
          <a:xfrm flipV="1">
            <a:off x="6286500" y="3043251"/>
            <a:ext cx="0" cy="703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A04B981-2F28-EDF0-5379-8797BE0F2FC1}"/>
                  </a:ext>
                </a:extLst>
              </p:cNvPr>
              <p:cNvSpPr txBox="1"/>
              <p:nvPr/>
            </p:nvSpPr>
            <p:spPr>
              <a:xfrm>
                <a:off x="5728189" y="2886626"/>
                <a:ext cx="463062" cy="309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𝑓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x</m:t>
                      </m:r>
                      <m:r>
                        <a:rPr lang="en-US" altLang="zh-CN" sz="1400" b="0" i="0" smtClean="0"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1400">
                  <a:solidFill>
                    <a:schemeClr val="tx1"/>
                  </a:solidFill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A04B981-2F28-EDF0-5379-8797BE0F2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189" y="2886626"/>
                <a:ext cx="463062" cy="309828"/>
              </a:xfrm>
              <a:prstGeom prst="rect">
                <a:avLst/>
              </a:prstGeom>
              <a:blipFill>
                <a:blip r:embed="rId6"/>
                <a:stretch>
                  <a:fillRect r="-9211" b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2A72BFE-BA8C-31AC-0361-E10A2A7C44BA}"/>
              </a:ext>
            </a:extLst>
          </p:cNvPr>
          <p:cNvCxnSpPr>
            <a:cxnSpLocks/>
          </p:cNvCxnSpPr>
          <p:nvPr/>
        </p:nvCxnSpPr>
        <p:spPr>
          <a:xfrm>
            <a:off x="5120052" y="3274316"/>
            <a:ext cx="0" cy="18784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19AFC0D-A8AE-D058-6FE9-E0E80EB0F6E9}"/>
                  </a:ext>
                </a:extLst>
              </p:cNvPr>
              <p:cNvSpPr txBox="1"/>
              <p:nvPr/>
            </p:nvSpPr>
            <p:spPr>
              <a:xfrm>
                <a:off x="4888521" y="5138051"/>
                <a:ext cx="46306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600">
                  <a:solidFill>
                    <a:schemeClr val="tx1"/>
                  </a:solidFill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19AFC0D-A8AE-D058-6FE9-E0E80EB0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521" y="5138051"/>
                <a:ext cx="46306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6A1B665-597C-3012-7472-BA2B501FFE15}"/>
                  </a:ext>
                </a:extLst>
              </p:cNvPr>
              <p:cNvSpPr txBox="1"/>
              <p:nvPr/>
            </p:nvSpPr>
            <p:spPr>
              <a:xfrm>
                <a:off x="6096000" y="5141038"/>
                <a:ext cx="463062" cy="340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𝑥</m:t>
                      </m:r>
                    </m:oMath>
                  </m:oMathPara>
                </a14:m>
                <a:endParaRPr lang="zh-CN" altLang="en-US" sz="1600">
                  <a:solidFill>
                    <a:schemeClr val="tx1"/>
                  </a:solidFill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6A1B665-597C-3012-7472-BA2B501FF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41038"/>
                <a:ext cx="463062" cy="3409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2B7657C-FC64-60D3-4D56-4DEB6F45D781}"/>
              </a:ext>
            </a:extLst>
          </p:cNvPr>
          <p:cNvCxnSpPr/>
          <p:nvPr/>
        </p:nvCxnSpPr>
        <p:spPr>
          <a:xfrm>
            <a:off x="6286500" y="3534508"/>
            <a:ext cx="0" cy="6183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5ED1DE2-97BF-7033-4262-28FA31F0A70B}"/>
                  </a:ext>
                </a:extLst>
              </p:cNvPr>
              <p:cNvSpPr txBox="1"/>
              <p:nvPr/>
            </p:nvSpPr>
            <p:spPr>
              <a:xfrm>
                <a:off x="5905501" y="3709596"/>
                <a:ext cx="16678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距更纱黑体 SC" panose="02000509000000000000" pitchFamily="49" charset="-122"/>
                              <a:cs typeface="等距更纱黑体 SC" panose="02000509000000000000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距更纱黑体 SC" panose="02000509000000000000" pitchFamily="49" charset="-122"/>
                                  <a:cs typeface="等距更纱黑体 SC" panose="02000509000000000000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距更纱黑体 SC" panose="02000509000000000000" pitchFamily="49" charset="-122"/>
                                  <a:cs typeface="等距更纱黑体 SC" panose="02000509000000000000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距更纱黑体 SC" panose="02000509000000000000" pitchFamily="49" charset="-122"/>
                                  <a:cs typeface="等距更纱黑体 SC" panose="02000509000000000000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距更纱黑体 SC" panose="02000509000000000000" pitchFamily="49" charset="-122"/>
                          <a:cs typeface="等距更纱黑体 SC" panose="02000509000000000000" pitchFamily="49" charset="-122"/>
                        </a:rPr>
                        <m:t>Δx</m:t>
                      </m:r>
                    </m:oMath>
                  </m:oMathPara>
                </a14:m>
                <a:endParaRPr lang="zh-CN" altLang="en-US" sz="1200">
                  <a:solidFill>
                    <a:schemeClr val="tx1"/>
                  </a:solidFill>
                  <a:latin typeface="等距更纱黑体 SC" panose="02000509000000000000" pitchFamily="49" charset="-122"/>
                  <a:ea typeface="等距更纱黑体 SC" panose="02000509000000000000" pitchFamily="49" charset="-122"/>
                  <a:cs typeface="等距更纱黑体 SC" panose="02000509000000000000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5ED1DE2-97BF-7033-4262-28FA31F0A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1" y="3709596"/>
                <a:ext cx="1667808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3531111-085B-A628-4FB1-892EEBA001DD}"/>
              </a:ext>
            </a:extLst>
          </p:cNvPr>
          <p:cNvCxnSpPr/>
          <p:nvPr/>
        </p:nvCxnSpPr>
        <p:spPr>
          <a:xfrm flipV="1">
            <a:off x="5120052" y="4115446"/>
            <a:ext cx="0" cy="703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31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CD2706A-7F0B-5BF6-AD77-845B73EC14C2}"/>
              </a:ext>
            </a:extLst>
          </p:cNvPr>
          <p:cNvSpPr/>
          <p:nvPr/>
        </p:nvSpPr>
        <p:spPr>
          <a:xfrm>
            <a:off x="314036" y="1099127"/>
            <a:ext cx="3343564" cy="905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86EF8F-9507-02B4-5AD8-A4EC583E47DE}"/>
              </a:ext>
            </a:extLst>
          </p:cNvPr>
          <p:cNvSpPr txBox="1"/>
          <p:nvPr/>
        </p:nvSpPr>
        <p:spPr>
          <a:xfrm>
            <a:off x="3879272" y="1773382"/>
            <a:ext cx="34451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公理</a:t>
            </a:r>
            <a:endParaRPr lang="en-US" altLang="zh-CN"/>
          </a:p>
          <a:p>
            <a:r>
              <a:rPr lang="zh-CN" altLang="en-US"/>
              <a:t>定理</a:t>
            </a:r>
            <a:endParaRPr lang="en-US" altLang="zh-CN"/>
          </a:p>
          <a:p>
            <a:r>
              <a:rPr lang="zh-CN" altLang="en-US"/>
              <a:t>定义</a:t>
            </a:r>
            <a:endParaRPr lang="en-US" altLang="zh-CN"/>
          </a:p>
          <a:p>
            <a:r>
              <a:rPr lang="zh-CN" altLang="en-US"/>
              <a:t>推论</a:t>
            </a:r>
            <a:endParaRPr lang="en-US" altLang="zh-CN"/>
          </a:p>
          <a:p>
            <a:r>
              <a:rPr lang="zh-CN" altLang="en-US"/>
              <a:t>引理</a:t>
            </a:r>
            <a:endParaRPr lang="en-US" altLang="zh-CN"/>
          </a:p>
          <a:p>
            <a:r>
              <a:rPr lang="zh-CN" altLang="en-US"/>
              <a:t>命题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演绎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归纳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反证</a:t>
            </a:r>
          </a:p>
        </p:txBody>
      </p:sp>
    </p:spTree>
    <p:extLst>
      <p:ext uri="{BB962C8B-B14F-4D97-AF65-F5344CB8AC3E}">
        <p14:creationId xmlns:p14="http://schemas.microsoft.com/office/powerpoint/2010/main" val="2890260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836AAE-89E0-A67B-B1C7-435E95BCBF10}"/>
              </a:ext>
            </a:extLst>
          </p:cNvPr>
          <p:cNvSpPr/>
          <p:nvPr/>
        </p:nvSpPr>
        <p:spPr>
          <a:xfrm>
            <a:off x="2451826" y="2443074"/>
            <a:ext cx="5320138" cy="19115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E3FF2C-DE50-00A7-103C-1E127B1BB8E8}"/>
              </a:ext>
            </a:extLst>
          </p:cNvPr>
          <p:cNvSpPr txBox="1"/>
          <p:nvPr/>
        </p:nvSpPr>
        <p:spPr>
          <a:xfrm>
            <a:off x="2623128" y="2565661"/>
            <a:ext cx="1136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相抵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51CA05B-8CA5-1A46-BA45-2223C4415AF4}"/>
              </a:ext>
            </a:extLst>
          </p:cNvPr>
          <p:cNvSpPr/>
          <p:nvPr/>
        </p:nvSpPr>
        <p:spPr>
          <a:xfrm>
            <a:off x="3315855" y="2914220"/>
            <a:ext cx="2521095" cy="1228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AA235D-D578-8B47-DA3F-0200FBA0673F}"/>
              </a:ext>
            </a:extLst>
          </p:cNvPr>
          <p:cNvSpPr txBox="1"/>
          <p:nvPr/>
        </p:nvSpPr>
        <p:spPr>
          <a:xfrm>
            <a:off x="3398978" y="3377071"/>
            <a:ext cx="1136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相似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29A74AE-5E09-D7BA-5F7A-C8DBD0970A93}"/>
              </a:ext>
            </a:extLst>
          </p:cNvPr>
          <p:cNvSpPr/>
          <p:nvPr/>
        </p:nvSpPr>
        <p:spPr>
          <a:xfrm>
            <a:off x="4835452" y="2914220"/>
            <a:ext cx="2521095" cy="1228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F8F615-7433-1F42-6504-70F08E3EC778}"/>
              </a:ext>
            </a:extLst>
          </p:cNvPr>
          <p:cNvSpPr txBox="1"/>
          <p:nvPr/>
        </p:nvSpPr>
        <p:spPr>
          <a:xfrm>
            <a:off x="6668435" y="3398828"/>
            <a:ext cx="1136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相合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30F639-DC7A-7059-16D9-EFD20B9BADC2}"/>
              </a:ext>
            </a:extLst>
          </p:cNvPr>
          <p:cNvSpPr txBox="1"/>
          <p:nvPr/>
        </p:nvSpPr>
        <p:spPr>
          <a:xfrm>
            <a:off x="4892639" y="3398828"/>
            <a:ext cx="1136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正交相似</a:t>
            </a:r>
          </a:p>
        </p:txBody>
      </p:sp>
    </p:spTree>
    <p:extLst>
      <p:ext uri="{BB962C8B-B14F-4D97-AF65-F5344CB8AC3E}">
        <p14:creationId xmlns:p14="http://schemas.microsoft.com/office/powerpoint/2010/main" val="1056714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34CD1-228D-BB8E-FBC9-D8894C067008}"/>
              </a:ext>
            </a:extLst>
          </p:cNvPr>
          <p:cNvSpPr/>
          <p:nvPr/>
        </p:nvSpPr>
        <p:spPr>
          <a:xfrm>
            <a:off x="1985818" y="2487800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Visual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A58074-B7A2-DF44-F601-344C20C2E71D}"/>
              </a:ext>
            </a:extLst>
          </p:cNvPr>
          <p:cNvSpPr/>
          <p:nvPr/>
        </p:nvSpPr>
        <p:spPr>
          <a:xfrm>
            <a:off x="3763817" y="1159162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Normal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9A6C07-AB96-759F-8505-01A2916B6B23}"/>
              </a:ext>
            </a:extLst>
          </p:cNvPr>
          <p:cNvSpPr/>
          <p:nvPr/>
        </p:nvSpPr>
        <p:spPr>
          <a:xfrm>
            <a:off x="5657276" y="2487801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Insert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05627AB3-5F96-7B9E-CD9F-0D47A4CFE816}"/>
              </a:ext>
            </a:extLst>
          </p:cNvPr>
          <p:cNvCxnSpPr>
            <a:stCxn id="5" idx="1"/>
            <a:endCxn id="4" idx="0"/>
          </p:cNvCxnSpPr>
          <p:nvPr/>
        </p:nvCxnSpPr>
        <p:spPr>
          <a:xfrm rot="10800000" flipV="1">
            <a:off x="2794001" y="1422398"/>
            <a:ext cx="969817" cy="1065401"/>
          </a:xfrm>
          <a:prstGeom prst="curvedConnector2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6B44C44-24D9-DBD6-B251-7426E0D451A2}"/>
              </a:ext>
            </a:extLst>
          </p:cNvPr>
          <p:cNvSpPr txBox="1"/>
          <p:nvPr/>
        </p:nvSpPr>
        <p:spPr>
          <a:xfrm>
            <a:off x="2563083" y="1531746"/>
            <a:ext cx="92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Fira Code" pitchFamily="1" charset="0"/>
                <a:ea typeface="Fira Code" pitchFamily="1" charset="0"/>
                <a:cs typeface="Fira Code" pitchFamily="1" charset="0"/>
              </a:rPr>
              <a:t>V,v</a:t>
            </a:r>
            <a:endParaRPr lang="zh-CN" altLang="en-US" sz="1400" b="1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4A938D-EA58-1923-16B3-DEE81774C3D8}"/>
              </a:ext>
            </a:extLst>
          </p:cNvPr>
          <p:cNvSpPr txBox="1"/>
          <p:nvPr/>
        </p:nvSpPr>
        <p:spPr>
          <a:xfrm>
            <a:off x="4248728" y="2299277"/>
            <a:ext cx="92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Fira Code" pitchFamily="1" charset="0"/>
                <a:ea typeface="Fira Code" pitchFamily="1" charset="0"/>
                <a:cs typeface="Fira Code" pitchFamily="1" charset="0"/>
              </a:rPr>
              <a:t>ESC</a:t>
            </a:r>
            <a:endParaRPr lang="zh-CN" altLang="en-US" sz="1400" b="1"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C0B90B3D-D584-80B9-0B86-0050C1D1E600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 flipV="1">
            <a:off x="3602182" y="1685635"/>
            <a:ext cx="969817" cy="1065402"/>
          </a:xfrm>
          <a:prstGeom prst="curvedConnector2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CB586792-B6CA-EB89-0EB3-45F857CDA59F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5380181" y="1422399"/>
            <a:ext cx="1085277" cy="1065402"/>
          </a:xfrm>
          <a:prstGeom prst="curvedConnector2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2642ECF6-41C8-B7D5-E3C7-AB668FCC997D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>
          <a:xfrm rot="10800000">
            <a:off x="4572000" y="1685636"/>
            <a:ext cx="1085277" cy="1065403"/>
          </a:xfrm>
          <a:prstGeom prst="curvedConnector2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6FC275-9E77-3579-386D-00A20D4CB669}"/>
              </a:ext>
            </a:extLst>
          </p:cNvPr>
          <p:cNvSpPr txBox="1"/>
          <p:nvPr/>
        </p:nvSpPr>
        <p:spPr>
          <a:xfrm>
            <a:off x="6188362" y="1531745"/>
            <a:ext cx="923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Fira Code" pitchFamily="1" charset="0"/>
                <a:ea typeface="Fira Code" pitchFamily="1" charset="0"/>
                <a:cs typeface="Fira Code" pitchFamily="1" charset="0"/>
              </a:rPr>
              <a:t>i,a,o</a:t>
            </a:r>
            <a:endParaRPr lang="zh-CN" altLang="en-US" sz="1400" b="1">
              <a:latin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177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EAB7B3D-7BAB-C2A2-35DE-B0BE11457D38}"/>
              </a:ext>
            </a:extLst>
          </p:cNvPr>
          <p:cNvSpPr/>
          <p:nvPr/>
        </p:nvSpPr>
        <p:spPr>
          <a:xfrm>
            <a:off x="5098261" y="4876800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网络基础设施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A48533-62E3-F035-9591-5466FCD8EFE4}"/>
              </a:ext>
            </a:extLst>
          </p:cNvPr>
          <p:cNvSpPr/>
          <p:nvPr/>
        </p:nvSpPr>
        <p:spPr>
          <a:xfrm>
            <a:off x="5098265" y="4274673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物理硬件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EB7F5C-0B32-7ADD-362C-16303FF0B4F7}"/>
              </a:ext>
            </a:extLst>
          </p:cNvPr>
          <p:cNvSpPr/>
          <p:nvPr/>
        </p:nvSpPr>
        <p:spPr>
          <a:xfrm>
            <a:off x="5098265" y="3672546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虚拟化层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03EAAC-47E9-1B9D-1C80-E70FE7CD2386}"/>
              </a:ext>
            </a:extLst>
          </p:cNvPr>
          <p:cNvSpPr/>
          <p:nvPr/>
        </p:nvSpPr>
        <p:spPr>
          <a:xfrm>
            <a:off x="5098264" y="3070419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抽象计算资源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31BB21-969F-139A-9B8F-7B48E83AF8A9}"/>
              </a:ext>
            </a:extLst>
          </p:cNvPr>
          <p:cNvSpPr/>
          <p:nvPr/>
        </p:nvSpPr>
        <p:spPr>
          <a:xfrm>
            <a:off x="5098263" y="2468292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开发平台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59BFAA-5653-0784-02BF-EE5999C2EE2A}"/>
              </a:ext>
            </a:extLst>
          </p:cNvPr>
          <p:cNvSpPr/>
          <p:nvPr/>
        </p:nvSpPr>
        <p:spPr>
          <a:xfrm>
            <a:off x="5098261" y="1866165"/>
            <a:ext cx="1329461" cy="4482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67C89-7308-98CC-EDB8-F78740576CCA}"/>
              </a:ext>
            </a:extLst>
          </p:cNvPr>
          <p:cNvSpPr txBox="1"/>
          <p:nvPr/>
        </p:nvSpPr>
        <p:spPr>
          <a:xfrm>
            <a:off x="7846572" y="1274789"/>
            <a:ext cx="135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用户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35745B-FAF6-A3BE-3104-9974F435B52B}"/>
              </a:ext>
            </a:extLst>
          </p:cNvPr>
          <p:cNvSpPr txBox="1"/>
          <p:nvPr/>
        </p:nvSpPr>
        <p:spPr>
          <a:xfrm>
            <a:off x="2929908" y="5017276"/>
            <a:ext cx="135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云服务商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26607B-0E65-0509-D91B-6DABF71A4B44}"/>
              </a:ext>
            </a:extLst>
          </p:cNvPr>
          <p:cNvCxnSpPr>
            <a:cxnSpLocks/>
          </p:cNvCxnSpPr>
          <p:nvPr/>
        </p:nvCxnSpPr>
        <p:spPr>
          <a:xfrm>
            <a:off x="7652465" y="1280493"/>
            <a:ext cx="0" cy="71745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D808EA1-991E-0375-82AE-04DB263666A3}"/>
              </a:ext>
            </a:extLst>
          </p:cNvPr>
          <p:cNvSpPr txBox="1"/>
          <p:nvPr/>
        </p:nvSpPr>
        <p:spPr>
          <a:xfrm>
            <a:off x="7269296" y="1958884"/>
            <a:ext cx="766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SaaS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E3BD793-B0FC-E999-CE0E-54862847C66B}"/>
              </a:ext>
            </a:extLst>
          </p:cNvPr>
          <p:cNvCxnSpPr>
            <a:cxnSpLocks/>
          </p:cNvCxnSpPr>
          <p:nvPr/>
        </p:nvCxnSpPr>
        <p:spPr>
          <a:xfrm>
            <a:off x="7269437" y="1280493"/>
            <a:ext cx="0" cy="1333945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03655CA-EDFB-5A95-9BC2-5086C121570A}"/>
              </a:ext>
            </a:extLst>
          </p:cNvPr>
          <p:cNvSpPr txBox="1"/>
          <p:nvPr/>
        </p:nvSpPr>
        <p:spPr>
          <a:xfrm>
            <a:off x="6886128" y="2608768"/>
            <a:ext cx="766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PaaS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37BEC2-4C00-5B2A-71A1-F37E93CA2385}"/>
              </a:ext>
            </a:extLst>
          </p:cNvPr>
          <p:cNvSpPr txBox="1"/>
          <p:nvPr/>
        </p:nvSpPr>
        <p:spPr>
          <a:xfrm>
            <a:off x="6502960" y="3133781"/>
            <a:ext cx="766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IaaS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7EDE838-91F0-9472-8D7C-165A1653AF7E}"/>
              </a:ext>
            </a:extLst>
          </p:cNvPr>
          <p:cNvCxnSpPr>
            <a:cxnSpLocks/>
          </p:cNvCxnSpPr>
          <p:nvPr/>
        </p:nvCxnSpPr>
        <p:spPr>
          <a:xfrm>
            <a:off x="6886129" y="1280493"/>
            <a:ext cx="0" cy="182675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C2E15E5-AC1D-EAB4-6E21-0E1DBC511F85}"/>
              </a:ext>
            </a:extLst>
          </p:cNvPr>
          <p:cNvCxnSpPr>
            <a:cxnSpLocks/>
          </p:cNvCxnSpPr>
          <p:nvPr/>
        </p:nvCxnSpPr>
        <p:spPr>
          <a:xfrm flipV="1">
            <a:off x="4322966" y="2835564"/>
            <a:ext cx="0" cy="248948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DFCA5F8-A5F1-D8FD-A967-90F0BE85526E}"/>
              </a:ext>
            </a:extLst>
          </p:cNvPr>
          <p:cNvSpPr txBox="1"/>
          <p:nvPr/>
        </p:nvSpPr>
        <p:spPr>
          <a:xfrm>
            <a:off x="3519011" y="3140656"/>
            <a:ext cx="766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IaaS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37A5189-5DF0-7835-2410-5D8629CF960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4706135" y="2266661"/>
            <a:ext cx="0" cy="305839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2363E92-1937-B26A-F0EC-6A1428132181}"/>
              </a:ext>
            </a:extLst>
          </p:cNvPr>
          <p:cNvSpPr txBox="1"/>
          <p:nvPr/>
        </p:nvSpPr>
        <p:spPr>
          <a:xfrm>
            <a:off x="4322966" y="1958884"/>
            <a:ext cx="766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SaaS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E5296FA-77E6-5A04-0BE4-6F30602CB87A}"/>
              </a:ext>
            </a:extLst>
          </p:cNvPr>
          <p:cNvSpPr txBox="1"/>
          <p:nvPr/>
        </p:nvSpPr>
        <p:spPr>
          <a:xfrm>
            <a:off x="3930837" y="2527787"/>
            <a:ext cx="766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Fira Code" pitchFamily="1" charset="0"/>
              </a:rPr>
              <a:t>PaaS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Fira Code" pitchFamily="1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8864E6B-49BD-B130-D512-0EC0010A8CE0}"/>
              </a:ext>
            </a:extLst>
          </p:cNvPr>
          <p:cNvCxnSpPr>
            <a:cxnSpLocks/>
          </p:cNvCxnSpPr>
          <p:nvPr/>
        </p:nvCxnSpPr>
        <p:spPr>
          <a:xfrm flipV="1">
            <a:off x="3930837" y="3441558"/>
            <a:ext cx="0" cy="1883495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981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设计模式之间的关系">
            <a:extLst>
              <a:ext uri="{FF2B5EF4-FFF2-40B4-BE49-F238E27FC236}">
                <a16:creationId xmlns:a16="http://schemas.microsoft.com/office/drawing/2014/main" id="{C3C112DA-4BAC-35D4-F06A-5C212F26D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0"/>
            <a:ext cx="5710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287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CB586792-B6CA-EB89-0EB3-45F857CDA59F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 rot="5400000">
            <a:off x="3487925" y="-860158"/>
            <a:ext cx="906232" cy="4309918"/>
          </a:xfrm>
          <a:prstGeom prst="curvedConnector3">
            <a:avLst>
              <a:gd name="adj1" fmla="val 33693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F93B50-8678-E191-D966-CD55A5BD1D72}"/>
              </a:ext>
            </a:extLst>
          </p:cNvPr>
          <p:cNvSpPr/>
          <p:nvPr/>
        </p:nvSpPr>
        <p:spPr>
          <a:xfrm>
            <a:off x="5287818" y="315212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根域名服务器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B35B1E1-064B-52B5-09A2-3A297418745D}"/>
              </a:ext>
            </a:extLst>
          </p:cNvPr>
          <p:cNvSpPr txBox="1"/>
          <p:nvPr/>
        </p:nvSpPr>
        <p:spPr>
          <a:xfrm>
            <a:off x="2131290" y="3636080"/>
            <a:ext cx="110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公司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等距更纱黑体 SC" panose="02000509000000000000" pitchFamily="49" charset="-122"/>
              </a:rPr>
              <a:t>ABC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等距更纱黑体 SC" panose="02000509000000000000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C9E92D-B357-1681-8A6E-1A11EAE945E5}"/>
              </a:ext>
            </a:extLst>
          </p:cNvPr>
          <p:cNvSpPr/>
          <p:nvPr/>
        </p:nvSpPr>
        <p:spPr>
          <a:xfrm>
            <a:off x="977900" y="1747917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顶级域名服务器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.org</a:t>
            </a:r>
            <a:endParaRPr lang="zh-CN" altLang="en-US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5C1A8F-8ACA-1E87-1CA5-C38CC60513C3}"/>
              </a:ext>
            </a:extLst>
          </p:cNvPr>
          <p:cNvSpPr/>
          <p:nvPr/>
        </p:nvSpPr>
        <p:spPr>
          <a:xfrm>
            <a:off x="3133436" y="1752651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顶级域名服务器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.com</a:t>
            </a:r>
            <a:endParaRPr lang="zh-CN" altLang="en-US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F6C77B-C69E-5A70-9C72-3F3AEC3AF30F}"/>
              </a:ext>
            </a:extLst>
          </p:cNvPr>
          <p:cNvSpPr/>
          <p:nvPr/>
        </p:nvSpPr>
        <p:spPr>
          <a:xfrm>
            <a:off x="5287818" y="1750002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顶级域名服务器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.net</a:t>
            </a:r>
            <a:endParaRPr lang="zh-CN" altLang="en-US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97AAE4-5753-A913-CBB8-C6D2DA71496F}"/>
              </a:ext>
            </a:extLst>
          </p:cNvPr>
          <p:cNvSpPr/>
          <p:nvPr/>
        </p:nvSpPr>
        <p:spPr>
          <a:xfrm>
            <a:off x="7456053" y="1747917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顶级域名服务器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.edu</a:t>
            </a:r>
            <a:endParaRPr lang="zh-CN" altLang="en-US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AA5DAE-CF59-DA6D-FE34-4B754760119A}"/>
              </a:ext>
            </a:extLst>
          </p:cNvPr>
          <p:cNvSpPr/>
          <p:nvPr/>
        </p:nvSpPr>
        <p:spPr>
          <a:xfrm>
            <a:off x="9615052" y="1747916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顶级域名服务器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.gov</a:t>
            </a:r>
            <a:endParaRPr lang="zh-CN" altLang="en-US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4B939946-D8B0-195F-D0B2-EC01E0AC0D89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 rot="5400000">
            <a:off x="4563326" y="219977"/>
            <a:ext cx="910966" cy="215438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357BEA37-ECD0-5D6B-7A35-725FC7E277FD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rot="16200000" flipH="1">
            <a:off x="6727001" y="210683"/>
            <a:ext cx="906232" cy="216823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03C1D142-F56E-6E40-AC51-47F0965AFBA6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16200000" flipH="1">
            <a:off x="7806502" y="-868817"/>
            <a:ext cx="906231" cy="4327234"/>
          </a:xfrm>
          <a:prstGeom prst="curvedConnector3">
            <a:avLst>
              <a:gd name="adj1" fmla="val 29616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7135B536-1433-5B88-63BA-2A020B56F9B8}"/>
              </a:ext>
            </a:extLst>
          </p:cNvPr>
          <p:cNvSpPr/>
          <p:nvPr/>
        </p:nvSpPr>
        <p:spPr>
          <a:xfrm>
            <a:off x="3133436" y="3101845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权限域名服务器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.abc.com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19D49F2-3B11-9986-FC9D-4D7BB77C6682}"/>
              </a:ext>
            </a:extLst>
          </p:cNvPr>
          <p:cNvSpPr/>
          <p:nvPr/>
        </p:nvSpPr>
        <p:spPr>
          <a:xfrm>
            <a:off x="2004290" y="4615998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权限域名服务器</a:t>
            </a:r>
            <a:endParaRPr lang="en-US" altLang="zh-CN" sz="12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.xyz.abc.com</a:t>
            </a: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8C02E272-F388-801B-4B63-FF515502208B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5400000">
            <a:off x="2883205" y="3557585"/>
            <a:ext cx="987680" cy="11291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2F41B052-38EA-D3F4-A461-7D262D5F2D62}"/>
              </a:ext>
            </a:extLst>
          </p:cNvPr>
          <p:cNvSpPr/>
          <p:nvPr/>
        </p:nvSpPr>
        <p:spPr>
          <a:xfrm>
            <a:off x="7451435" y="3101846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权限域名服务器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.buaa.edu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8741FC4-11FD-C411-4F2D-761F01F7C708}"/>
              </a:ext>
            </a:extLst>
          </p:cNvPr>
          <p:cNvSpPr/>
          <p:nvPr/>
        </p:nvSpPr>
        <p:spPr>
          <a:xfrm>
            <a:off x="5696527" y="4619730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权限域名服务器</a:t>
            </a:r>
            <a:endParaRPr lang="en-US" altLang="zh-CN" sz="12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.libr.buaa.edu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AE2E0D1-5763-5B3B-0944-BAA1A0894D4D}"/>
              </a:ext>
            </a:extLst>
          </p:cNvPr>
          <p:cNvCxnSpPr>
            <a:cxnSpLocks/>
            <a:stCxn id="15" idx="2"/>
            <a:endCxn id="12" idx="0"/>
          </p:cNvCxnSpPr>
          <p:nvPr/>
        </p:nvCxnSpPr>
        <p:spPr>
          <a:xfrm>
            <a:off x="6096000" y="841685"/>
            <a:ext cx="0" cy="9083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11F563E-3CD2-F234-7E03-2DD287BBE197}"/>
              </a:ext>
            </a:extLst>
          </p:cNvPr>
          <p:cNvCxnSpPr>
            <a:cxnSpLocks/>
            <a:stCxn id="14" idx="2"/>
            <a:endCxn id="57" idx="0"/>
          </p:cNvCxnSpPr>
          <p:nvPr/>
        </p:nvCxnSpPr>
        <p:spPr>
          <a:xfrm flipH="1">
            <a:off x="8259617" y="2274390"/>
            <a:ext cx="4618" cy="8274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8C709D6-8AA0-87E0-116D-6149FF07CE0E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3941618" y="2272742"/>
            <a:ext cx="0" cy="8291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54984431-DA49-83DB-3B69-57509BD88B5F}"/>
              </a:ext>
            </a:extLst>
          </p:cNvPr>
          <p:cNvSpPr/>
          <p:nvPr/>
        </p:nvSpPr>
        <p:spPr>
          <a:xfrm>
            <a:off x="9067799" y="4615998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权限域名服务器</a:t>
            </a:r>
            <a:endParaRPr lang="en-US" altLang="zh-CN" sz="12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.mail.buaa.edu</a:t>
            </a:r>
          </a:p>
        </p:txBody>
      </p:sp>
      <p:cxnSp>
        <p:nvCxnSpPr>
          <p:cNvPr id="77" name="连接符: 曲线 76">
            <a:extLst>
              <a:ext uri="{FF2B5EF4-FFF2-40B4-BE49-F238E27FC236}">
                <a16:creationId xmlns:a16="http://schemas.microsoft.com/office/drawing/2014/main" id="{FCA0A3FF-FA12-DB2A-C004-18B80D1A4D35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 rot="5400000">
            <a:off x="6886458" y="3246570"/>
            <a:ext cx="991411" cy="175490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37FD3627-8556-5ECC-99DC-B008498D2953}"/>
              </a:ext>
            </a:extLst>
          </p:cNvPr>
          <p:cNvCxnSpPr>
            <a:cxnSpLocks/>
            <a:stCxn id="57" idx="2"/>
            <a:endCxn id="76" idx="0"/>
          </p:cNvCxnSpPr>
          <p:nvPr/>
        </p:nvCxnSpPr>
        <p:spPr>
          <a:xfrm rot="16200000" flipH="1">
            <a:off x="8573960" y="3313976"/>
            <a:ext cx="987679" cy="161636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B48B2DAA-50AF-EF90-FBBA-E56B002CB4D2}"/>
              </a:ext>
            </a:extLst>
          </p:cNvPr>
          <p:cNvSpPr/>
          <p:nvPr/>
        </p:nvSpPr>
        <p:spPr>
          <a:xfrm>
            <a:off x="2004290" y="5981380"/>
            <a:ext cx="1616364" cy="5264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本地域名服务器</a:t>
            </a:r>
            <a:endParaRPr lang="en-US" altLang="zh-CN" sz="1400">
              <a:solidFill>
                <a:schemeClr val="tx1"/>
              </a:solidFill>
              <a:latin typeface="Fira Code" pitchFamily="1" charset="0"/>
              <a:cs typeface="Fira Code" pitchFamily="1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itchFamily="1" charset="0"/>
                <a:cs typeface="Fira Code" pitchFamily="1" charset="0"/>
              </a:rPr>
              <a:t>local lan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3515BF9F-1B55-4787-A8FA-C374E25BEA37}"/>
              </a:ext>
            </a:extLst>
          </p:cNvPr>
          <p:cNvCxnSpPr>
            <a:cxnSpLocks/>
            <a:stCxn id="84" idx="0"/>
            <a:endCxn id="46" idx="2"/>
          </p:cNvCxnSpPr>
          <p:nvPr/>
        </p:nvCxnSpPr>
        <p:spPr>
          <a:xfrm flipV="1">
            <a:off x="2812472" y="5142471"/>
            <a:ext cx="0" cy="8389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2CE56300-67EF-D935-4169-145B8C901C79}"/>
              </a:ext>
            </a:extLst>
          </p:cNvPr>
          <p:cNvCxnSpPr>
            <a:cxnSpLocks/>
            <a:stCxn id="84" idx="0"/>
            <a:endCxn id="58" idx="1"/>
          </p:cNvCxnSpPr>
          <p:nvPr/>
        </p:nvCxnSpPr>
        <p:spPr>
          <a:xfrm rot="5400000" flipH="1" flipV="1">
            <a:off x="3705293" y="3990147"/>
            <a:ext cx="1098413" cy="2884055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357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>
            <a:extLst>
              <a:ext uri="{FF2B5EF4-FFF2-40B4-BE49-F238E27FC236}">
                <a16:creationId xmlns:a16="http://schemas.microsoft.com/office/drawing/2014/main" id="{DB8755FD-4F55-4643-AA08-D5DED1D73FE2}"/>
              </a:ext>
            </a:extLst>
          </p:cNvPr>
          <p:cNvSpPr/>
          <p:nvPr/>
        </p:nvSpPr>
        <p:spPr>
          <a:xfrm>
            <a:off x="2459115" y="1136342"/>
            <a:ext cx="3187083" cy="28586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抗原像攻击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934A682-13B7-4110-A3FD-43F190610622}"/>
              </a:ext>
            </a:extLst>
          </p:cNvPr>
          <p:cNvSpPr/>
          <p:nvPr/>
        </p:nvSpPr>
        <p:spPr>
          <a:xfrm>
            <a:off x="4463250" y="835980"/>
            <a:ext cx="3508159" cy="318560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00CE753-5E11-45E7-88E4-CCE392FAAC85}"/>
              </a:ext>
            </a:extLst>
          </p:cNvPr>
          <p:cNvSpPr/>
          <p:nvPr/>
        </p:nvSpPr>
        <p:spPr>
          <a:xfrm>
            <a:off x="5101703" y="1806036"/>
            <a:ext cx="2311152" cy="20063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抗强碰撞攻击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B78197-50A4-4204-95AA-8FA84E2765A9}"/>
              </a:ext>
            </a:extLst>
          </p:cNvPr>
          <p:cNvSpPr txBox="1"/>
          <p:nvPr/>
        </p:nvSpPr>
        <p:spPr>
          <a:xfrm>
            <a:off x="5424256" y="1136342"/>
            <a:ext cx="164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抗弱碰撞攻击</a:t>
            </a:r>
          </a:p>
        </p:txBody>
      </p:sp>
    </p:spTree>
    <p:extLst>
      <p:ext uri="{BB962C8B-B14F-4D97-AF65-F5344CB8AC3E}">
        <p14:creationId xmlns:p14="http://schemas.microsoft.com/office/powerpoint/2010/main" val="1058427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/>
              <p:nvPr/>
            </p:nvSpPr>
            <p:spPr>
              <a:xfrm>
                <a:off x="874447" y="5452544"/>
                <a:ext cx="398310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迭代型散列函数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原始消息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划分为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</m:t>
                    </m:r>
                    <m:r>
                      <a:rPr lang="zh-CN" altLang="en-US" sz="1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段</m:t>
                    </m:r>
                  </m:oMath>
                </a14:m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，每段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𝑏𝑖𝑡</m:t>
                    </m:r>
                  </m:oMath>
                </a14:m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长</a:t>
                </a:r>
                <a:endPara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链接变量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和输出值皆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𝑏𝑖𝑡</m:t>
                    </m:r>
                  </m:oMath>
                </a14:m>
                <a:r>
                  <a:rPr lang="en-US" altLang="zh-CN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长</a:t>
                </a:r>
                <a:endPara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447" y="5452544"/>
                <a:ext cx="3983108" cy="769441"/>
              </a:xfrm>
              <a:prstGeom prst="rect">
                <a:avLst/>
              </a:prstGeom>
              <a:blipFill>
                <a:blip r:embed="rId2"/>
                <a:stretch>
                  <a:fillRect l="-765" t="-2362" b="-7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0CEFE357-8686-4E3E-948B-16389B4A6F81}"/>
              </a:ext>
            </a:extLst>
          </p:cNvPr>
          <p:cNvGrpSpPr/>
          <p:nvPr/>
        </p:nvGrpSpPr>
        <p:grpSpPr>
          <a:xfrm>
            <a:off x="754598" y="2718827"/>
            <a:ext cx="2192785" cy="2510120"/>
            <a:chOff x="754598" y="2718827"/>
            <a:chExt cx="2192785" cy="251012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D809F7E-2134-42C9-B41D-A31D6A0771E9}"/>
                </a:ext>
              </a:extLst>
            </p:cNvPr>
            <p:cNvGrpSpPr/>
            <p:nvPr/>
          </p:nvGrpSpPr>
          <p:grpSpPr>
            <a:xfrm>
              <a:off x="2254925" y="3493363"/>
              <a:ext cx="692458" cy="1735584"/>
              <a:chOff x="4736237" y="1957526"/>
              <a:chExt cx="692458" cy="1837678"/>
            </a:xfrm>
          </p:grpSpPr>
          <p:sp>
            <p:nvSpPr>
              <p:cNvPr id="2" name="梯形 1">
                <a:extLst>
                  <a:ext uri="{FF2B5EF4-FFF2-40B4-BE49-F238E27FC236}">
                    <a16:creationId xmlns:a16="http://schemas.microsoft.com/office/drawing/2014/main" id="{EC9CA622-F2E6-4268-88A2-0E4DCABE1F02}"/>
                  </a:ext>
                </a:extLst>
              </p:cNvPr>
              <p:cNvSpPr/>
              <p:nvPr/>
            </p:nvSpPr>
            <p:spPr>
              <a:xfrm rot="5400000">
                <a:off x="4163627" y="2530136"/>
                <a:ext cx="1837678" cy="692458"/>
              </a:xfrm>
              <a:prstGeom prst="trapezoid">
                <a:avLst>
                  <a:gd name="adj" fmla="val 67308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文本框 2">
                    <a:extLst>
                      <a:ext uri="{FF2B5EF4-FFF2-40B4-BE49-F238E27FC236}">
                        <a16:creationId xmlns:a16="http://schemas.microsoft.com/office/drawing/2014/main" id="{DD4CBDE1-69A9-4510-9C03-D6D901755952}"/>
                      </a:ext>
                    </a:extLst>
                  </p:cNvPr>
                  <p:cNvSpPr txBox="1"/>
                  <p:nvPr/>
                </p:nvSpPr>
                <p:spPr>
                  <a:xfrm>
                    <a:off x="4776186" y="2691699"/>
                    <a:ext cx="61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3" name="文本框 2">
                    <a:extLst>
                      <a:ext uri="{FF2B5EF4-FFF2-40B4-BE49-F238E27FC236}">
                        <a16:creationId xmlns:a16="http://schemas.microsoft.com/office/drawing/2014/main" id="{DD4CBDE1-69A9-4510-9C03-D6D9017559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6186" y="2691699"/>
                    <a:ext cx="61256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929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连接符: 肘形 7">
              <a:extLst>
                <a:ext uri="{FF2B5EF4-FFF2-40B4-BE49-F238E27FC236}">
                  <a16:creationId xmlns:a16="http://schemas.microsoft.com/office/drawing/2014/main" id="{77B1F4E9-6324-465C-A633-1092B976832D}"/>
                </a:ext>
              </a:extLst>
            </p:cNvPr>
            <p:cNvCxnSpPr>
              <a:cxnSpLocks/>
            </p:cNvCxnSpPr>
            <p:nvPr/>
          </p:nvCxnSpPr>
          <p:spPr>
            <a:xfrm>
              <a:off x="1526957" y="3199987"/>
              <a:ext cx="727966" cy="727554"/>
            </a:xfrm>
            <a:prstGeom prst="bentConnector3">
              <a:avLst>
                <a:gd name="adj1" fmla="val 0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C1E8B68-0D48-4316-8A7E-8F2D9F421A86}"/>
                </a:ext>
              </a:extLst>
            </p:cNvPr>
            <p:cNvCxnSpPr>
              <a:cxnSpLocks/>
            </p:cNvCxnSpPr>
            <p:nvPr/>
          </p:nvCxnSpPr>
          <p:spPr>
            <a:xfrm>
              <a:off x="874447" y="4583097"/>
              <a:ext cx="13804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66837A6-13AD-4EF8-A8D7-BB6F856468D9}"/>
                    </a:ext>
                  </a:extLst>
                </p:cNvPr>
                <p:cNvSpPr txBox="1"/>
                <p:nvPr/>
              </p:nvSpPr>
              <p:spPr>
                <a:xfrm>
                  <a:off x="754598" y="4645241"/>
                  <a:ext cx="12473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𝐼𝑉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66837A6-13AD-4EF8-A8D7-BB6F85646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598" y="4645241"/>
                  <a:ext cx="124730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1CA14D2-B44C-4A1C-A3FB-7D0DC5A681B2}"/>
                    </a:ext>
                  </a:extLst>
                </p:cNvPr>
                <p:cNvSpPr txBox="1"/>
                <p:nvPr/>
              </p:nvSpPr>
              <p:spPr>
                <a:xfrm>
                  <a:off x="1263586" y="2718827"/>
                  <a:ext cx="5267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1CA14D2-B44C-4A1C-A3FB-7D0DC5A68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586" y="2718827"/>
                  <a:ext cx="5267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725AAC1-A721-4850-B8F9-5D0BBA1535C3}"/>
              </a:ext>
            </a:extLst>
          </p:cNvPr>
          <p:cNvCxnSpPr>
            <a:cxnSpLocks/>
          </p:cNvCxnSpPr>
          <p:nvPr/>
        </p:nvCxnSpPr>
        <p:spPr>
          <a:xfrm>
            <a:off x="5020324" y="4583097"/>
            <a:ext cx="67914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218927E-DC39-4BF5-824B-D16BAD07500F}"/>
                  </a:ext>
                </a:extLst>
              </p:cNvPr>
              <p:cNvSpPr txBox="1"/>
              <p:nvPr/>
            </p:nvSpPr>
            <p:spPr>
              <a:xfrm>
                <a:off x="1848770" y="4243010"/>
                <a:ext cx="426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218927E-DC39-4BF5-824B-D16BAD075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770" y="4243010"/>
                <a:ext cx="42612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70F057F6-D454-4E74-9F9D-E89FF133C58B}"/>
                  </a:ext>
                </a:extLst>
              </p:cNvPr>
              <p:cNvSpPr txBox="1"/>
              <p:nvPr/>
            </p:nvSpPr>
            <p:spPr>
              <a:xfrm>
                <a:off x="1842107" y="3606897"/>
                <a:ext cx="426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70F057F6-D454-4E74-9F9D-E89FF133C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107" y="3606897"/>
                <a:ext cx="42612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3E0CA0E8-CFBD-4F8B-93BC-977A12311DDA}"/>
              </a:ext>
            </a:extLst>
          </p:cNvPr>
          <p:cNvGrpSpPr/>
          <p:nvPr/>
        </p:nvGrpSpPr>
        <p:grpSpPr>
          <a:xfrm>
            <a:off x="2947386" y="2718827"/>
            <a:ext cx="2072936" cy="2510120"/>
            <a:chOff x="2947386" y="2718827"/>
            <a:chExt cx="2072936" cy="251012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025F3588-5637-4382-B77F-A4D629388632}"/>
                </a:ext>
              </a:extLst>
            </p:cNvPr>
            <p:cNvGrpSpPr/>
            <p:nvPr/>
          </p:nvGrpSpPr>
          <p:grpSpPr>
            <a:xfrm>
              <a:off x="4327864" y="3493363"/>
              <a:ext cx="692458" cy="1735584"/>
              <a:chOff x="4736237" y="1957526"/>
              <a:chExt cx="692458" cy="1837678"/>
            </a:xfrm>
          </p:grpSpPr>
          <p:sp>
            <p:nvSpPr>
              <p:cNvPr id="37" name="梯形 36">
                <a:extLst>
                  <a:ext uri="{FF2B5EF4-FFF2-40B4-BE49-F238E27FC236}">
                    <a16:creationId xmlns:a16="http://schemas.microsoft.com/office/drawing/2014/main" id="{821009F2-4375-43F3-8BF7-6CED9ADBD7B7}"/>
                  </a:ext>
                </a:extLst>
              </p:cNvPr>
              <p:cNvSpPr/>
              <p:nvPr/>
            </p:nvSpPr>
            <p:spPr>
              <a:xfrm rot="5400000">
                <a:off x="4163627" y="2530136"/>
                <a:ext cx="1837678" cy="692458"/>
              </a:xfrm>
              <a:prstGeom prst="trapezoid">
                <a:avLst>
                  <a:gd name="adj" fmla="val 67308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0851CD8-80AA-49CD-892F-1057A6660440}"/>
                      </a:ext>
                    </a:extLst>
                  </p:cNvPr>
                  <p:cNvSpPr txBox="1"/>
                  <p:nvPr/>
                </p:nvSpPr>
                <p:spPr>
                  <a:xfrm>
                    <a:off x="4776186" y="2691699"/>
                    <a:ext cx="61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0851CD8-80AA-49CD-892F-1057A66604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6186" y="2691699"/>
                    <a:ext cx="61256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929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52BC13A9-5E80-423F-A3CC-3C908B553687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96" y="3199987"/>
              <a:ext cx="727966" cy="727554"/>
            </a:xfrm>
            <a:prstGeom prst="bentConnector3">
              <a:avLst>
                <a:gd name="adj1" fmla="val 0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0957754-1D34-45ED-BFF9-9210E4BC1267}"/>
                </a:ext>
              </a:extLst>
            </p:cNvPr>
            <p:cNvCxnSpPr>
              <a:cxnSpLocks/>
            </p:cNvCxnSpPr>
            <p:nvPr/>
          </p:nvCxnSpPr>
          <p:spPr>
            <a:xfrm>
              <a:off x="2947386" y="4583097"/>
              <a:ext cx="13804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C43BA10-698F-449A-A527-7FF2D164A1EC}"/>
                    </a:ext>
                  </a:extLst>
                </p:cNvPr>
                <p:cNvSpPr txBox="1"/>
                <p:nvPr/>
              </p:nvSpPr>
              <p:spPr>
                <a:xfrm>
                  <a:off x="3336525" y="2718827"/>
                  <a:ext cx="5267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C43BA10-698F-449A-A527-7FF2D164A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525" y="2718827"/>
                  <a:ext cx="5267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E26F7F8-0EAF-4941-AF04-43ED905B18C9}"/>
                    </a:ext>
                  </a:extLst>
                </p:cNvPr>
                <p:cNvSpPr txBox="1"/>
                <p:nvPr/>
              </p:nvSpPr>
              <p:spPr>
                <a:xfrm>
                  <a:off x="3191522" y="4645241"/>
                  <a:ext cx="8167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E26F7F8-0EAF-4941-AF04-43ED905B1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1522" y="4645241"/>
                  <a:ext cx="81674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EFC8438-DB52-467F-BB1E-2BAC601F3368}"/>
                    </a:ext>
                  </a:extLst>
                </p:cNvPr>
                <p:cNvSpPr txBox="1"/>
                <p:nvPr/>
              </p:nvSpPr>
              <p:spPr>
                <a:xfrm>
                  <a:off x="3941685" y="4243642"/>
                  <a:ext cx="4261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EFC8438-DB52-467F-BB1E-2BAC601F3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1685" y="4243642"/>
                  <a:ext cx="42612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D9137C10-5E9D-4503-812D-4403EBAD389B}"/>
                    </a:ext>
                  </a:extLst>
                </p:cNvPr>
                <p:cNvSpPr txBox="1"/>
                <p:nvPr/>
              </p:nvSpPr>
              <p:spPr>
                <a:xfrm>
                  <a:off x="3941685" y="3588274"/>
                  <a:ext cx="4261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D9137C10-5E9D-4503-812D-4403EBAD3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1685" y="3588274"/>
                  <a:ext cx="42612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8E6D7EBD-C0DE-4D0D-87B1-7001CDDD7D96}"/>
                  </a:ext>
                </a:extLst>
              </p:cNvPr>
              <p:cNvSpPr txBox="1"/>
              <p:nvPr/>
            </p:nvSpPr>
            <p:spPr>
              <a:xfrm>
                <a:off x="5786766" y="4186748"/>
                <a:ext cx="8167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8E6D7EBD-C0DE-4D0D-87B1-7001CDDD7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766" y="4186748"/>
                <a:ext cx="81674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5B502C16-7397-457C-A5C4-D8C2F5A4C979}"/>
              </a:ext>
            </a:extLst>
          </p:cNvPr>
          <p:cNvGrpSpPr/>
          <p:nvPr/>
        </p:nvGrpSpPr>
        <p:grpSpPr>
          <a:xfrm>
            <a:off x="6772182" y="2721169"/>
            <a:ext cx="1828807" cy="2510120"/>
            <a:chOff x="6966004" y="2654464"/>
            <a:chExt cx="1828807" cy="2510120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AFE2134C-D156-4648-A523-4CD454C78580}"/>
                </a:ext>
              </a:extLst>
            </p:cNvPr>
            <p:cNvGrpSpPr/>
            <p:nvPr/>
          </p:nvGrpSpPr>
          <p:grpSpPr>
            <a:xfrm>
              <a:off x="8102353" y="3429000"/>
              <a:ext cx="692458" cy="1735584"/>
              <a:chOff x="4736237" y="1957526"/>
              <a:chExt cx="692458" cy="1837678"/>
            </a:xfrm>
          </p:grpSpPr>
          <p:sp>
            <p:nvSpPr>
              <p:cNvPr id="54" name="梯形 53">
                <a:extLst>
                  <a:ext uri="{FF2B5EF4-FFF2-40B4-BE49-F238E27FC236}">
                    <a16:creationId xmlns:a16="http://schemas.microsoft.com/office/drawing/2014/main" id="{802D9DB5-BF42-425E-B154-AE21B89D6414}"/>
                  </a:ext>
                </a:extLst>
              </p:cNvPr>
              <p:cNvSpPr/>
              <p:nvPr/>
            </p:nvSpPr>
            <p:spPr>
              <a:xfrm rot="5400000">
                <a:off x="4163627" y="2530136"/>
                <a:ext cx="1837678" cy="692458"/>
              </a:xfrm>
              <a:prstGeom prst="trapezoid">
                <a:avLst>
                  <a:gd name="adj" fmla="val 67308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0F4B8954-CF6D-48A9-B666-88697418F2FC}"/>
                      </a:ext>
                    </a:extLst>
                  </p:cNvPr>
                  <p:cNvSpPr txBox="1"/>
                  <p:nvPr/>
                </p:nvSpPr>
                <p:spPr>
                  <a:xfrm>
                    <a:off x="4776186" y="2691699"/>
                    <a:ext cx="61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0F4B8954-CF6D-48A9-B666-88697418F2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6186" y="2691699"/>
                    <a:ext cx="61256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105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A89B217C-6A63-4F6E-B47A-DD094D665204}"/>
                </a:ext>
              </a:extLst>
            </p:cNvPr>
            <p:cNvCxnSpPr>
              <a:cxnSpLocks/>
            </p:cNvCxnSpPr>
            <p:nvPr/>
          </p:nvCxnSpPr>
          <p:spPr>
            <a:xfrm>
              <a:off x="7374385" y="3135624"/>
              <a:ext cx="727966" cy="727554"/>
            </a:xfrm>
            <a:prstGeom prst="bentConnector3">
              <a:avLst>
                <a:gd name="adj1" fmla="val 0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7A9C52AD-FCF5-4426-9BBD-37DE5B6EF085}"/>
                </a:ext>
              </a:extLst>
            </p:cNvPr>
            <p:cNvCxnSpPr>
              <a:cxnSpLocks/>
            </p:cNvCxnSpPr>
            <p:nvPr/>
          </p:nvCxnSpPr>
          <p:spPr>
            <a:xfrm>
              <a:off x="6966004" y="4518734"/>
              <a:ext cx="1136347" cy="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C4D5649-028A-4295-9429-B48172FEFFC7}"/>
                    </a:ext>
                  </a:extLst>
                </p:cNvPr>
                <p:cNvSpPr txBox="1"/>
                <p:nvPr/>
              </p:nvSpPr>
              <p:spPr>
                <a:xfrm>
                  <a:off x="7111014" y="2654464"/>
                  <a:ext cx="5267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C4D5649-028A-4295-9429-B48172FEF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014" y="2654464"/>
                  <a:ext cx="526741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B92AC46-3FC8-4A5D-864B-7A6235A62CBF}"/>
                    </a:ext>
                  </a:extLst>
                </p:cNvPr>
                <p:cNvSpPr txBox="1"/>
                <p:nvPr/>
              </p:nvSpPr>
              <p:spPr>
                <a:xfrm>
                  <a:off x="6966011" y="4580878"/>
                  <a:ext cx="8167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B92AC46-3FC8-4A5D-864B-7A6235A62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6011" y="4580878"/>
                  <a:ext cx="816746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C02BFFB9-5E1B-48CA-868B-0FC14544656C}"/>
                    </a:ext>
                  </a:extLst>
                </p:cNvPr>
                <p:cNvSpPr txBox="1"/>
                <p:nvPr/>
              </p:nvSpPr>
              <p:spPr>
                <a:xfrm>
                  <a:off x="7716174" y="4179279"/>
                  <a:ext cx="4261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C02BFFB9-5E1B-48CA-868B-0FC145446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6174" y="4179279"/>
                  <a:ext cx="42612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A720690-2086-4E78-90F9-DDE8B0F777C0}"/>
                    </a:ext>
                  </a:extLst>
                </p:cNvPr>
                <p:cNvSpPr txBox="1"/>
                <p:nvPr/>
              </p:nvSpPr>
              <p:spPr>
                <a:xfrm>
                  <a:off x="7716174" y="3523911"/>
                  <a:ext cx="4261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A720690-2086-4E78-90F9-DDE8B0F77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6174" y="3523911"/>
                  <a:ext cx="42612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E7E597F-B0E9-4D70-9DE4-EA6E62FD199F}"/>
              </a:ext>
            </a:extLst>
          </p:cNvPr>
          <p:cNvCxnSpPr>
            <a:cxnSpLocks/>
          </p:cNvCxnSpPr>
          <p:nvPr/>
        </p:nvCxnSpPr>
        <p:spPr>
          <a:xfrm>
            <a:off x="8600989" y="4594194"/>
            <a:ext cx="1136347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119C8624-5AFC-4EC3-B329-588B2D32A9C8}"/>
                  </a:ext>
                </a:extLst>
              </p:cNvPr>
              <p:cNvSpPr txBox="1"/>
              <p:nvPr/>
            </p:nvSpPr>
            <p:spPr>
              <a:xfrm>
                <a:off x="9308994" y="4243010"/>
                <a:ext cx="426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119C8624-5AFC-4EC3-B329-588B2D32A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994" y="4243010"/>
                <a:ext cx="42612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2533553-B5A8-4AB5-BB15-4AA25423A460}"/>
                  </a:ext>
                </a:extLst>
              </p:cNvPr>
              <p:cNvSpPr txBox="1"/>
              <p:nvPr/>
            </p:nvSpPr>
            <p:spPr>
              <a:xfrm>
                <a:off x="8760789" y="4645885"/>
                <a:ext cx="8167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2533553-B5A8-4AB5-BB15-4AA25423A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789" y="4645885"/>
                <a:ext cx="81674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536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/>
              <p:nvPr/>
            </p:nvSpPr>
            <p:spPr>
              <a:xfrm>
                <a:off x="6897766" y="4461642"/>
                <a:ext cx="323573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Feistel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结构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1400" b="0">
                  <a:latin typeface="微软雅黑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766" y="4461642"/>
                <a:ext cx="3235735" cy="769441"/>
              </a:xfrm>
              <a:prstGeom prst="rect">
                <a:avLst/>
              </a:prstGeom>
              <a:blipFill>
                <a:blip r:embed="rId2"/>
                <a:stretch>
                  <a:fillRect l="-1132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7B1F4E9-6324-465C-A633-1092B976832D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06393" y="1777016"/>
            <a:ext cx="691375" cy="647634"/>
          </a:xfrm>
          <a:prstGeom prst="bentConnector3">
            <a:avLst>
              <a:gd name="adj1" fmla="val 570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C1E8B68-0D48-4316-8A7E-8F2D9F421A86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4278454" y="1759725"/>
            <a:ext cx="1259" cy="3863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1CA14D2-B44C-4A1C-A3FB-7D0DC5A681B2}"/>
                  </a:ext>
                </a:extLst>
              </p:cNvPr>
              <p:cNvSpPr txBox="1"/>
              <p:nvPr/>
            </p:nvSpPr>
            <p:spPr>
              <a:xfrm>
                <a:off x="3647919" y="1440790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1CA14D2-B44C-4A1C-A3FB-7D0DC5A6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919" y="1440790"/>
                <a:ext cx="526741" cy="370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4DD7D19C-CDD6-4437-A1FB-689C4CB4095B}"/>
              </a:ext>
            </a:extLst>
          </p:cNvPr>
          <p:cNvGrpSpPr/>
          <p:nvPr/>
        </p:nvGrpSpPr>
        <p:grpSpPr>
          <a:xfrm>
            <a:off x="5472192" y="2184790"/>
            <a:ext cx="734200" cy="477598"/>
            <a:chOff x="5366327" y="2689119"/>
            <a:chExt cx="855844" cy="5550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6A0435C-B7B1-41D0-8994-2AFE5708446E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858AA3F-B913-4BD1-B710-D035C3D6BA42}"/>
                    </a:ext>
                  </a:extLst>
                </p:cNvPr>
                <p:cNvSpPr txBox="1"/>
                <p:nvPr/>
              </p:nvSpPr>
              <p:spPr>
                <a:xfrm>
                  <a:off x="5487969" y="2781515"/>
                  <a:ext cx="612560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858AA3F-B913-4BD1-B710-D035C3D6B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969" y="2781515"/>
                  <a:ext cx="612560" cy="370294"/>
                </a:xfrm>
                <a:prstGeom prst="rect">
                  <a:avLst/>
                </a:prstGeom>
                <a:blipFill>
                  <a:blip r:embed="rId4"/>
                  <a:stretch>
                    <a:fillRect b="-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C874DF0-BA1E-4DC7-8740-85269797325B}"/>
              </a:ext>
            </a:extLst>
          </p:cNvPr>
          <p:cNvGrpSpPr/>
          <p:nvPr/>
        </p:nvGrpSpPr>
        <p:grpSpPr>
          <a:xfrm>
            <a:off x="3851791" y="2146046"/>
            <a:ext cx="855844" cy="555087"/>
            <a:chOff x="5366327" y="2689119"/>
            <a:chExt cx="855844" cy="55508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4ED7DCC-782A-4B53-8788-AE94C727BE47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94B0E6D-918B-49C8-9C3F-6BFF35244EEC}"/>
                    </a:ext>
                  </a:extLst>
                </p:cNvPr>
                <p:cNvSpPr txBox="1"/>
                <p:nvPr/>
              </p:nvSpPr>
              <p:spPr>
                <a:xfrm>
                  <a:off x="5487969" y="2766607"/>
                  <a:ext cx="6125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sz="2000" b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94B0E6D-918B-49C8-9C3F-6BFF35244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969" y="2766607"/>
                  <a:ext cx="61256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6DBA493-0DFE-48D0-A4B6-FF547EB731E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839292" y="1777016"/>
            <a:ext cx="0" cy="4077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561F543-27B5-4E29-AEB8-4743427AB809}"/>
                  </a:ext>
                </a:extLst>
              </p:cNvPr>
              <p:cNvSpPr txBox="1"/>
              <p:nvPr/>
            </p:nvSpPr>
            <p:spPr>
              <a:xfrm>
                <a:off x="6374974" y="1389431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561F543-27B5-4E29-AEB8-4743427AB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974" y="1389431"/>
                <a:ext cx="526741" cy="3702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31834D9-8922-4167-923B-705CC248A0DB}"/>
                  </a:ext>
                </a:extLst>
              </p:cNvPr>
              <p:cNvSpPr txBox="1"/>
              <p:nvPr/>
            </p:nvSpPr>
            <p:spPr>
              <a:xfrm>
                <a:off x="5978356" y="3833448"/>
                <a:ext cx="114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31834D9-8922-4167-923B-705CC248A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356" y="3833448"/>
                <a:ext cx="1147447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68BE042-A858-427F-97D6-88A98D96C940}"/>
                  </a:ext>
                </a:extLst>
              </p:cNvPr>
              <p:cNvSpPr txBox="1"/>
              <p:nvPr/>
            </p:nvSpPr>
            <p:spPr>
              <a:xfrm>
                <a:off x="3588420" y="3786574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68BE042-A858-427F-97D6-88A98D96C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420" y="3786574"/>
                <a:ext cx="526741" cy="370294"/>
              </a:xfrm>
              <a:prstGeom prst="rect">
                <a:avLst/>
              </a:prstGeom>
              <a:blipFill>
                <a:blip r:embed="rId8"/>
                <a:stretch>
                  <a:fillRect r="-5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F5D43D42-C1CF-4DBD-9784-1F919CE4ADFC}"/>
              </a:ext>
            </a:extLst>
          </p:cNvPr>
          <p:cNvCxnSpPr>
            <a:cxnSpLocks/>
          </p:cNvCxnSpPr>
          <p:nvPr/>
        </p:nvCxnSpPr>
        <p:spPr>
          <a:xfrm flipH="1">
            <a:off x="4278454" y="3751382"/>
            <a:ext cx="1" cy="5320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DA5F005-FAFC-4061-B1FA-F705A83829CD}"/>
                  </a:ext>
                </a:extLst>
              </p:cNvPr>
              <p:cNvSpPr txBox="1"/>
              <p:nvPr/>
            </p:nvSpPr>
            <p:spPr>
              <a:xfrm>
                <a:off x="5273963" y="1389431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DA5F005-FAFC-4061-B1FA-F705A8382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3" y="1389431"/>
                <a:ext cx="526741" cy="3702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B2CF3A8F-E87A-4190-8918-AD2475EDC354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4279713" y="2701133"/>
            <a:ext cx="0" cy="4887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B77EDC61-686D-4EF7-BDC9-12E3995AECC0}"/>
              </a:ext>
            </a:extLst>
          </p:cNvPr>
          <p:cNvCxnSpPr>
            <a:cxnSpLocks/>
          </p:cNvCxnSpPr>
          <p:nvPr/>
        </p:nvCxnSpPr>
        <p:spPr>
          <a:xfrm>
            <a:off x="4288852" y="3207156"/>
            <a:ext cx="2608915" cy="51355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BC403D0-57AF-4387-8209-A6DA0BF5BA50}"/>
              </a:ext>
            </a:extLst>
          </p:cNvPr>
          <p:cNvCxnSpPr>
            <a:cxnSpLocks/>
          </p:cNvCxnSpPr>
          <p:nvPr/>
        </p:nvCxnSpPr>
        <p:spPr>
          <a:xfrm flipH="1">
            <a:off x="4288852" y="3189865"/>
            <a:ext cx="2608918" cy="56661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F14A6BC4-C0B3-4882-97F8-83B81307FC6D}"/>
              </a:ext>
            </a:extLst>
          </p:cNvPr>
          <p:cNvCxnSpPr>
            <a:cxnSpLocks/>
          </p:cNvCxnSpPr>
          <p:nvPr/>
        </p:nvCxnSpPr>
        <p:spPr>
          <a:xfrm>
            <a:off x="6897768" y="2403308"/>
            <a:ext cx="0" cy="78655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F65ECD40-0558-4235-9814-0271821C6D8F}"/>
              </a:ext>
            </a:extLst>
          </p:cNvPr>
          <p:cNvCxnSpPr>
            <a:cxnSpLocks/>
          </p:cNvCxnSpPr>
          <p:nvPr/>
        </p:nvCxnSpPr>
        <p:spPr>
          <a:xfrm flipH="1">
            <a:off x="6897766" y="3720711"/>
            <a:ext cx="1" cy="5320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6CE9E140-7026-4A2F-83B6-8BC68D40B130}"/>
              </a:ext>
            </a:extLst>
          </p:cNvPr>
          <p:cNvCxnSpPr>
            <a:cxnSpLocks/>
            <a:stCxn id="5" idx="1"/>
            <a:endCxn id="52" idx="3"/>
          </p:cNvCxnSpPr>
          <p:nvPr/>
        </p:nvCxnSpPr>
        <p:spPr>
          <a:xfrm flipH="1">
            <a:off x="4707635" y="2423589"/>
            <a:ext cx="764557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467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3371922" y="6581000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CBC-</a:t>
            </a: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endParaRPr lang="en-US" altLang="zh-CN" sz="1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0CAEDA6C-0C17-4444-997D-D95244CB39E7}"/>
              </a:ext>
            </a:extLst>
          </p:cNvPr>
          <p:cNvGrpSpPr/>
          <p:nvPr/>
        </p:nvGrpSpPr>
        <p:grpSpPr>
          <a:xfrm>
            <a:off x="369241" y="350956"/>
            <a:ext cx="4939147" cy="2581133"/>
            <a:chOff x="369241" y="350956"/>
            <a:chExt cx="4939147" cy="2581133"/>
          </a:xfrm>
        </p:grpSpPr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85436DC6-2D3A-7E57-0312-8F4FF7A4C684}"/>
                </a:ext>
              </a:extLst>
            </p:cNvPr>
            <p:cNvCxnSpPr>
              <a:cxnSpLocks/>
              <a:stCxn id="19" idx="2"/>
              <a:endCxn id="18" idx="1"/>
            </p:cNvCxnSpPr>
            <p:nvPr/>
          </p:nvCxnSpPr>
          <p:spPr>
            <a:xfrm rot="16200000" flipH="1">
              <a:off x="907263" y="598767"/>
              <a:ext cx="228295" cy="744205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95A43F7-0B54-B254-9A06-143C5EE3B2BA}"/>
                    </a:ext>
                  </a:extLst>
                </p:cNvPr>
                <p:cNvSpPr txBox="1"/>
                <p:nvPr/>
              </p:nvSpPr>
              <p:spPr>
                <a:xfrm>
                  <a:off x="396651" y="518169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𝐼𝑉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95A43F7-0B54-B254-9A06-143C5EE3B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51" y="518169"/>
                  <a:ext cx="50531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F855D0B5-9D0B-303C-EF6B-B1D77E2B2518}"/>
                </a:ext>
              </a:extLst>
            </p:cNvPr>
            <p:cNvGrpSpPr/>
            <p:nvPr/>
          </p:nvGrpSpPr>
          <p:grpSpPr>
            <a:xfrm>
              <a:off x="369241" y="350956"/>
              <a:ext cx="1863400" cy="2581133"/>
              <a:chOff x="1507758" y="1220532"/>
              <a:chExt cx="1863400" cy="258113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A173FA5B-722A-65D8-076B-1AC5C54625A0}"/>
                  </a:ext>
                </a:extLst>
              </p:cNvPr>
              <p:cNvGrpSpPr/>
              <p:nvPr/>
            </p:nvGrpSpPr>
            <p:grpSpPr>
              <a:xfrm>
                <a:off x="2207912" y="2477803"/>
                <a:ext cx="1141656" cy="499534"/>
                <a:chOff x="5505086" y="2352375"/>
                <a:chExt cx="578309" cy="580584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9EA061DB-44FE-DDC1-4B7C-2B84531119A5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CF9AEBE-44D2-D50E-6168-7A33EDF1A15B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4B8C68B9-1569-8F58-1C2E-87F7F9D1494B}"/>
                  </a:ext>
                </a:extLst>
              </p:cNvPr>
              <p:cNvCxnSpPr>
                <a:cxnSpLocks/>
                <a:stCxn id="15" idx="4"/>
                <a:endCxn id="18" idx="0"/>
              </p:cNvCxnSpPr>
              <p:nvPr/>
            </p:nvCxnSpPr>
            <p:spPr>
              <a:xfrm flipH="1">
                <a:off x="2778940" y="1529015"/>
                <a:ext cx="3" cy="1947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A5ABAC18-622A-FA6A-151F-A3909B5A2ADE}"/>
                      </a:ext>
                    </a:extLst>
                  </p:cNvPr>
                  <p:cNvSpPr txBox="1"/>
                  <p:nvPr/>
                </p:nvSpPr>
                <p:spPr>
                  <a:xfrm>
                    <a:off x="1507758" y="2244603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A5ABAC18-622A-FA6A-151F-A3909B5A2A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7758" y="2244603"/>
                    <a:ext cx="505314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85C5BB93-C782-23BC-EC32-4AE01D4B2E59}"/>
                  </a:ext>
                </a:extLst>
              </p:cNvPr>
              <p:cNvGrpSpPr/>
              <p:nvPr/>
            </p:nvGrpSpPr>
            <p:grpSpPr>
              <a:xfrm>
                <a:off x="2255058" y="1220532"/>
                <a:ext cx="1115211" cy="308483"/>
                <a:chOff x="6063374" y="2819197"/>
                <a:chExt cx="1343512" cy="311500"/>
              </a:xfrm>
            </p:grpSpPr>
            <p:sp>
              <p:nvSpPr>
                <p:cNvPr id="15" name="流程图: 数据 14">
                  <a:extLst>
                    <a:ext uri="{FF2B5EF4-FFF2-40B4-BE49-F238E27FC236}">
                      <a16:creationId xmlns:a16="http://schemas.microsoft.com/office/drawing/2014/main" id="{8DE3B5EF-7EF0-A3F4-0CF2-0C7B587CB19E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文本框 15">
                      <a:extLst>
                        <a:ext uri="{FF2B5EF4-FFF2-40B4-BE49-F238E27FC236}">
                          <a16:creationId xmlns:a16="http://schemas.microsoft.com/office/drawing/2014/main" id="{76668B92-34FE-44B1-3813-2C161BB1E7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16" name="文本框 15">
                      <a:extLst>
                        <a:ext uri="{FF2B5EF4-FFF2-40B4-BE49-F238E27FC236}">
                          <a16:creationId xmlns:a16="http://schemas.microsoft.com/office/drawing/2014/main" id="{76668B92-34FE-44B1-3813-2C161BB1E7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8FD55730-A87A-344E-F7B0-4D115606C567}"/>
                      </a:ext>
                    </a:extLst>
                  </p:cNvPr>
                  <p:cNvSpPr txBox="1"/>
                  <p:nvPr/>
                </p:nvSpPr>
                <p:spPr>
                  <a:xfrm>
                    <a:off x="2532030" y="1723761"/>
                    <a:ext cx="4938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8FD55730-A87A-344E-F7B0-4D115606C5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2030" y="1723761"/>
                    <a:ext cx="49382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642" r="-6173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6C9CFC53-B2D7-F5B1-FC07-AF394376659B}"/>
                  </a:ext>
                </a:extLst>
              </p:cNvPr>
              <p:cNvGrpSpPr/>
              <p:nvPr/>
            </p:nvGrpSpPr>
            <p:grpSpPr>
              <a:xfrm>
                <a:off x="2255058" y="3488330"/>
                <a:ext cx="1116100" cy="313335"/>
                <a:chOff x="6060744" y="2640231"/>
                <a:chExt cx="1344582" cy="316400"/>
              </a:xfrm>
            </p:grpSpPr>
            <p:sp>
              <p:nvSpPr>
                <p:cNvPr id="22" name="流程图: 数据 21">
                  <a:extLst>
                    <a:ext uri="{FF2B5EF4-FFF2-40B4-BE49-F238E27FC236}">
                      <a16:creationId xmlns:a16="http://schemas.microsoft.com/office/drawing/2014/main" id="{96116E0F-80CE-D057-5F9B-C0914A509E0E}"/>
                    </a:ext>
                  </a:extLst>
                </p:cNvPr>
                <p:cNvSpPr/>
                <p:nvPr/>
              </p:nvSpPr>
              <p:spPr>
                <a:xfrm>
                  <a:off x="6060744" y="2640231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文本框 23">
                      <a:extLst>
                        <a:ext uri="{FF2B5EF4-FFF2-40B4-BE49-F238E27FC236}">
                          <a16:creationId xmlns:a16="http://schemas.microsoft.com/office/drawing/2014/main" id="{E8BF482D-60A7-0448-9471-445B75F9CC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3062" y="2645132"/>
                      <a:ext cx="1262264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24" name="文本框 23">
                      <a:extLst>
                        <a:ext uri="{FF2B5EF4-FFF2-40B4-BE49-F238E27FC236}">
                          <a16:creationId xmlns:a16="http://schemas.microsoft.com/office/drawing/2014/main" id="{E8BF482D-60A7-0448-9471-445B75F9CC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3062" y="2645132"/>
                      <a:ext cx="1262264" cy="3114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121C23E2-7201-1862-0A98-0AFDD154748C}"/>
                  </a:ext>
                </a:extLst>
              </p:cNvPr>
              <p:cNvCxnSpPr>
                <a:cxnSpLocks/>
                <a:stCxn id="18" idx="2"/>
                <a:endCxn id="9" idx="0"/>
              </p:cNvCxnSpPr>
              <p:nvPr/>
            </p:nvCxnSpPr>
            <p:spPr>
              <a:xfrm flipH="1">
                <a:off x="2778740" y="2185426"/>
                <a:ext cx="200" cy="2923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>
                <a:extLst>
                  <a:ext uri="{FF2B5EF4-FFF2-40B4-BE49-F238E27FC236}">
                    <a16:creationId xmlns:a16="http://schemas.microsoft.com/office/drawing/2014/main" id="{75741FBB-76BB-E878-7393-9CF7ECA79677}"/>
                  </a:ext>
                </a:extLst>
              </p:cNvPr>
              <p:cNvCxnSpPr>
                <a:cxnSpLocks/>
                <a:stCxn id="13" idx="2"/>
                <a:endCxn id="9" idx="1"/>
              </p:cNvCxnSpPr>
              <p:nvPr/>
            </p:nvCxnSpPr>
            <p:spPr>
              <a:xfrm rot="16200000" flipH="1">
                <a:off x="1911957" y="2431614"/>
                <a:ext cx="144413" cy="44749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00328A4A-FF84-7D8E-FCA3-ABAEFAB20429}"/>
                  </a:ext>
                </a:extLst>
              </p:cNvPr>
              <p:cNvCxnSpPr>
                <a:cxnSpLocks/>
                <a:stCxn id="9" idx="2"/>
                <a:endCxn id="22" idx="1"/>
              </p:cNvCxnSpPr>
              <p:nvPr/>
            </p:nvCxnSpPr>
            <p:spPr>
              <a:xfrm>
                <a:off x="2778740" y="2977337"/>
                <a:ext cx="203" cy="511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连接符: 肘形 67">
              <a:extLst>
                <a:ext uri="{FF2B5EF4-FFF2-40B4-BE49-F238E27FC236}">
                  <a16:creationId xmlns:a16="http://schemas.microsoft.com/office/drawing/2014/main" id="{53D97E78-CF22-C202-042C-2103019CD445}"/>
                </a:ext>
              </a:extLst>
            </p:cNvPr>
            <p:cNvCxnSpPr>
              <a:cxnSpLocks/>
              <a:stCxn id="24" idx="3"/>
              <a:endCxn id="89" idx="1"/>
            </p:cNvCxnSpPr>
            <p:nvPr/>
          </p:nvCxnSpPr>
          <p:spPr>
            <a:xfrm flipV="1">
              <a:off x="2232641" y="1085018"/>
              <a:ext cx="1446550" cy="1692831"/>
            </a:xfrm>
            <a:prstGeom prst="bentConnector3">
              <a:avLst>
                <a:gd name="adj1" fmla="val 21492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8089A56A-D763-F8FD-5063-55DE09D0B251}"/>
                </a:ext>
              </a:extLst>
            </p:cNvPr>
            <p:cNvGrpSpPr/>
            <p:nvPr/>
          </p:nvGrpSpPr>
          <p:grpSpPr>
            <a:xfrm>
              <a:off x="2657806" y="350956"/>
              <a:ext cx="1859624" cy="2576284"/>
              <a:chOff x="1510645" y="1220532"/>
              <a:chExt cx="1859624" cy="2576284"/>
            </a:xfrm>
          </p:grpSpPr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B90E1E92-7CA0-06F6-0620-FB0849267E9A}"/>
                  </a:ext>
                </a:extLst>
              </p:cNvPr>
              <p:cNvGrpSpPr/>
              <p:nvPr/>
            </p:nvGrpSpPr>
            <p:grpSpPr>
              <a:xfrm>
                <a:off x="2207912" y="2477803"/>
                <a:ext cx="1141656" cy="499534"/>
                <a:chOff x="5505086" y="2352375"/>
                <a:chExt cx="578309" cy="580584"/>
              </a:xfrm>
            </p:grpSpPr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E449143C-A3B9-066B-39D8-01096CD2C4FB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CA0B592-5C90-6151-F6CA-CC67892F042A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24F0840A-4451-A68D-370B-41F04DFC94EE}"/>
                  </a:ext>
                </a:extLst>
              </p:cNvPr>
              <p:cNvCxnSpPr>
                <a:cxnSpLocks/>
                <a:stCxn id="98" idx="4"/>
                <a:endCxn id="89" idx="0"/>
              </p:cNvCxnSpPr>
              <p:nvPr/>
            </p:nvCxnSpPr>
            <p:spPr>
              <a:xfrm flipH="1">
                <a:off x="2778940" y="1529015"/>
                <a:ext cx="3" cy="1947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本框 86">
                    <a:extLst>
                      <a:ext uri="{FF2B5EF4-FFF2-40B4-BE49-F238E27FC236}">
                        <a16:creationId xmlns:a16="http://schemas.microsoft.com/office/drawing/2014/main" id="{21E5912F-81BD-4093-9BC5-EAC6130AEFC5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645" y="2254892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87" name="文本框 86">
                    <a:extLst>
                      <a:ext uri="{FF2B5EF4-FFF2-40B4-BE49-F238E27FC236}">
                        <a16:creationId xmlns:a16="http://schemas.microsoft.com/office/drawing/2014/main" id="{21E5912F-81BD-4093-9BC5-EAC6130AEF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645" y="2254892"/>
                    <a:ext cx="505314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6A986A3-D8BD-333E-67D1-3F3C7373994F}"/>
                  </a:ext>
                </a:extLst>
              </p:cNvPr>
              <p:cNvGrpSpPr/>
              <p:nvPr/>
            </p:nvGrpSpPr>
            <p:grpSpPr>
              <a:xfrm>
                <a:off x="2255058" y="1220532"/>
                <a:ext cx="1115211" cy="308483"/>
                <a:chOff x="6063374" y="2819197"/>
                <a:chExt cx="1343512" cy="311500"/>
              </a:xfrm>
            </p:grpSpPr>
            <p:sp>
              <p:nvSpPr>
                <p:cNvPr id="98" name="流程图: 数据 97">
                  <a:extLst>
                    <a:ext uri="{FF2B5EF4-FFF2-40B4-BE49-F238E27FC236}">
                      <a16:creationId xmlns:a16="http://schemas.microsoft.com/office/drawing/2014/main" id="{8E7E9975-B11C-5333-C7DE-950F826C739A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文本框 98">
                      <a:extLst>
                        <a:ext uri="{FF2B5EF4-FFF2-40B4-BE49-F238E27FC236}">
                          <a16:creationId xmlns:a16="http://schemas.microsoft.com/office/drawing/2014/main" id="{B190646F-F695-8298-5C56-D71DA19B14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99" name="文本框 98">
                      <a:extLst>
                        <a:ext uri="{FF2B5EF4-FFF2-40B4-BE49-F238E27FC236}">
                          <a16:creationId xmlns:a16="http://schemas.microsoft.com/office/drawing/2014/main" id="{B190646F-F695-8298-5C56-D71DA19B14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334F6328-5FA4-AE60-56E1-081AFCF88EF5}"/>
                      </a:ext>
                    </a:extLst>
                  </p:cNvPr>
                  <p:cNvSpPr txBox="1"/>
                  <p:nvPr/>
                </p:nvSpPr>
                <p:spPr>
                  <a:xfrm>
                    <a:off x="2532030" y="1723761"/>
                    <a:ext cx="4938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334F6328-5FA4-AE60-56E1-081AFCF88E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2030" y="1723761"/>
                    <a:ext cx="493820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642" r="-6173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FE299D39-2B1A-DF58-416A-68215A09980D}"/>
                  </a:ext>
                </a:extLst>
              </p:cNvPr>
              <p:cNvGrpSpPr/>
              <p:nvPr/>
            </p:nvGrpSpPr>
            <p:grpSpPr>
              <a:xfrm>
                <a:off x="2254853" y="3488328"/>
                <a:ext cx="1113994" cy="308488"/>
                <a:chOff x="6060503" y="2640223"/>
                <a:chExt cx="1342046" cy="311505"/>
              </a:xfrm>
            </p:grpSpPr>
            <p:sp>
              <p:nvSpPr>
                <p:cNvPr id="95" name="流程图: 数据 94">
                  <a:extLst>
                    <a:ext uri="{FF2B5EF4-FFF2-40B4-BE49-F238E27FC236}">
                      <a16:creationId xmlns:a16="http://schemas.microsoft.com/office/drawing/2014/main" id="{9B8C3E6E-7B48-7D87-8294-EB61009B8D94}"/>
                    </a:ext>
                  </a:extLst>
                </p:cNvPr>
                <p:cNvSpPr/>
                <p:nvPr/>
              </p:nvSpPr>
              <p:spPr>
                <a:xfrm>
                  <a:off x="6060503" y="2640228"/>
                  <a:ext cx="1262264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本框 95">
                      <a:extLst>
                        <a:ext uri="{FF2B5EF4-FFF2-40B4-BE49-F238E27FC236}">
                          <a16:creationId xmlns:a16="http://schemas.microsoft.com/office/drawing/2014/main" id="{65DF5F17-82D3-7310-02E4-A3B2D8F04F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285" y="2640223"/>
                      <a:ext cx="1262264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96" name="文本框 95">
                      <a:extLst>
                        <a:ext uri="{FF2B5EF4-FFF2-40B4-BE49-F238E27FC236}">
                          <a16:creationId xmlns:a16="http://schemas.microsoft.com/office/drawing/2014/main" id="{65DF5F17-82D3-7310-02E4-A3B2D8F04F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0285" y="2640223"/>
                      <a:ext cx="1262264" cy="3114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2B4E678D-7F25-5818-C423-A2433F6701CF}"/>
                  </a:ext>
                </a:extLst>
              </p:cNvPr>
              <p:cNvCxnSpPr>
                <a:cxnSpLocks/>
                <a:stCxn id="89" idx="2"/>
                <a:endCxn id="100" idx="0"/>
              </p:cNvCxnSpPr>
              <p:nvPr/>
            </p:nvCxnSpPr>
            <p:spPr>
              <a:xfrm flipH="1">
                <a:off x="2778740" y="2185426"/>
                <a:ext cx="200" cy="2923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连接符: 肘形 92">
                <a:extLst>
                  <a:ext uri="{FF2B5EF4-FFF2-40B4-BE49-F238E27FC236}">
                    <a16:creationId xmlns:a16="http://schemas.microsoft.com/office/drawing/2014/main" id="{14C09750-A743-F800-D18D-F156D3268CB5}"/>
                  </a:ext>
                </a:extLst>
              </p:cNvPr>
              <p:cNvCxnSpPr>
                <a:cxnSpLocks/>
                <a:stCxn id="87" idx="2"/>
                <a:endCxn id="100" idx="1"/>
              </p:cNvCxnSpPr>
              <p:nvPr/>
            </p:nvCxnSpPr>
            <p:spPr>
              <a:xfrm rot="16200000" flipH="1">
                <a:off x="1918545" y="2438203"/>
                <a:ext cx="134124" cy="44461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>
                <a:extLst>
                  <a:ext uri="{FF2B5EF4-FFF2-40B4-BE49-F238E27FC236}">
                    <a16:creationId xmlns:a16="http://schemas.microsoft.com/office/drawing/2014/main" id="{A1B0436E-075B-1677-5732-BF9EC08175C6}"/>
                  </a:ext>
                </a:extLst>
              </p:cNvPr>
              <p:cNvCxnSpPr>
                <a:cxnSpLocks/>
                <a:stCxn id="100" idx="2"/>
                <a:endCxn id="95" idx="1"/>
              </p:cNvCxnSpPr>
              <p:nvPr/>
            </p:nvCxnSpPr>
            <p:spPr>
              <a:xfrm flipH="1">
                <a:off x="2778738" y="2977337"/>
                <a:ext cx="2" cy="510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连接符: 肘形 103">
              <a:extLst>
                <a:ext uri="{FF2B5EF4-FFF2-40B4-BE49-F238E27FC236}">
                  <a16:creationId xmlns:a16="http://schemas.microsoft.com/office/drawing/2014/main" id="{88454FCD-C727-93A7-B6D2-E92C60F776D1}"/>
                </a:ext>
              </a:extLst>
            </p:cNvPr>
            <p:cNvCxnSpPr>
              <a:cxnSpLocks/>
              <a:stCxn id="96" idx="3"/>
              <a:endCxn id="105" idx="2"/>
            </p:cNvCxnSpPr>
            <p:nvPr/>
          </p:nvCxnSpPr>
          <p:spPr>
            <a:xfrm flipV="1">
              <a:off x="4516008" y="2307816"/>
              <a:ext cx="307005" cy="465177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4171022-2823-CEAA-782C-5EFFC4FBE9F1}"/>
                    </a:ext>
                  </a:extLst>
                </p:cNvPr>
                <p:cNvSpPr txBox="1"/>
                <p:nvPr/>
              </p:nvSpPr>
              <p:spPr>
                <a:xfrm>
                  <a:off x="4337637" y="1907706"/>
                  <a:ext cx="9707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sz="2000" b="1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4171022-2823-CEAA-782C-5EFFC4FBE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37" y="1907706"/>
                  <a:ext cx="970751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66FF0127-D997-A184-8D12-FB516AD88C1A}"/>
              </a:ext>
            </a:extLst>
          </p:cNvPr>
          <p:cNvGrpSpPr/>
          <p:nvPr/>
        </p:nvGrpSpPr>
        <p:grpSpPr>
          <a:xfrm>
            <a:off x="5985370" y="350956"/>
            <a:ext cx="5165146" cy="2581135"/>
            <a:chOff x="4839621" y="3248593"/>
            <a:chExt cx="5165146" cy="2581135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4B58C425-3160-0DB2-AD3C-7573F0CBD970}"/>
                </a:ext>
              </a:extLst>
            </p:cNvPr>
            <p:cNvGrpSpPr/>
            <p:nvPr/>
          </p:nvGrpSpPr>
          <p:grpSpPr>
            <a:xfrm>
              <a:off x="4839621" y="3248681"/>
              <a:ext cx="1984777" cy="2581047"/>
              <a:chOff x="4839621" y="3248681"/>
              <a:chExt cx="1984777" cy="2581047"/>
            </a:xfrm>
          </p:grpSpPr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1E3FA9AC-789F-7BEA-E6E6-41643B74F1C3}"/>
                  </a:ext>
                </a:extLst>
              </p:cNvPr>
              <p:cNvGrpSpPr/>
              <p:nvPr/>
            </p:nvGrpSpPr>
            <p:grpSpPr>
              <a:xfrm>
                <a:off x="5709187" y="3248681"/>
                <a:ext cx="1115211" cy="308483"/>
                <a:chOff x="6063374" y="2819197"/>
                <a:chExt cx="1343512" cy="311500"/>
              </a:xfrm>
            </p:grpSpPr>
            <p:sp>
              <p:nvSpPr>
                <p:cNvPr id="122" name="流程图: 数据 121">
                  <a:extLst>
                    <a:ext uri="{FF2B5EF4-FFF2-40B4-BE49-F238E27FC236}">
                      <a16:creationId xmlns:a16="http://schemas.microsoft.com/office/drawing/2014/main" id="{39A93182-3620-F93F-BAB6-639E7DFF82C9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文本框 122">
                      <a:extLst>
                        <a:ext uri="{FF2B5EF4-FFF2-40B4-BE49-F238E27FC236}">
                          <a16:creationId xmlns:a16="http://schemas.microsoft.com/office/drawing/2014/main" id="{1D894FC5-4F18-AD33-8995-5B779A2A2F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123" name="文本框 122">
                      <a:extLst>
                        <a:ext uri="{FF2B5EF4-FFF2-40B4-BE49-F238E27FC236}">
                          <a16:creationId xmlns:a16="http://schemas.microsoft.com/office/drawing/2014/main" id="{1D894FC5-4F18-AD33-8995-5B779A2A2F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6315429B-C888-5E9C-E68F-B22658E1C787}"/>
                  </a:ext>
                </a:extLst>
              </p:cNvPr>
              <p:cNvGrpSpPr/>
              <p:nvPr/>
            </p:nvGrpSpPr>
            <p:grpSpPr>
              <a:xfrm>
                <a:off x="5709187" y="5521245"/>
                <a:ext cx="1092531" cy="308483"/>
                <a:chOff x="6063374" y="2819197"/>
                <a:chExt cx="1316189" cy="311500"/>
              </a:xfrm>
            </p:grpSpPr>
            <p:sp>
              <p:nvSpPr>
                <p:cNvPr id="120" name="流程图: 数据 119">
                  <a:extLst>
                    <a:ext uri="{FF2B5EF4-FFF2-40B4-BE49-F238E27FC236}">
                      <a16:creationId xmlns:a16="http://schemas.microsoft.com/office/drawing/2014/main" id="{2267A4C9-4DAA-F4D4-9F8C-07587A5A50DA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文本框 120">
                      <a:extLst>
                        <a:ext uri="{FF2B5EF4-FFF2-40B4-BE49-F238E27FC236}">
                          <a16:creationId xmlns:a16="http://schemas.microsoft.com/office/drawing/2014/main" id="{4DBC7346-7C46-2B0B-D4DD-46074A7622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17299" y="2819198"/>
                      <a:ext cx="1262264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121" name="文本框 120">
                      <a:extLst>
                        <a:ext uri="{FF2B5EF4-FFF2-40B4-BE49-F238E27FC236}">
                          <a16:creationId xmlns:a16="http://schemas.microsoft.com/office/drawing/2014/main" id="{4DBC7346-7C46-2B0B-D4DD-46074A7622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17299" y="2819198"/>
                      <a:ext cx="1262264" cy="3114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6" name="组合 125">
                <a:extLst>
                  <a:ext uri="{FF2B5EF4-FFF2-40B4-BE49-F238E27FC236}">
                    <a16:creationId xmlns:a16="http://schemas.microsoft.com/office/drawing/2014/main" id="{CB565FE0-92AB-206C-29D8-CC941BB2B4B6}"/>
                  </a:ext>
                </a:extLst>
              </p:cNvPr>
              <p:cNvGrpSpPr/>
              <p:nvPr/>
            </p:nvGrpSpPr>
            <p:grpSpPr>
              <a:xfrm>
                <a:off x="5986162" y="4539117"/>
                <a:ext cx="493820" cy="982128"/>
                <a:chOff x="6006660" y="3316707"/>
                <a:chExt cx="493820" cy="982128"/>
              </a:xfrm>
            </p:grpSpPr>
            <p:cxnSp>
              <p:nvCxnSpPr>
                <p:cNvPr id="112" name="直接箭头连接符 111">
                  <a:extLst>
                    <a:ext uri="{FF2B5EF4-FFF2-40B4-BE49-F238E27FC236}">
                      <a16:creationId xmlns:a16="http://schemas.microsoft.com/office/drawing/2014/main" id="{5229C654-AAAC-B2E1-5620-7E8EB4914AB8}"/>
                    </a:ext>
                  </a:extLst>
                </p:cNvPr>
                <p:cNvCxnSpPr>
                  <a:cxnSpLocks/>
                  <a:stCxn id="124" idx="2"/>
                  <a:endCxn id="115" idx="0"/>
                </p:cNvCxnSpPr>
                <p:nvPr/>
              </p:nvCxnSpPr>
              <p:spPr>
                <a:xfrm flipH="1">
                  <a:off x="6253570" y="3316707"/>
                  <a:ext cx="862" cy="2881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文本框 114">
                      <a:extLst>
                        <a:ext uri="{FF2B5EF4-FFF2-40B4-BE49-F238E27FC236}">
                          <a16:creationId xmlns:a16="http://schemas.microsoft.com/office/drawing/2014/main" id="{09A9E8B6-8D9A-235B-2363-71AD36DAD1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6660" y="3604856"/>
                      <a:ext cx="49382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sz="2400"/>
                    </a:p>
                  </p:txBody>
                </p:sp>
              </mc:Choice>
              <mc:Fallback xmlns="">
                <p:sp>
                  <p:nvSpPr>
                    <p:cNvPr id="115" name="文本框 114">
                      <a:extLst>
                        <a:ext uri="{FF2B5EF4-FFF2-40B4-BE49-F238E27FC236}">
                          <a16:creationId xmlns:a16="http://schemas.microsoft.com/office/drawing/2014/main" id="{09A9E8B6-8D9A-235B-2363-71AD36DAD1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6660" y="3604856"/>
                      <a:ext cx="493820" cy="46166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8642" r="-6173" b="-10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7" name="直接箭头连接符 116">
                  <a:extLst>
                    <a:ext uri="{FF2B5EF4-FFF2-40B4-BE49-F238E27FC236}">
                      <a16:creationId xmlns:a16="http://schemas.microsoft.com/office/drawing/2014/main" id="{7B17F2D8-7A9E-EF72-C4E6-00FAE951AB01}"/>
                    </a:ext>
                  </a:extLst>
                </p:cNvPr>
                <p:cNvCxnSpPr>
                  <a:cxnSpLocks/>
                  <a:stCxn id="115" idx="2"/>
                  <a:endCxn id="120" idx="1"/>
                </p:cNvCxnSpPr>
                <p:nvPr/>
              </p:nvCxnSpPr>
              <p:spPr>
                <a:xfrm>
                  <a:off x="6253570" y="4066521"/>
                  <a:ext cx="0" cy="23231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F7826439-C818-9677-0C77-B2225D4C1089}"/>
                  </a:ext>
                </a:extLst>
              </p:cNvPr>
              <p:cNvGrpSpPr/>
              <p:nvPr/>
            </p:nvGrpSpPr>
            <p:grpSpPr>
              <a:xfrm>
                <a:off x="4839621" y="3806383"/>
                <a:ext cx="1965141" cy="732734"/>
                <a:chOff x="4859057" y="4293696"/>
                <a:chExt cx="1965141" cy="732734"/>
              </a:xfrm>
            </p:grpSpPr>
            <p:grpSp>
              <p:nvGrpSpPr>
                <p:cNvPr id="111" name="组合 110">
                  <a:extLst>
                    <a:ext uri="{FF2B5EF4-FFF2-40B4-BE49-F238E27FC236}">
                      <a16:creationId xmlns:a16="http://schemas.microsoft.com/office/drawing/2014/main" id="{0A7ADD9F-53B4-B812-0474-9C49C2F44107}"/>
                    </a:ext>
                  </a:extLst>
                </p:cNvPr>
                <p:cNvGrpSpPr/>
                <p:nvPr/>
              </p:nvGrpSpPr>
              <p:grpSpPr>
                <a:xfrm>
                  <a:off x="5682542" y="4526896"/>
                  <a:ext cx="1141656" cy="499534"/>
                  <a:chOff x="5505086" y="2352375"/>
                  <a:chExt cx="578309" cy="580584"/>
                </a:xfrm>
              </p:grpSpPr>
              <p:sp>
                <p:nvSpPr>
                  <p:cNvPr id="124" name="矩形 123">
                    <a:extLst>
                      <a:ext uri="{FF2B5EF4-FFF2-40B4-BE49-F238E27FC236}">
                        <a16:creationId xmlns:a16="http://schemas.microsoft.com/office/drawing/2014/main" id="{0EAB4739-A3A6-AE3E-767D-4113C16515C3}"/>
                      </a:ext>
                    </a:extLst>
                  </p:cNvPr>
                  <p:cNvSpPr/>
                  <p:nvPr/>
                </p:nvSpPr>
                <p:spPr>
                  <a:xfrm>
                    <a:off x="5505086" y="2352375"/>
                    <a:ext cx="578309" cy="58058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ED7CA543-9F34-2EB2-C835-54154C461285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694" y="2474823"/>
                    <a:ext cx="511294" cy="3577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Decrypt</a:t>
                    </a:r>
                    <a:endParaRPr lang="zh-CN" altLang="en-US" sz="140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文本框 112">
                      <a:extLst>
                        <a:ext uri="{FF2B5EF4-FFF2-40B4-BE49-F238E27FC236}">
                          <a16:creationId xmlns:a16="http://schemas.microsoft.com/office/drawing/2014/main" id="{40B7D95E-99CA-5097-4CDB-CB92EC8F19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59057" y="4293696"/>
                      <a:ext cx="5053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113" name="文本框 112">
                      <a:extLst>
                        <a:ext uri="{FF2B5EF4-FFF2-40B4-BE49-F238E27FC236}">
                          <a16:creationId xmlns:a16="http://schemas.microsoft.com/office/drawing/2014/main" id="{40B7D95E-99CA-5097-4CDB-CB92EC8F19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59057" y="4293696"/>
                      <a:ext cx="505314" cy="3385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8" name="连接符: 肘形 117">
                  <a:extLst>
                    <a:ext uri="{FF2B5EF4-FFF2-40B4-BE49-F238E27FC236}">
                      <a16:creationId xmlns:a16="http://schemas.microsoft.com/office/drawing/2014/main" id="{F4CFE06E-0717-B9C4-7E60-B78C2390B596}"/>
                    </a:ext>
                  </a:extLst>
                </p:cNvPr>
                <p:cNvCxnSpPr>
                  <a:cxnSpLocks/>
                  <a:stCxn id="113" idx="2"/>
                  <a:endCxn id="124" idx="1"/>
                </p:cNvCxnSpPr>
                <p:nvPr/>
              </p:nvCxnSpPr>
              <p:spPr>
                <a:xfrm rot="16200000" flipH="1">
                  <a:off x="5324922" y="4419042"/>
                  <a:ext cx="144413" cy="570828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8955104A-D8F9-1DA1-3D3C-66AEA542F08D}"/>
                  </a:ext>
                </a:extLst>
              </p:cNvPr>
              <p:cNvCxnSpPr>
                <a:cxnSpLocks/>
                <a:stCxn id="122" idx="4"/>
                <a:endCxn id="124" idx="0"/>
              </p:cNvCxnSpPr>
              <p:nvPr/>
            </p:nvCxnSpPr>
            <p:spPr>
              <a:xfrm>
                <a:off x="6233072" y="3557164"/>
                <a:ext cx="862" cy="482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4" name="连接符: 肘形 143">
              <a:extLst>
                <a:ext uri="{FF2B5EF4-FFF2-40B4-BE49-F238E27FC236}">
                  <a16:creationId xmlns:a16="http://schemas.microsoft.com/office/drawing/2014/main" id="{C968085B-C274-0F69-CF17-BED001F5CB0D}"/>
                </a:ext>
              </a:extLst>
            </p:cNvPr>
            <p:cNvCxnSpPr>
              <a:cxnSpLocks/>
              <a:stCxn id="145" idx="2"/>
              <a:endCxn id="115" idx="1"/>
            </p:cNvCxnSpPr>
            <p:nvPr/>
          </p:nvCxnSpPr>
          <p:spPr>
            <a:xfrm rot="16200000" flipH="1">
              <a:off x="5463540" y="4535477"/>
              <a:ext cx="151360" cy="893884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B1B2C5A1-95A0-67C4-C85A-D06711AB9F24}"/>
                    </a:ext>
                  </a:extLst>
                </p:cNvPr>
                <p:cNvSpPr txBox="1"/>
                <p:nvPr/>
              </p:nvSpPr>
              <p:spPr>
                <a:xfrm>
                  <a:off x="4839621" y="4568185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𝐼𝑉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B1B2C5A1-95A0-67C4-C85A-D06711AB9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9621" y="4568185"/>
                  <a:ext cx="505314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连接符: 肘形 149">
              <a:extLst>
                <a:ext uri="{FF2B5EF4-FFF2-40B4-BE49-F238E27FC236}">
                  <a16:creationId xmlns:a16="http://schemas.microsoft.com/office/drawing/2014/main" id="{606C3D3D-EE03-2BA1-4E82-FC3849A4F23F}"/>
                </a:ext>
              </a:extLst>
            </p:cNvPr>
            <p:cNvCxnSpPr>
              <a:cxnSpLocks/>
              <a:stCxn id="123" idx="3"/>
              <a:endCxn id="166" idx="1"/>
            </p:cNvCxnSpPr>
            <p:nvPr/>
          </p:nvCxnSpPr>
          <p:spPr>
            <a:xfrm>
              <a:off x="6824398" y="3402923"/>
              <a:ext cx="1558223" cy="1655088"/>
            </a:xfrm>
            <a:prstGeom prst="bentConnector3">
              <a:avLst>
                <a:gd name="adj1" fmla="val 20084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A4177020-4045-2F10-B226-D082DA005C35}"/>
                </a:ext>
              </a:extLst>
            </p:cNvPr>
            <p:cNvGrpSpPr/>
            <p:nvPr/>
          </p:nvGrpSpPr>
          <p:grpSpPr>
            <a:xfrm>
              <a:off x="7236080" y="3248593"/>
              <a:ext cx="1984777" cy="2581047"/>
              <a:chOff x="4839621" y="3248681"/>
              <a:chExt cx="1984777" cy="2581047"/>
            </a:xfrm>
          </p:grpSpPr>
          <p:grpSp>
            <p:nvGrpSpPr>
              <p:cNvPr id="155" name="组合 154">
                <a:extLst>
                  <a:ext uri="{FF2B5EF4-FFF2-40B4-BE49-F238E27FC236}">
                    <a16:creationId xmlns:a16="http://schemas.microsoft.com/office/drawing/2014/main" id="{9BD892B2-03E8-D29A-D28C-894820F09284}"/>
                  </a:ext>
                </a:extLst>
              </p:cNvPr>
              <p:cNvGrpSpPr/>
              <p:nvPr/>
            </p:nvGrpSpPr>
            <p:grpSpPr>
              <a:xfrm>
                <a:off x="5709187" y="3248681"/>
                <a:ext cx="1115211" cy="308483"/>
                <a:chOff x="6063374" y="2819197"/>
                <a:chExt cx="1343512" cy="311500"/>
              </a:xfrm>
            </p:grpSpPr>
            <p:sp>
              <p:nvSpPr>
                <p:cNvPr id="170" name="流程图: 数据 169">
                  <a:extLst>
                    <a:ext uri="{FF2B5EF4-FFF2-40B4-BE49-F238E27FC236}">
                      <a16:creationId xmlns:a16="http://schemas.microsoft.com/office/drawing/2014/main" id="{014A8E41-DEEE-8C88-492E-57BAEF4A7657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1" name="文本框 170">
                      <a:extLst>
                        <a:ext uri="{FF2B5EF4-FFF2-40B4-BE49-F238E27FC236}">
                          <a16:creationId xmlns:a16="http://schemas.microsoft.com/office/drawing/2014/main" id="{D5CE40BA-8B56-9802-6F7B-3FECD73ED3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171" name="文本框 170">
                      <a:extLst>
                        <a:ext uri="{FF2B5EF4-FFF2-40B4-BE49-F238E27FC236}">
                          <a16:creationId xmlns:a16="http://schemas.microsoft.com/office/drawing/2014/main" id="{D5CE40BA-8B56-9802-6F7B-3FECD73ED3F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4623" y="2819198"/>
                      <a:ext cx="1262263" cy="3114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6" name="组合 155">
                <a:extLst>
                  <a:ext uri="{FF2B5EF4-FFF2-40B4-BE49-F238E27FC236}">
                    <a16:creationId xmlns:a16="http://schemas.microsoft.com/office/drawing/2014/main" id="{0B300CD8-C7BF-7DEA-2C9B-63ADEF74EFA4}"/>
                  </a:ext>
                </a:extLst>
              </p:cNvPr>
              <p:cNvGrpSpPr/>
              <p:nvPr/>
            </p:nvGrpSpPr>
            <p:grpSpPr>
              <a:xfrm>
                <a:off x="5709187" y="5521245"/>
                <a:ext cx="1092531" cy="308483"/>
                <a:chOff x="6063374" y="2819197"/>
                <a:chExt cx="1316189" cy="311500"/>
              </a:xfrm>
            </p:grpSpPr>
            <p:sp>
              <p:nvSpPr>
                <p:cNvPr id="168" name="流程图: 数据 167">
                  <a:extLst>
                    <a:ext uri="{FF2B5EF4-FFF2-40B4-BE49-F238E27FC236}">
                      <a16:creationId xmlns:a16="http://schemas.microsoft.com/office/drawing/2014/main" id="{7CDC4C37-4B70-F26E-C04C-37D9D3C8F9EA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9" name="文本框 168">
                      <a:extLst>
                        <a:ext uri="{FF2B5EF4-FFF2-40B4-BE49-F238E27FC236}">
                          <a16:creationId xmlns:a16="http://schemas.microsoft.com/office/drawing/2014/main" id="{81BE78FB-EF91-DD61-B652-FA9CCBAAD5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17299" y="2819198"/>
                      <a:ext cx="1262264" cy="311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169" name="文本框 168">
                      <a:extLst>
                        <a:ext uri="{FF2B5EF4-FFF2-40B4-BE49-F238E27FC236}">
                          <a16:creationId xmlns:a16="http://schemas.microsoft.com/office/drawing/2014/main" id="{81BE78FB-EF91-DD61-B652-FA9CCBAAD5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17299" y="2819198"/>
                      <a:ext cx="1262264" cy="3114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7" name="组合 156">
                <a:extLst>
                  <a:ext uri="{FF2B5EF4-FFF2-40B4-BE49-F238E27FC236}">
                    <a16:creationId xmlns:a16="http://schemas.microsoft.com/office/drawing/2014/main" id="{1DE22D94-6870-1975-D56A-D0E5F03B90BD}"/>
                  </a:ext>
                </a:extLst>
              </p:cNvPr>
              <p:cNvGrpSpPr/>
              <p:nvPr/>
            </p:nvGrpSpPr>
            <p:grpSpPr>
              <a:xfrm>
                <a:off x="5986162" y="4539117"/>
                <a:ext cx="493820" cy="982128"/>
                <a:chOff x="6006660" y="3316707"/>
                <a:chExt cx="493820" cy="982128"/>
              </a:xfrm>
            </p:grpSpPr>
            <p:cxnSp>
              <p:nvCxnSpPr>
                <p:cNvPr id="165" name="直接箭头连接符 164">
                  <a:extLst>
                    <a:ext uri="{FF2B5EF4-FFF2-40B4-BE49-F238E27FC236}">
                      <a16:creationId xmlns:a16="http://schemas.microsoft.com/office/drawing/2014/main" id="{24468457-CCE7-C496-519A-24E23CB31C66}"/>
                    </a:ext>
                  </a:extLst>
                </p:cNvPr>
                <p:cNvCxnSpPr>
                  <a:cxnSpLocks/>
                  <a:stCxn id="163" idx="2"/>
                  <a:endCxn id="166" idx="0"/>
                </p:cNvCxnSpPr>
                <p:nvPr/>
              </p:nvCxnSpPr>
              <p:spPr>
                <a:xfrm flipH="1">
                  <a:off x="6253570" y="3316707"/>
                  <a:ext cx="862" cy="2881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3FFD17BC-BD4E-90C0-A1A2-490D7F336D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6660" y="3604856"/>
                      <a:ext cx="49382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sz="2400"/>
                    </a:p>
                  </p:txBody>
                </p:sp>
              </mc:Choice>
              <mc:Fallback xmlns="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3FFD17BC-BD4E-90C0-A1A2-490D7F336D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6660" y="3604856"/>
                      <a:ext cx="493820" cy="461665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7407" r="-7407" b="-10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7" name="直接箭头连接符 166">
                  <a:extLst>
                    <a:ext uri="{FF2B5EF4-FFF2-40B4-BE49-F238E27FC236}">
                      <a16:creationId xmlns:a16="http://schemas.microsoft.com/office/drawing/2014/main" id="{ABB6072E-6708-AAC5-00F6-7E3DEB1619B4}"/>
                    </a:ext>
                  </a:extLst>
                </p:cNvPr>
                <p:cNvCxnSpPr>
                  <a:cxnSpLocks/>
                  <a:stCxn id="166" idx="2"/>
                  <a:endCxn id="168" idx="1"/>
                </p:cNvCxnSpPr>
                <p:nvPr/>
              </p:nvCxnSpPr>
              <p:spPr>
                <a:xfrm>
                  <a:off x="6253570" y="4066521"/>
                  <a:ext cx="0" cy="23231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76BF1805-0F93-EA12-EBB5-2CC85F75CD8F}"/>
                  </a:ext>
                </a:extLst>
              </p:cNvPr>
              <p:cNvGrpSpPr/>
              <p:nvPr/>
            </p:nvGrpSpPr>
            <p:grpSpPr>
              <a:xfrm>
                <a:off x="4839621" y="3806383"/>
                <a:ext cx="1965141" cy="732734"/>
                <a:chOff x="4859057" y="4293696"/>
                <a:chExt cx="1965141" cy="732734"/>
              </a:xfrm>
            </p:grpSpPr>
            <p:grpSp>
              <p:nvGrpSpPr>
                <p:cNvPr id="160" name="组合 159">
                  <a:extLst>
                    <a:ext uri="{FF2B5EF4-FFF2-40B4-BE49-F238E27FC236}">
                      <a16:creationId xmlns:a16="http://schemas.microsoft.com/office/drawing/2014/main" id="{33A7F511-F704-B212-724F-1D933DD4183C}"/>
                    </a:ext>
                  </a:extLst>
                </p:cNvPr>
                <p:cNvGrpSpPr/>
                <p:nvPr/>
              </p:nvGrpSpPr>
              <p:grpSpPr>
                <a:xfrm>
                  <a:off x="5682542" y="4526896"/>
                  <a:ext cx="1141656" cy="499534"/>
                  <a:chOff x="5505086" y="2352375"/>
                  <a:chExt cx="578309" cy="580584"/>
                </a:xfrm>
              </p:grpSpPr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3FD999D3-40D8-ED06-AFBE-3A0EE3078A33}"/>
                      </a:ext>
                    </a:extLst>
                  </p:cNvPr>
                  <p:cNvSpPr/>
                  <p:nvPr/>
                </p:nvSpPr>
                <p:spPr>
                  <a:xfrm>
                    <a:off x="5505086" y="2352375"/>
                    <a:ext cx="578309" cy="58058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90EDA30D-5958-BF5F-346A-5D3C335AC9C7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694" y="2474823"/>
                    <a:ext cx="511294" cy="3577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Decrypt</a:t>
                    </a:r>
                    <a:endParaRPr lang="zh-CN" altLang="en-US" sz="140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1" name="文本框 160">
                      <a:extLst>
                        <a:ext uri="{FF2B5EF4-FFF2-40B4-BE49-F238E27FC236}">
                          <a16:creationId xmlns:a16="http://schemas.microsoft.com/office/drawing/2014/main" id="{E2316FC5-37FC-EE9F-2A20-AFE74CCA31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59057" y="4293696"/>
                      <a:ext cx="5053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161" name="文本框 160">
                      <a:extLst>
                        <a:ext uri="{FF2B5EF4-FFF2-40B4-BE49-F238E27FC236}">
                          <a16:creationId xmlns:a16="http://schemas.microsoft.com/office/drawing/2014/main" id="{E2316FC5-37FC-EE9F-2A20-AFE74CCA31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59057" y="4293696"/>
                      <a:ext cx="505314" cy="338554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2" name="连接符: 肘形 161">
                  <a:extLst>
                    <a:ext uri="{FF2B5EF4-FFF2-40B4-BE49-F238E27FC236}">
                      <a16:creationId xmlns:a16="http://schemas.microsoft.com/office/drawing/2014/main" id="{C9D67BD8-1E41-D293-1E8C-4F8DBF107621}"/>
                    </a:ext>
                  </a:extLst>
                </p:cNvPr>
                <p:cNvCxnSpPr>
                  <a:cxnSpLocks/>
                  <a:stCxn id="161" idx="2"/>
                  <a:endCxn id="163" idx="1"/>
                </p:cNvCxnSpPr>
                <p:nvPr/>
              </p:nvCxnSpPr>
              <p:spPr>
                <a:xfrm rot="16200000" flipH="1">
                  <a:off x="5324922" y="4419042"/>
                  <a:ext cx="144413" cy="570828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DE9B8BBA-1FE2-E35A-C694-BD5CBC272E4D}"/>
                  </a:ext>
                </a:extLst>
              </p:cNvPr>
              <p:cNvCxnSpPr>
                <a:cxnSpLocks/>
                <a:stCxn id="170" idx="4"/>
                <a:endCxn id="163" idx="0"/>
              </p:cNvCxnSpPr>
              <p:nvPr/>
            </p:nvCxnSpPr>
            <p:spPr>
              <a:xfrm>
                <a:off x="6233072" y="3557164"/>
                <a:ext cx="862" cy="482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4" name="连接符: 肘形 183">
              <a:extLst>
                <a:ext uri="{FF2B5EF4-FFF2-40B4-BE49-F238E27FC236}">
                  <a16:creationId xmlns:a16="http://schemas.microsoft.com/office/drawing/2014/main" id="{CF38FF7D-2384-9F9B-649B-F2E6D932899B}"/>
                </a:ext>
              </a:extLst>
            </p:cNvPr>
            <p:cNvCxnSpPr>
              <a:cxnSpLocks/>
              <a:stCxn id="171" idx="3"/>
              <a:endCxn id="185" idx="0"/>
            </p:cNvCxnSpPr>
            <p:nvPr/>
          </p:nvCxnSpPr>
          <p:spPr>
            <a:xfrm>
              <a:off x="9220857" y="3402835"/>
              <a:ext cx="298535" cy="390703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29D12F04-DD2F-6D80-892A-B1F0D63056A3}"/>
                    </a:ext>
                  </a:extLst>
                </p:cNvPr>
                <p:cNvSpPr txBox="1"/>
                <p:nvPr/>
              </p:nvSpPr>
              <p:spPr>
                <a:xfrm>
                  <a:off x="9034016" y="3793538"/>
                  <a:ext cx="9707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sz="2000" b="1"/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29D12F04-DD2F-6D80-892A-B1F0D6305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16" y="3793538"/>
                  <a:ext cx="970751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5AD2D55B-46B5-2E73-72E7-B80DD69ECDC5}"/>
              </a:ext>
            </a:extLst>
          </p:cNvPr>
          <p:cNvCxnSpPr>
            <a:cxnSpLocks/>
          </p:cNvCxnSpPr>
          <p:nvPr/>
        </p:nvCxnSpPr>
        <p:spPr>
          <a:xfrm>
            <a:off x="5495365" y="531329"/>
            <a:ext cx="0" cy="266322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EC83208B-2E06-9E74-3315-5CA3D861C559}"/>
              </a:ext>
            </a:extLst>
          </p:cNvPr>
          <p:cNvSpPr txBox="1"/>
          <p:nvPr/>
        </p:nvSpPr>
        <p:spPr>
          <a:xfrm>
            <a:off x="6808855" y="6581001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CBC-</a:t>
            </a: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endParaRPr lang="en-US" altLang="zh-CN" sz="1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252EFD4-9F0B-D89E-3BAA-F4FD279CD267}"/>
                  </a:ext>
                </a:extLst>
              </p:cNvPr>
              <p:cNvSpPr txBox="1"/>
              <p:nvPr/>
            </p:nvSpPr>
            <p:spPr>
              <a:xfrm>
                <a:off x="3782825" y="4113796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252EFD4-9F0B-D89E-3BAA-F4FD279CD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825" y="4113796"/>
                <a:ext cx="493820" cy="461665"/>
              </a:xfrm>
              <a:prstGeom prst="rect">
                <a:avLst/>
              </a:prstGeom>
              <a:blipFill>
                <a:blip r:embed="rId21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3E2C255-DB14-2B44-A261-CE24E5514BA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935231" y="4344628"/>
            <a:ext cx="847594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79D8CBF-A873-9E9A-84CF-A1D850212557}"/>
                  </a:ext>
                </a:extLst>
              </p:cNvPr>
              <p:cNvSpPr txBox="1"/>
              <p:nvPr/>
            </p:nvSpPr>
            <p:spPr>
              <a:xfrm>
                <a:off x="2595777" y="4138584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79D8CBF-A873-9E9A-84CF-A1D85021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77" y="4138584"/>
                <a:ext cx="505314" cy="3393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96CD5C5B-69D2-1F16-99B4-7EAA5CDE5CB5}"/>
              </a:ext>
            </a:extLst>
          </p:cNvPr>
          <p:cNvGrpSpPr/>
          <p:nvPr/>
        </p:nvGrpSpPr>
        <p:grpSpPr>
          <a:xfrm>
            <a:off x="2620862" y="5029235"/>
            <a:ext cx="1984335" cy="499534"/>
            <a:chOff x="6801304" y="2030622"/>
            <a:chExt cx="1984335" cy="49953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0FA8280-3AF8-37D1-5F84-EADC43D0A337}"/>
                </a:ext>
              </a:extLst>
            </p:cNvPr>
            <p:cNvGrpSpPr/>
            <p:nvPr/>
          </p:nvGrpSpPr>
          <p:grpSpPr>
            <a:xfrm>
              <a:off x="6801304" y="2030622"/>
              <a:ext cx="1984335" cy="499534"/>
              <a:chOff x="226716" y="1608227"/>
              <a:chExt cx="1984335" cy="499534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AEB8B3B2-1B7D-A553-6D4A-82E6C5421F4D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4E30CFD3-1D23-E7CD-975E-83D4C0BD4AC0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1B37BD5-8216-AA78-7D98-3ADA1360D638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EFE775A-AC14-EF7D-DD57-800D69AD3704}"/>
                      </a:ext>
                    </a:extLst>
                  </p:cNvPr>
                  <p:cNvSpPr txBox="1"/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EFE775A-AC14-EF7D-DD57-800D69AD37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2D39629-1073-101C-64BE-951170715E43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7120307" y="2280389"/>
              <a:ext cx="5236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12C270-785C-811E-E4BB-27CEF4E5BD31}"/>
              </a:ext>
            </a:extLst>
          </p:cNvPr>
          <p:cNvCxnSpPr>
            <a:cxnSpLocks/>
            <a:stCxn id="2" idx="2"/>
            <a:endCxn id="26" idx="0"/>
          </p:cNvCxnSpPr>
          <p:nvPr/>
        </p:nvCxnSpPr>
        <p:spPr>
          <a:xfrm>
            <a:off x="4029735" y="4575461"/>
            <a:ext cx="4634" cy="4537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993E24D-4601-0FC5-937B-F3607DD06E33}"/>
                  </a:ext>
                </a:extLst>
              </p:cNvPr>
              <p:cNvSpPr txBox="1"/>
              <p:nvPr/>
            </p:nvSpPr>
            <p:spPr>
              <a:xfrm>
                <a:off x="3782825" y="5982543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993E24D-4601-0FC5-937B-F3607DD06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825" y="5982543"/>
                <a:ext cx="505314" cy="33938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809ABE8-54B7-0483-A17E-F70CF25F2F23}"/>
              </a:ext>
            </a:extLst>
          </p:cNvPr>
          <p:cNvCxnSpPr>
            <a:cxnSpLocks/>
            <a:stCxn id="29" idx="3"/>
            <a:endCxn id="2" idx="0"/>
          </p:cNvCxnSpPr>
          <p:nvPr/>
        </p:nvCxnSpPr>
        <p:spPr>
          <a:xfrm flipH="1" flipV="1">
            <a:off x="4029735" y="4113796"/>
            <a:ext cx="258404" cy="2038441"/>
          </a:xfrm>
          <a:prstGeom prst="bentConnector4">
            <a:avLst>
              <a:gd name="adj1" fmla="val -324376"/>
              <a:gd name="adj2" fmla="val 111214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690CDDA-F139-2B58-9F5F-9ADFCF2B89DC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4034369" y="5528769"/>
            <a:ext cx="1113" cy="4537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79C06CA-25A2-B727-26BC-07A46EEF8752}"/>
                  </a:ext>
                </a:extLst>
              </p:cNvPr>
              <p:cNvSpPr txBox="1"/>
              <p:nvPr/>
            </p:nvSpPr>
            <p:spPr>
              <a:xfrm>
                <a:off x="7302951" y="5359766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79C06CA-25A2-B727-26BC-07A46EEF8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951" y="5359766"/>
                <a:ext cx="493820" cy="461665"/>
              </a:xfrm>
              <a:prstGeom prst="rect">
                <a:avLst/>
              </a:prstGeom>
              <a:blipFill>
                <a:blip r:embed="rId25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9C333CB-51E6-09AA-93DC-76299A72A513}"/>
              </a:ext>
            </a:extLst>
          </p:cNvPr>
          <p:cNvCxnSpPr>
            <a:cxnSpLocks/>
            <a:stCxn id="62" idx="3"/>
            <a:endCxn id="42" idx="1"/>
          </p:cNvCxnSpPr>
          <p:nvPr/>
        </p:nvCxnSpPr>
        <p:spPr>
          <a:xfrm>
            <a:off x="6661113" y="5585962"/>
            <a:ext cx="641838" cy="46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517FC52-E92D-2AAF-6FAF-D4018DF7619D}"/>
                  </a:ext>
                </a:extLst>
              </p:cNvPr>
              <p:cNvSpPr txBox="1"/>
              <p:nvPr/>
            </p:nvSpPr>
            <p:spPr>
              <a:xfrm>
                <a:off x="7297204" y="6206377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517FC52-E92D-2AAF-6FAF-D4018DF76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204" y="6206377"/>
                <a:ext cx="505314" cy="33938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1C798E27-4722-0594-5A25-83DBB9702568}"/>
              </a:ext>
            </a:extLst>
          </p:cNvPr>
          <p:cNvGrpSpPr/>
          <p:nvPr/>
        </p:nvGrpSpPr>
        <p:grpSpPr>
          <a:xfrm>
            <a:off x="6139743" y="4404314"/>
            <a:ext cx="1984335" cy="499534"/>
            <a:chOff x="6801304" y="2030622"/>
            <a:chExt cx="1984335" cy="499534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60941CA9-4BC2-A303-97F4-9001FF546B63}"/>
                </a:ext>
              </a:extLst>
            </p:cNvPr>
            <p:cNvGrpSpPr/>
            <p:nvPr/>
          </p:nvGrpSpPr>
          <p:grpSpPr>
            <a:xfrm>
              <a:off x="6801304" y="2030622"/>
              <a:ext cx="1984335" cy="499534"/>
              <a:chOff x="226716" y="1608227"/>
              <a:chExt cx="1984335" cy="499534"/>
            </a:xfrm>
          </p:grpSpPr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154F008F-4304-25AE-90CF-9AD42414A385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E9D9395A-FE2F-9F44-23E5-7AE09D70460A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FCAFCAE-7EE0-6FF4-086A-0C2BFC0979E0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Decrypt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4D2DE575-95D1-FF96-9959-33F0DBB74D6F}"/>
                      </a:ext>
                    </a:extLst>
                  </p:cNvPr>
                  <p:cNvSpPr txBox="1"/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4D2DE575-95D1-FF96-9959-33F0DBB74D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1FF6BA1-28E1-0735-F918-2C5A5B553984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>
              <a:off x="7120307" y="2280389"/>
              <a:ext cx="5236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BE3CEBD-A40A-C191-DB07-595A593647E6}"/>
                  </a:ext>
                </a:extLst>
              </p:cNvPr>
              <p:cNvSpPr txBox="1"/>
              <p:nvPr/>
            </p:nvSpPr>
            <p:spPr>
              <a:xfrm>
                <a:off x="7301706" y="3520447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BE3CEBD-A40A-C191-DB07-595A5936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706" y="3520447"/>
                <a:ext cx="505314" cy="33938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2F1FD6D-F205-B20D-84BF-DB0FDA7EACCC}"/>
              </a:ext>
            </a:extLst>
          </p:cNvPr>
          <p:cNvCxnSpPr>
            <a:cxnSpLocks/>
            <a:stCxn id="54" idx="2"/>
            <a:endCxn id="51" idx="0"/>
          </p:cNvCxnSpPr>
          <p:nvPr/>
        </p:nvCxnSpPr>
        <p:spPr>
          <a:xfrm flipH="1">
            <a:off x="7553250" y="3859835"/>
            <a:ext cx="1113" cy="5444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A6EADB6-2381-B4A2-BF75-928050702C80}"/>
                  </a:ext>
                </a:extLst>
              </p:cNvPr>
              <p:cNvSpPr txBox="1"/>
              <p:nvPr/>
            </p:nvSpPr>
            <p:spPr>
              <a:xfrm>
                <a:off x="6155799" y="5416268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A6EADB6-2381-B4A2-BF75-928050702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799" y="5416268"/>
                <a:ext cx="505314" cy="33938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BDC8C556-016B-A1F3-B3D3-8502AF62A60B}"/>
              </a:ext>
            </a:extLst>
          </p:cNvPr>
          <p:cNvCxnSpPr>
            <a:cxnSpLocks/>
            <a:stCxn id="51" idx="2"/>
            <a:endCxn id="42" idx="0"/>
          </p:cNvCxnSpPr>
          <p:nvPr/>
        </p:nvCxnSpPr>
        <p:spPr>
          <a:xfrm flipH="1">
            <a:off x="7549861" y="4903848"/>
            <a:ext cx="3389" cy="4559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5D4FA5F-8357-2BDD-DB21-ED056247D881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549861" y="5821431"/>
            <a:ext cx="0" cy="38494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522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2009699" y="5245967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CFB-</a:t>
            </a: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endParaRPr lang="en-US" altLang="zh-CN" sz="1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5AD2D55B-46B5-2E73-72E7-B80DD69ECDC5}"/>
              </a:ext>
            </a:extLst>
          </p:cNvPr>
          <p:cNvCxnSpPr>
            <a:cxnSpLocks/>
          </p:cNvCxnSpPr>
          <p:nvPr/>
        </p:nvCxnSpPr>
        <p:spPr>
          <a:xfrm>
            <a:off x="5996890" y="2041604"/>
            <a:ext cx="0" cy="266322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4B651AA6-C5CD-E53E-C0C2-867AA601DB17}"/>
              </a:ext>
            </a:extLst>
          </p:cNvPr>
          <p:cNvGrpSpPr/>
          <p:nvPr/>
        </p:nvGrpSpPr>
        <p:grpSpPr>
          <a:xfrm>
            <a:off x="235586" y="1382691"/>
            <a:ext cx="5426686" cy="3779038"/>
            <a:chOff x="235586" y="1382691"/>
            <a:chExt cx="5426686" cy="3779038"/>
          </a:xfrm>
        </p:grpSpPr>
        <p:cxnSp>
          <p:nvCxnSpPr>
            <p:cNvPr id="129" name="连接符: 肘形 128">
              <a:extLst>
                <a:ext uri="{FF2B5EF4-FFF2-40B4-BE49-F238E27FC236}">
                  <a16:creationId xmlns:a16="http://schemas.microsoft.com/office/drawing/2014/main" id="{B0FAA534-5FB4-71C5-E6F8-507BDFB96DBF}"/>
                </a:ext>
              </a:extLst>
            </p:cNvPr>
            <p:cNvCxnSpPr>
              <a:cxnSpLocks/>
              <a:stCxn id="140" idx="5"/>
              <a:endCxn id="202" idx="1"/>
            </p:cNvCxnSpPr>
            <p:nvPr/>
          </p:nvCxnSpPr>
          <p:spPr>
            <a:xfrm flipV="1">
              <a:off x="1543939" y="2067455"/>
              <a:ext cx="2773920" cy="2938301"/>
            </a:xfrm>
            <a:prstGeom prst="bentConnector4">
              <a:avLst>
                <a:gd name="adj1" fmla="val 30326"/>
                <a:gd name="adj2" fmla="val 138595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组合 214">
              <a:extLst>
                <a:ext uri="{FF2B5EF4-FFF2-40B4-BE49-F238E27FC236}">
                  <a16:creationId xmlns:a16="http://schemas.microsoft.com/office/drawing/2014/main" id="{79931ED4-58CB-7FD6-931A-E2F5FBC7A9FA}"/>
                </a:ext>
              </a:extLst>
            </p:cNvPr>
            <p:cNvGrpSpPr/>
            <p:nvPr/>
          </p:nvGrpSpPr>
          <p:grpSpPr>
            <a:xfrm>
              <a:off x="235586" y="2366043"/>
              <a:ext cx="2135270" cy="2795686"/>
              <a:chOff x="5859082" y="2543793"/>
              <a:chExt cx="2135270" cy="2795686"/>
            </a:xfrm>
          </p:grpSpPr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1F09F5DA-1A74-210D-5891-3883B2941BCC}"/>
                  </a:ext>
                </a:extLst>
              </p:cNvPr>
              <p:cNvGrpSpPr/>
              <p:nvPr/>
            </p:nvGrpSpPr>
            <p:grpSpPr>
              <a:xfrm>
                <a:off x="5894009" y="2655776"/>
                <a:ext cx="1880892" cy="710180"/>
                <a:chOff x="330159" y="1397581"/>
                <a:chExt cx="1880892" cy="710180"/>
              </a:xfrm>
            </p:grpSpPr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2C44F098-93F3-6DDB-FE30-71A2C104B814}"/>
                    </a:ext>
                  </a:extLst>
                </p:cNvPr>
                <p:cNvGrpSpPr/>
                <p:nvPr/>
              </p:nvGrpSpPr>
              <p:grpSpPr>
                <a:xfrm>
                  <a:off x="1069395" y="1608227"/>
                  <a:ext cx="1141656" cy="499534"/>
                  <a:chOff x="5505086" y="2352375"/>
                  <a:chExt cx="578309" cy="580584"/>
                </a:xfrm>
              </p:grpSpPr>
              <p:sp>
                <p:nvSpPr>
                  <p:cNvPr id="63" name="矩形 62">
                    <a:extLst>
                      <a:ext uri="{FF2B5EF4-FFF2-40B4-BE49-F238E27FC236}">
                        <a16:creationId xmlns:a16="http://schemas.microsoft.com/office/drawing/2014/main" id="{CED830EA-68FA-6C7C-269A-072A91173334}"/>
                      </a:ext>
                    </a:extLst>
                  </p:cNvPr>
                  <p:cNvSpPr/>
                  <p:nvPr/>
                </p:nvSpPr>
                <p:spPr>
                  <a:xfrm>
                    <a:off x="5505086" y="2352375"/>
                    <a:ext cx="578309" cy="58058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AE27B492-3BE0-AD6F-5E01-3E05CE1BF415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694" y="2474823"/>
                    <a:ext cx="511294" cy="3577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Encrypt</a:t>
                    </a:r>
                    <a:endParaRPr lang="zh-CN" altLang="en-US" sz="140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B79E820B-CB67-3847-C56B-A41D7C1930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59" y="1397581"/>
                      <a:ext cx="5053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B79E820B-CB67-3847-C56B-A41D7C1930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59" y="1397581"/>
                      <a:ext cx="505314" cy="338554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2" name="连接符: 肘形 61">
                  <a:extLst>
                    <a:ext uri="{FF2B5EF4-FFF2-40B4-BE49-F238E27FC236}">
                      <a16:creationId xmlns:a16="http://schemas.microsoft.com/office/drawing/2014/main" id="{14027EA9-5814-51C1-8E13-51F14F92AB55}"/>
                    </a:ext>
                  </a:extLst>
                </p:cNvPr>
                <p:cNvCxnSpPr>
                  <a:cxnSpLocks/>
                  <a:stCxn id="61" idx="2"/>
                  <a:endCxn id="63" idx="1"/>
                </p:cNvCxnSpPr>
                <p:nvPr/>
              </p:nvCxnSpPr>
              <p:spPr>
                <a:xfrm rot="16200000" flipH="1">
                  <a:off x="765176" y="1553774"/>
                  <a:ext cx="121859" cy="486579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377C5D68-E3A8-8EDD-C9C1-B58F0D8E688E}"/>
                  </a:ext>
                </a:extLst>
              </p:cNvPr>
              <p:cNvCxnSpPr>
                <a:cxnSpLocks/>
                <a:stCxn id="63" idx="2"/>
              </p:cNvCxnSpPr>
              <p:nvPr/>
            </p:nvCxnSpPr>
            <p:spPr>
              <a:xfrm>
                <a:off x="7204073" y="3365956"/>
                <a:ext cx="0" cy="3515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76B71914-DDAA-9935-078D-1896A29ACE47}"/>
                      </a:ext>
                    </a:extLst>
                  </p:cNvPr>
                  <p:cNvSpPr txBox="1"/>
                  <p:nvPr/>
                </p:nvSpPr>
                <p:spPr>
                  <a:xfrm>
                    <a:off x="6657702" y="4318150"/>
                    <a:ext cx="4938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76B71914-DDAA-9935-078D-1896A29ACE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57702" y="4318150"/>
                    <a:ext cx="49382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8642" r="-6173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6209C1B4-1315-8912-C813-AEF0E7FE4FC4}"/>
                  </a:ext>
                </a:extLst>
              </p:cNvPr>
              <p:cNvCxnSpPr>
                <a:cxnSpLocks/>
                <a:stCxn id="66" idx="2"/>
              </p:cNvCxnSpPr>
              <p:nvPr/>
            </p:nvCxnSpPr>
            <p:spPr>
              <a:xfrm>
                <a:off x="6904612" y="4779815"/>
                <a:ext cx="1" cy="226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连接符: 肘形 68">
                <a:extLst>
                  <a:ext uri="{FF2B5EF4-FFF2-40B4-BE49-F238E27FC236}">
                    <a16:creationId xmlns:a16="http://schemas.microsoft.com/office/drawing/2014/main" id="{48B5B1F7-BAFD-B01E-329A-01A47A0A36FC}"/>
                  </a:ext>
                </a:extLst>
              </p:cNvPr>
              <p:cNvCxnSpPr>
                <a:cxnSpLocks/>
                <a:stCxn id="74" idx="3"/>
                <a:endCxn id="66" idx="1"/>
              </p:cNvCxnSpPr>
              <p:nvPr/>
            </p:nvCxnSpPr>
            <p:spPr>
              <a:xfrm rot="16200000" flipH="1">
                <a:off x="6286164" y="4177445"/>
                <a:ext cx="194004" cy="54907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2B10A3DB-AC81-E712-22B8-33A30F7B5BB9}"/>
                  </a:ext>
                </a:extLst>
              </p:cNvPr>
              <p:cNvGrpSpPr/>
              <p:nvPr/>
            </p:nvGrpSpPr>
            <p:grpSpPr>
              <a:xfrm>
                <a:off x="5859082" y="4035140"/>
                <a:ext cx="673897" cy="319840"/>
                <a:chOff x="6371344" y="2815265"/>
                <a:chExt cx="1363466" cy="322967"/>
              </a:xfrm>
            </p:grpSpPr>
            <p:sp>
              <p:nvSpPr>
                <p:cNvPr id="74" name="流程图: 数据 73">
                  <a:extLst>
                    <a:ext uri="{FF2B5EF4-FFF2-40B4-BE49-F238E27FC236}">
                      <a16:creationId xmlns:a16="http://schemas.microsoft.com/office/drawing/2014/main" id="{2074D422-4A5D-385D-B44E-2DBC7951F2B2}"/>
                    </a:ext>
                  </a:extLst>
                </p:cNvPr>
                <p:cNvSpPr/>
                <p:nvPr/>
              </p:nvSpPr>
              <p:spPr>
                <a:xfrm>
                  <a:off x="6371344" y="2826732"/>
                  <a:ext cx="1262264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文本框 74">
                      <a:extLst>
                        <a:ext uri="{FF2B5EF4-FFF2-40B4-BE49-F238E27FC236}">
                          <a16:creationId xmlns:a16="http://schemas.microsoft.com/office/drawing/2014/main" id="{C3B8F91D-644F-7CC8-54BF-4C008D4255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72546" y="2815265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75" name="文本框 74">
                      <a:extLst>
                        <a:ext uri="{FF2B5EF4-FFF2-40B4-BE49-F238E27FC236}">
                          <a16:creationId xmlns:a16="http://schemas.microsoft.com/office/drawing/2014/main" id="{C3B8F91D-644F-7CC8-54BF-4C008D4255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2546" y="2815265"/>
                      <a:ext cx="1262264" cy="3107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BEAB0CE3-4469-2172-4F81-8C19ED147348}"/>
                  </a:ext>
                </a:extLst>
              </p:cNvPr>
              <p:cNvCxnSpPr>
                <a:cxnSpLocks/>
                <a:stCxn id="210" idx="3"/>
                <a:endCxn id="63" idx="0"/>
              </p:cNvCxnSpPr>
              <p:nvPr/>
            </p:nvCxnSpPr>
            <p:spPr>
              <a:xfrm>
                <a:off x="7201179" y="2543793"/>
                <a:ext cx="2894" cy="32262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6FC0CFC8-A43F-E62C-56E1-DA627D875E22}"/>
                  </a:ext>
                </a:extLst>
              </p:cNvPr>
              <p:cNvGrpSpPr/>
              <p:nvPr/>
            </p:nvGrpSpPr>
            <p:grpSpPr>
              <a:xfrm>
                <a:off x="6605946" y="5029264"/>
                <a:ext cx="645665" cy="310215"/>
                <a:chOff x="6063374" y="2819197"/>
                <a:chExt cx="1306347" cy="313248"/>
              </a:xfrm>
            </p:grpSpPr>
            <p:sp>
              <p:nvSpPr>
                <p:cNvPr id="140" name="流程图: 数据 139">
                  <a:extLst>
                    <a:ext uri="{FF2B5EF4-FFF2-40B4-BE49-F238E27FC236}">
                      <a16:creationId xmlns:a16="http://schemas.microsoft.com/office/drawing/2014/main" id="{2DAC251B-40D3-E80E-3D9E-F9B7862E0F21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文本框 140">
                      <a:extLst>
                        <a:ext uri="{FF2B5EF4-FFF2-40B4-BE49-F238E27FC236}">
                          <a16:creationId xmlns:a16="http://schemas.microsoft.com/office/drawing/2014/main" id="{91FD7757-C4BA-1E69-0B96-8EA0170310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7457" y="2821657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141" name="文本框 140">
                      <a:extLst>
                        <a:ext uri="{FF2B5EF4-FFF2-40B4-BE49-F238E27FC236}">
                          <a16:creationId xmlns:a16="http://schemas.microsoft.com/office/drawing/2014/main" id="{91FD7757-C4BA-1E69-0B96-8EA0170310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07457" y="2821657"/>
                      <a:ext cx="1262264" cy="3107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25529350-A5D1-8B0E-03E6-8B8FD69D8C84}"/>
                      </a:ext>
                    </a:extLst>
                  </p:cNvPr>
                  <p:cNvSpPr txBox="1"/>
                  <p:nvPr/>
                </p:nvSpPr>
                <p:spPr>
                  <a:xfrm>
                    <a:off x="7010372" y="4433183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25529350-A5D1-8B0E-03E6-8B8FD69D8C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0372" y="4433183"/>
                    <a:ext cx="764529" cy="2616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文本框 171">
                    <a:extLst>
                      <a:ext uri="{FF2B5EF4-FFF2-40B4-BE49-F238E27FC236}">
                        <a16:creationId xmlns:a16="http://schemas.microsoft.com/office/drawing/2014/main" id="{74DED798-A733-FA6E-5CF1-9155C3F3E809}"/>
                      </a:ext>
                    </a:extLst>
                  </p:cNvPr>
                  <p:cNvSpPr txBox="1"/>
                  <p:nvPr/>
                </p:nvSpPr>
                <p:spPr>
                  <a:xfrm>
                    <a:off x="7229823" y="2576088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172" name="文本框 171">
                    <a:extLst>
                      <a:ext uri="{FF2B5EF4-FFF2-40B4-BE49-F238E27FC236}">
                        <a16:creationId xmlns:a16="http://schemas.microsoft.com/office/drawing/2014/main" id="{74DED798-A733-FA6E-5CF1-9155C3F3E8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9823" y="2576088"/>
                    <a:ext cx="764529" cy="2616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6" name="组合 175">
                <a:extLst>
                  <a:ext uri="{FF2B5EF4-FFF2-40B4-BE49-F238E27FC236}">
                    <a16:creationId xmlns:a16="http://schemas.microsoft.com/office/drawing/2014/main" id="{EB36E414-5E15-941C-D9E9-F2A5948EE9A4}"/>
                  </a:ext>
                </a:extLst>
              </p:cNvPr>
              <p:cNvGrpSpPr/>
              <p:nvPr/>
            </p:nvGrpSpPr>
            <p:grpSpPr>
              <a:xfrm>
                <a:off x="6590704" y="3714594"/>
                <a:ext cx="1156275" cy="313222"/>
                <a:chOff x="6945168" y="1388081"/>
                <a:chExt cx="1156275" cy="313222"/>
              </a:xfrm>
            </p:grpSpPr>
            <p:grpSp>
              <p:nvGrpSpPr>
                <p:cNvPr id="146" name="组合 145">
                  <a:extLst>
                    <a:ext uri="{FF2B5EF4-FFF2-40B4-BE49-F238E27FC236}">
                      <a16:creationId xmlns:a16="http://schemas.microsoft.com/office/drawing/2014/main" id="{5925A9BA-3962-4E62-A8B1-E5E43512CADA}"/>
                    </a:ext>
                  </a:extLst>
                </p:cNvPr>
                <p:cNvGrpSpPr/>
                <p:nvPr/>
              </p:nvGrpSpPr>
              <p:grpSpPr>
                <a:xfrm>
                  <a:off x="6945168" y="1388081"/>
                  <a:ext cx="661576" cy="308484"/>
                  <a:chOff x="6063374" y="2819197"/>
                  <a:chExt cx="1338539" cy="311500"/>
                </a:xfrm>
              </p:grpSpPr>
              <p:sp>
                <p:nvSpPr>
                  <p:cNvPr id="147" name="流程图: 数据 146">
                    <a:extLst>
                      <a:ext uri="{FF2B5EF4-FFF2-40B4-BE49-F238E27FC236}">
                        <a16:creationId xmlns:a16="http://schemas.microsoft.com/office/drawing/2014/main" id="{26080BD3-D099-56E5-0D50-84E09E849C23}"/>
                      </a:ext>
                    </a:extLst>
                  </p:cNvPr>
                  <p:cNvSpPr/>
                  <p:nvPr/>
                </p:nvSpPr>
                <p:spPr>
                  <a:xfrm>
                    <a:off x="6063374" y="2819197"/>
                    <a:ext cx="1262265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8" name="文本框 147">
                        <a:extLst>
                          <a:ext uri="{FF2B5EF4-FFF2-40B4-BE49-F238E27FC236}">
                            <a16:creationId xmlns:a16="http://schemas.microsoft.com/office/drawing/2014/main" id="{945BAC40-208E-9660-2C0E-BAD13A98E57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50" b="0" i="1" smtClean="0">
                                  <a:latin typeface="Cambria Math" panose="02040503050406030204" pitchFamily="18" charset="0"/>
                                </a:rPr>
                                <m:t>𝑆𝑒𝑙𝑒𝑐𝑡</m:t>
                              </m:r>
                            </m:oMath>
                          </m:oMathPara>
                        </a14:m>
                        <a:endParaRPr lang="zh-CN" altLang="en-US" sz="1050"/>
                      </a:p>
                    </p:txBody>
                  </p:sp>
                </mc:Choice>
                <mc:Fallback xmlns="">
                  <p:sp>
                    <p:nvSpPr>
                      <p:cNvPr id="148" name="文本框 147">
                        <a:extLst>
                          <a:ext uri="{FF2B5EF4-FFF2-40B4-BE49-F238E27FC236}">
                            <a16:creationId xmlns:a16="http://schemas.microsoft.com/office/drawing/2014/main" id="{945BAC40-208E-9660-2C0E-BAD13A98E57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73" name="组合 172">
                  <a:extLst>
                    <a:ext uri="{FF2B5EF4-FFF2-40B4-BE49-F238E27FC236}">
                      <a16:creationId xmlns:a16="http://schemas.microsoft.com/office/drawing/2014/main" id="{DCCE67F6-9EA4-18D2-CB62-5CA13374EEBD}"/>
                    </a:ext>
                  </a:extLst>
                </p:cNvPr>
                <p:cNvGrpSpPr/>
                <p:nvPr/>
              </p:nvGrpSpPr>
              <p:grpSpPr>
                <a:xfrm>
                  <a:off x="7448591" y="1392819"/>
                  <a:ext cx="652852" cy="308484"/>
                  <a:chOff x="6082803" y="2826772"/>
                  <a:chExt cx="1320888" cy="311500"/>
                </a:xfrm>
              </p:grpSpPr>
              <p:sp>
                <p:nvSpPr>
                  <p:cNvPr id="174" name="流程图: 数据 173">
                    <a:extLst>
                      <a:ext uri="{FF2B5EF4-FFF2-40B4-BE49-F238E27FC236}">
                        <a16:creationId xmlns:a16="http://schemas.microsoft.com/office/drawing/2014/main" id="{28298EB9-29B0-A90D-48E8-22A0B61F2CC4}"/>
                      </a:ext>
                    </a:extLst>
                  </p:cNvPr>
                  <p:cNvSpPr/>
                  <p:nvPr/>
                </p:nvSpPr>
                <p:spPr>
                  <a:xfrm>
                    <a:off x="6082803" y="2826772"/>
                    <a:ext cx="1262266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5" name="文本框 174">
                        <a:extLst>
                          <a:ext uri="{FF2B5EF4-FFF2-40B4-BE49-F238E27FC236}">
                            <a16:creationId xmlns:a16="http://schemas.microsoft.com/office/drawing/2014/main" id="{2863E6F7-6C4A-889D-9266-F5B1007D66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𝐷𝑖𝑠𝑐𝑎𝑟𝑑</m:t>
                              </m:r>
                            </m:oMath>
                          </m:oMathPara>
                        </a14:m>
                        <a:endParaRPr lang="zh-CN" altLang="en-US" sz="1000"/>
                      </a:p>
                    </p:txBody>
                  </p:sp>
                </mc:Choice>
                <mc:Fallback xmlns="">
                  <p:sp>
                    <p:nvSpPr>
                      <p:cNvPr id="175" name="文本框 174">
                        <a:extLst>
                          <a:ext uri="{FF2B5EF4-FFF2-40B4-BE49-F238E27FC236}">
                            <a16:creationId xmlns:a16="http://schemas.microsoft.com/office/drawing/2014/main" id="{2863E6F7-6C4A-889D-9266-F5B1007D662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186" name="直接箭头连接符 185">
                <a:extLst>
                  <a:ext uri="{FF2B5EF4-FFF2-40B4-BE49-F238E27FC236}">
                    <a16:creationId xmlns:a16="http://schemas.microsoft.com/office/drawing/2014/main" id="{A065023C-7808-8077-1530-204E311B106A}"/>
                  </a:ext>
                </a:extLst>
              </p:cNvPr>
              <p:cNvCxnSpPr>
                <a:cxnSpLocks/>
                <a:stCxn id="147" idx="4"/>
                <a:endCxn id="66" idx="0"/>
              </p:cNvCxnSpPr>
              <p:nvPr/>
            </p:nvCxnSpPr>
            <p:spPr>
              <a:xfrm>
                <a:off x="6902643" y="4023078"/>
                <a:ext cx="1969" cy="2950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34015B6E-CAED-2573-EFEF-8325A4AB7064}"/>
                </a:ext>
              </a:extLst>
            </p:cNvPr>
            <p:cNvGrpSpPr/>
            <p:nvPr/>
          </p:nvGrpSpPr>
          <p:grpSpPr>
            <a:xfrm>
              <a:off x="1328132" y="2041604"/>
              <a:ext cx="681567" cy="324439"/>
              <a:chOff x="6063374" y="2803086"/>
              <a:chExt cx="1378986" cy="327611"/>
            </a:xfrm>
          </p:grpSpPr>
          <p:sp>
            <p:nvSpPr>
              <p:cNvPr id="210" name="流程图: 数据 209">
                <a:extLst>
                  <a:ext uri="{FF2B5EF4-FFF2-40B4-BE49-F238E27FC236}">
                    <a16:creationId xmlns:a16="http://schemas.microsoft.com/office/drawing/2014/main" id="{CD9C7A70-EDF3-1A59-192F-C0DC15170976}"/>
                  </a:ext>
                </a:extLst>
              </p:cNvPr>
              <p:cNvSpPr/>
              <p:nvPr/>
            </p:nvSpPr>
            <p:spPr>
              <a:xfrm>
                <a:off x="6063374" y="2819197"/>
                <a:ext cx="1262265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5425E5CD-95A9-1372-4AE6-BC66A47D2C68}"/>
                      </a:ext>
                    </a:extLst>
                  </p:cNvPr>
                  <p:cNvSpPr txBox="1"/>
                  <p:nvPr/>
                </p:nvSpPr>
                <p:spPr>
                  <a:xfrm>
                    <a:off x="6180096" y="2803086"/>
                    <a:ext cx="1262264" cy="311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5425E5CD-95A9-1372-4AE6-BC66A47D2C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0096" y="2803086"/>
                    <a:ext cx="1262264" cy="31149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7" name="连接符: 肘形 216">
              <a:extLst>
                <a:ext uri="{FF2B5EF4-FFF2-40B4-BE49-F238E27FC236}">
                  <a16:creationId xmlns:a16="http://schemas.microsoft.com/office/drawing/2014/main" id="{44ECAE4F-CB6F-FBA0-E2CE-E2090FA51F36}"/>
                </a:ext>
              </a:extLst>
            </p:cNvPr>
            <p:cNvCxnSpPr>
              <a:cxnSpLocks/>
              <a:stCxn id="211" idx="3"/>
              <a:endCxn id="196" idx="0"/>
            </p:cNvCxnSpPr>
            <p:nvPr/>
          </p:nvCxnSpPr>
          <p:spPr>
            <a:xfrm flipV="1">
              <a:off x="2009699" y="1433336"/>
              <a:ext cx="1797884" cy="762509"/>
            </a:xfrm>
            <a:prstGeom prst="bentConnector4">
              <a:avLst>
                <a:gd name="adj1" fmla="val 37834"/>
                <a:gd name="adj2" fmla="val 129980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ADF06776-40C7-F49A-9E0B-9DF29A340EEF}"/>
                </a:ext>
              </a:extLst>
            </p:cNvPr>
            <p:cNvCxnSpPr>
              <a:cxnSpLocks/>
              <a:stCxn id="196" idx="2"/>
              <a:endCxn id="204" idx="1"/>
            </p:cNvCxnSpPr>
            <p:nvPr/>
          </p:nvCxnSpPr>
          <p:spPr>
            <a:xfrm>
              <a:off x="3807583" y="1747544"/>
              <a:ext cx="6853" cy="31517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DA271D51-CC2E-D294-4C71-34FC0B21611A}"/>
                </a:ext>
              </a:extLst>
            </p:cNvPr>
            <p:cNvGrpSpPr/>
            <p:nvPr/>
          </p:nvGrpSpPr>
          <p:grpSpPr>
            <a:xfrm>
              <a:off x="2618960" y="2364312"/>
              <a:ext cx="2172604" cy="2795686"/>
              <a:chOff x="5821748" y="2543793"/>
              <a:chExt cx="2172604" cy="2795686"/>
            </a:xfrm>
          </p:grpSpPr>
          <p:grpSp>
            <p:nvGrpSpPr>
              <p:cNvPr id="252" name="组合 251">
                <a:extLst>
                  <a:ext uri="{FF2B5EF4-FFF2-40B4-BE49-F238E27FC236}">
                    <a16:creationId xmlns:a16="http://schemas.microsoft.com/office/drawing/2014/main" id="{22315263-2378-A303-E895-079E3578F4DD}"/>
                  </a:ext>
                </a:extLst>
              </p:cNvPr>
              <p:cNvGrpSpPr/>
              <p:nvPr/>
            </p:nvGrpSpPr>
            <p:grpSpPr>
              <a:xfrm>
                <a:off x="5888383" y="2657507"/>
                <a:ext cx="1886518" cy="708449"/>
                <a:chOff x="324533" y="1399312"/>
                <a:chExt cx="1886518" cy="708449"/>
              </a:xfrm>
            </p:grpSpPr>
            <p:grpSp>
              <p:nvGrpSpPr>
                <p:cNvPr id="274" name="组合 273">
                  <a:extLst>
                    <a:ext uri="{FF2B5EF4-FFF2-40B4-BE49-F238E27FC236}">
                      <a16:creationId xmlns:a16="http://schemas.microsoft.com/office/drawing/2014/main" id="{3085BABF-FF18-59CB-08C3-42B37808CA25}"/>
                    </a:ext>
                  </a:extLst>
                </p:cNvPr>
                <p:cNvGrpSpPr/>
                <p:nvPr/>
              </p:nvGrpSpPr>
              <p:grpSpPr>
                <a:xfrm>
                  <a:off x="1069395" y="1608227"/>
                  <a:ext cx="1141656" cy="499534"/>
                  <a:chOff x="5505086" y="2352375"/>
                  <a:chExt cx="578309" cy="580584"/>
                </a:xfrm>
              </p:grpSpPr>
              <p:sp>
                <p:nvSpPr>
                  <p:cNvPr id="277" name="矩形 276">
                    <a:extLst>
                      <a:ext uri="{FF2B5EF4-FFF2-40B4-BE49-F238E27FC236}">
                        <a16:creationId xmlns:a16="http://schemas.microsoft.com/office/drawing/2014/main" id="{F27E0726-2E21-383C-1786-918D0C20DBEC}"/>
                      </a:ext>
                    </a:extLst>
                  </p:cNvPr>
                  <p:cNvSpPr/>
                  <p:nvPr/>
                </p:nvSpPr>
                <p:spPr>
                  <a:xfrm>
                    <a:off x="5505086" y="2352375"/>
                    <a:ext cx="578309" cy="58058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8" name="文本框 277">
                    <a:extLst>
                      <a:ext uri="{FF2B5EF4-FFF2-40B4-BE49-F238E27FC236}">
                        <a16:creationId xmlns:a16="http://schemas.microsoft.com/office/drawing/2014/main" id="{D3305CEB-9528-9871-990D-C3360A712CC7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694" y="2474823"/>
                    <a:ext cx="511294" cy="3577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Encrypt</a:t>
                    </a:r>
                    <a:endParaRPr lang="zh-CN" altLang="en-US" sz="140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5" name="文本框 274">
                      <a:extLst>
                        <a:ext uri="{FF2B5EF4-FFF2-40B4-BE49-F238E27FC236}">
                          <a16:creationId xmlns:a16="http://schemas.microsoft.com/office/drawing/2014/main" id="{72DDFF69-D972-1627-F5F2-DCD3AA4F00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4533" y="1399312"/>
                      <a:ext cx="5053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275" name="文本框 274">
                      <a:extLst>
                        <a:ext uri="{FF2B5EF4-FFF2-40B4-BE49-F238E27FC236}">
                          <a16:creationId xmlns:a16="http://schemas.microsoft.com/office/drawing/2014/main" id="{72DDFF69-D972-1627-F5F2-DCD3AA4F00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4533" y="1399312"/>
                      <a:ext cx="505314" cy="33855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6" name="连接符: 肘形 275">
                  <a:extLst>
                    <a:ext uri="{FF2B5EF4-FFF2-40B4-BE49-F238E27FC236}">
                      <a16:creationId xmlns:a16="http://schemas.microsoft.com/office/drawing/2014/main" id="{C37D0C36-3D40-E70C-D2AB-FB0D9880C834}"/>
                    </a:ext>
                  </a:extLst>
                </p:cNvPr>
                <p:cNvCxnSpPr>
                  <a:cxnSpLocks/>
                  <a:stCxn id="275" idx="2"/>
                  <a:endCxn id="277" idx="1"/>
                </p:cNvCxnSpPr>
                <p:nvPr/>
              </p:nvCxnSpPr>
              <p:spPr>
                <a:xfrm rot="16200000" flipH="1">
                  <a:off x="763228" y="1551827"/>
                  <a:ext cx="120128" cy="49220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19453231-68E9-B97E-0A5E-E4E8092CC36E}"/>
                  </a:ext>
                </a:extLst>
              </p:cNvPr>
              <p:cNvCxnSpPr>
                <a:cxnSpLocks/>
                <a:stCxn id="277" idx="2"/>
              </p:cNvCxnSpPr>
              <p:nvPr/>
            </p:nvCxnSpPr>
            <p:spPr>
              <a:xfrm>
                <a:off x="7204073" y="3365956"/>
                <a:ext cx="0" cy="3515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4" name="文本框 253">
                    <a:extLst>
                      <a:ext uri="{FF2B5EF4-FFF2-40B4-BE49-F238E27FC236}">
                        <a16:creationId xmlns:a16="http://schemas.microsoft.com/office/drawing/2014/main" id="{4B77624A-9B41-FAA4-DB70-FEF9F173DA01}"/>
                      </a:ext>
                    </a:extLst>
                  </p:cNvPr>
                  <p:cNvSpPr txBox="1"/>
                  <p:nvPr/>
                </p:nvSpPr>
                <p:spPr>
                  <a:xfrm>
                    <a:off x="6657702" y="4318150"/>
                    <a:ext cx="4938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254" name="文本框 253">
                    <a:extLst>
                      <a:ext uri="{FF2B5EF4-FFF2-40B4-BE49-F238E27FC236}">
                        <a16:creationId xmlns:a16="http://schemas.microsoft.com/office/drawing/2014/main" id="{4B77624A-9B41-FAA4-DB70-FEF9F173DA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57702" y="4318150"/>
                    <a:ext cx="493820" cy="46166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642" r="-6173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5" name="直接箭头连接符 254">
                <a:extLst>
                  <a:ext uri="{FF2B5EF4-FFF2-40B4-BE49-F238E27FC236}">
                    <a16:creationId xmlns:a16="http://schemas.microsoft.com/office/drawing/2014/main" id="{1EF03C9B-3D88-D0DF-B015-9FD485095645}"/>
                  </a:ext>
                </a:extLst>
              </p:cNvPr>
              <p:cNvCxnSpPr>
                <a:cxnSpLocks/>
                <a:stCxn id="254" idx="2"/>
              </p:cNvCxnSpPr>
              <p:nvPr/>
            </p:nvCxnSpPr>
            <p:spPr>
              <a:xfrm>
                <a:off x="6904612" y="4779815"/>
                <a:ext cx="1" cy="226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连接符: 肘形 255">
                <a:extLst>
                  <a:ext uri="{FF2B5EF4-FFF2-40B4-BE49-F238E27FC236}">
                    <a16:creationId xmlns:a16="http://schemas.microsoft.com/office/drawing/2014/main" id="{FBC791A9-179E-2BC0-59DC-260D9D7D9214}"/>
                  </a:ext>
                </a:extLst>
              </p:cNvPr>
              <p:cNvCxnSpPr>
                <a:cxnSpLocks/>
                <a:stCxn id="272" idx="3"/>
                <a:endCxn id="254" idx="1"/>
              </p:cNvCxnSpPr>
              <p:nvPr/>
            </p:nvCxnSpPr>
            <p:spPr>
              <a:xfrm rot="16200000" flipH="1">
                <a:off x="6268363" y="4159644"/>
                <a:ext cx="192276" cy="586402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7" name="组合 256">
                <a:extLst>
                  <a:ext uri="{FF2B5EF4-FFF2-40B4-BE49-F238E27FC236}">
                    <a16:creationId xmlns:a16="http://schemas.microsoft.com/office/drawing/2014/main" id="{03119907-8477-1C70-3C10-DEF94BF7787C}"/>
                  </a:ext>
                </a:extLst>
              </p:cNvPr>
              <p:cNvGrpSpPr/>
              <p:nvPr/>
            </p:nvGrpSpPr>
            <p:grpSpPr>
              <a:xfrm>
                <a:off x="5821748" y="4048226"/>
                <a:ext cx="673921" cy="310854"/>
                <a:chOff x="6295816" y="2828478"/>
                <a:chExt cx="1363516" cy="313893"/>
              </a:xfrm>
            </p:grpSpPr>
            <p:sp>
              <p:nvSpPr>
                <p:cNvPr id="272" name="流程图: 数据 271">
                  <a:extLst>
                    <a:ext uri="{FF2B5EF4-FFF2-40B4-BE49-F238E27FC236}">
                      <a16:creationId xmlns:a16="http://schemas.microsoft.com/office/drawing/2014/main" id="{B9A7597B-0C0F-3C16-E479-6D8220933912}"/>
                    </a:ext>
                  </a:extLst>
                </p:cNvPr>
                <p:cNvSpPr/>
                <p:nvPr/>
              </p:nvSpPr>
              <p:spPr>
                <a:xfrm>
                  <a:off x="6295816" y="2828478"/>
                  <a:ext cx="1262264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3" name="文本框 272">
                      <a:extLst>
                        <a:ext uri="{FF2B5EF4-FFF2-40B4-BE49-F238E27FC236}">
                          <a16:creationId xmlns:a16="http://schemas.microsoft.com/office/drawing/2014/main" id="{FD75B82A-99C7-3E91-6ED2-2DCF1F386E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97068" y="2831583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273" name="文本框 272">
                      <a:extLst>
                        <a:ext uri="{FF2B5EF4-FFF2-40B4-BE49-F238E27FC236}">
                          <a16:creationId xmlns:a16="http://schemas.microsoft.com/office/drawing/2014/main" id="{FD75B82A-99C7-3E91-6ED2-2DCF1F386E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97068" y="2831583"/>
                      <a:ext cx="1262264" cy="3107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58" name="直接箭头连接符 257">
                <a:extLst>
                  <a:ext uri="{FF2B5EF4-FFF2-40B4-BE49-F238E27FC236}">
                    <a16:creationId xmlns:a16="http://schemas.microsoft.com/office/drawing/2014/main" id="{B4543230-91AB-DB23-441C-6CBEF11F08F4}"/>
                  </a:ext>
                </a:extLst>
              </p:cNvPr>
              <p:cNvCxnSpPr>
                <a:cxnSpLocks/>
                <a:endCxn id="277" idx="0"/>
              </p:cNvCxnSpPr>
              <p:nvPr/>
            </p:nvCxnSpPr>
            <p:spPr>
              <a:xfrm>
                <a:off x="7201179" y="2543793"/>
                <a:ext cx="2894" cy="32262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9" name="组合 258">
                <a:extLst>
                  <a:ext uri="{FF2B5EF4-FFF2-40B4-BE49-F238E27FC236}">
                    <a16:creationId xmlns:a16="http://schemas.microsoft.com/office/drawing/2014/main" id="{A8A7A965-A11F-8D46-1424-5DE4705A2AE1}"/>
                  </a:ext>
                </a:extLst>
              </p:cNvPr>
              <p:cNvGrpSpPr/>
              <p:nvPr/>
            </p:nvGrpSpPr>
            <p:grpSpPr>
              <a:xfrm>
                <a:off x="6605946" y="5029264"/>
                <a:ext cx="645665" cy="310215"/>
                <a:chOff x="6063374" y="2819197"/>
                <a:chExt cx="1306347" cy="313248"/>
              </a:xfrm>
            </p:grpSpPr>
            <p:sp>
              <p:nvSpPr>
                <p:cNvPr id="270" name="流程图: 数据 269">
                  <a:extLst>
                    <a:ext uri="{FF2B5EF4-FFF2-40B4-BE49-F238E27FC236}">
                      <a16:creationId xmlns:a16="http://schemas.microsoft.com/office/drawing/2014/main" id="{714CC38E-AD5F-FC96-E1BD-86242584328F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1" name="文本框 270">
                      <a:extLst>
                        <a:ext uri="{FF2B5EF4-FFF2-40B4-BE49-F238E27FC236}">
                          <a16:creationId xmlns:a16="http://schemas.microsoft.com/office/drawing/2014/main" id="{415BF5BF-E6FB-3E93-23F5-20C4EE39FE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7457" y="2821657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271" name="文本框 270">
                      <a:extLst>
                        <a:ext uri="{FF2B5EF4-FFF2-40B4-BE49-F238E27FC236}">
                          <a16:creationId xmlns:a16="http://schemas.microsoft.com/office/drawing/2014/main" id="{415BF5BF-E6FB-3E93-23F5-20C4EE39FE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07457" y="2821657"/>
                      <a:ext cx="1262264" cy="3107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文本框 259">
                    <a:extLst>
                      <a:ext uri="{FF2B5EF4-FFF2-40B4-BE49-F238E27FC236}">
                        <a16:creationId xmlns:a16="http://schemas.microsoft.com/office/drawing/2014/main" id="{C837C22E-685C-CAD2-5427-D4F8D063AF7C}"/>
                      </a:ext>
                    </a:extLst>
                  </p:cNvPr>
                  <p:cNvSpPr txBox="1"/>
                  <p:nvPr/>
                </p:nvSpPr>
                <p:spPr>
                  <a:xfrm>
                    <a:off x="7010372" y="4433183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260" name="文本框 259">
                    <a:extLst>
                      <a:ext uri="{FF2B5EF4-FFF2-40B4-BE49-F238E27FC236}">
                        <a16:creationId xmlns:a16="http://schemas.microsoft.com/office/drawing/2014/main" id="{C837C22E-685C-CAD2-5427-D4F8D063AF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0372" y="4433183"/>
                    <a:ext cx="764529" cy="2616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文本框 260">
                    <a:extLst>
                      <a:ext uri="{FF2B5EF4-FFF2-40B4-BE49-F238E27FC236}">
                        <a16:creationId xmlns:a16="http://schemas.microsoft.com/office/drawing/2014/main" id="{AEA2E258-9ED2-7EF3-BA3B-ED8A4DEBB814}"/>
                      </a:ext>
                    </a:extLst>
                  </p:cNvPr>
                  <p:cNvSpPr txBox="1"/>
                  <p:nvPr/>
                </p:nvSpPr>
                <p:spPr>
                  <a:xfrm>
                    <a:off x="7229823" y="2576088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261" name="文本框 260">
                    <a:extLst>
                      <a:ext uri="{FF2B5EF4-FFF2-40B4-BE49-F238E27FC236}">
                        <a16:creationId xmlns:a16="http://schemas.microsoft.com/office/drawing/2014/main" id="{AEA2E258-9ED2-7EF3-BA3B-ED8A4DEBB8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9823" y="2576088"/>
                    <a:ext cx="764529" cy="2616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4826A159-45C5-4C04-4F4F-C77D2C911F18}"/>
                  </a:ext>
                </a:extLst>
              </p:cNvPr>
              <p:cNvGrpSpPr/>
              <p:nvPr/>
            </p:nvGrpSpPr>
            <p:grpSpPr>
              <a:xfrm>
                <a:off x="6590704" y="3714594"/>
                <a:ext cx="1156275" cy="313222"/>
                <a:chOff x="6945168" y="1388081"/>
                <a:chExt cx="1156275" cy="313222"/>
              </a:xfrm>
            </p:grpSpPr>
            <p:grpSp>
              <p:nvGrpSpPr>
                <p:cNvPr id="264" name="组合 263">
                  <a:extLst>
                    <a:ext uri="{FF2B5EF4-FFF2-40B4-BE49-F238E27FC236}">
                      <a16:creationId xmlns:a16="http://schemas.microsoft.com/office/drawing/2014/main" id="{5FD8521F-749D-6930-3571-8F18F5D164B3}"/>
                    </a:ext>
                  </a:extLst>
                </p:cNvPr>
                <p:cNvGrpSpPr/>
                <p:nvPr/>
              </p:nvGrpSpPr>
              <p:grpSpPr>
                <a:xfrm>
                  <a:off x="6945168" y="1388081"/>
                  <a:ext cx="661576" cy="308484"/>
                  <a:chOff x="6063374" y="2819197"/>
                  <a:chExt cx="1338539" cy="311500"/>
                </a:xfrm>
              </p:grpSpPr>
              <p:sp>
                <p:nvSpPr>
                  <p:cNvPr id="268" name="流程图: 数据 267">
                    <a:extLst>
                      <a:ext uri="{FF2B5EF4-FFF2-40B4-BE49-F238E27FC236}">
                        <a16:creationId xmlns:a16="http://schemas.microsoft.com/office/drawing/2014/main" id="{C8607E39-2C5B-52A9-349A-7E9FEB825C9F}"/>
                      </a:ext>
                    </a:extLst>
                  </p:cNvPr>
                  <p:cNvSpPr/>
                  <p:nvPr/>
                </p:nvSpPr>
                <p:spPr>
                  <a:xfrm>
                    <a:off x="6063374" y="2819197"/>
                    <a:ext cx="1262265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9" name="文本框 268">
                        <a:extLst>
                          <a:ext uri="{FF2B5EF4-FFF2-40B4-BE49-F238E27FC236}">
                            <a16:creationId xmlns:a16="http://schemas.microsoft.com/office/drawing/2014/main" id="{FE1577C3-7C04-362F-2404-97DAB5D9F5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50" b="0" i="1" smtClean="0">
                                  <a:latin typeface="Cambria Math" panose="02040503050406030204" pitchFamily="18" charset="0"/>
                                </a:rPr>
                                <m:t>𝑆𝑒𝑙𝑒𝑐𝑡</m:t>
                              </m:r>
                            </m:oMath>
                          </m:oMathPara>
                        </a14:m>
                        <a:endParaRPr lang="zh-CN" altLang="en-US" sz="1050"/>
                      </a:p>
                    </p:txBody>
                  </p:sp>
                </mc:Choice>
                <mc:Fallback xmlns="">
                  <p:sp>
                    <p:nvSpPr>
                      <p:cNvPr id="269" name="文本框 268">
                        <a:extLst>
                          <a:ext uri="{FF2B5EF4-FFF2-40B4-BE49-F238E27FC236}">
                            <a16:creationId xmlns:a16="http://schemas.microsoft.com/office/drawing/2014/main" id="{FE1577C3-7C04-362F-2404-97DAB5D9F5A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65" name="组合 264">
                  <a:extLst>
                    <a:ext uri="{FF2B5EF4-FFF2-40B4-BE49-F238E27FC236}">
                      <a16:creationId xmlns:a16="http://schemas.microsoft.com/office/drawing/2014/main" id="{EB8643D6-BBF1-6AFF-1925-4C2599F3ABD4}"/>
                    </a:ext>
                  </a:extLst>
                </p:cNvPr>
                <p:cNvGrpSpPr/>
                <p:nvPr/>
              </p:nvGrpSpPr>
              <p:grpSpPr>
                <a:xfrm>
                  <a:off x="7448591" y="1392819"/>
                  <a:ext cx="652852" cy="308484"/>
                  <a:chOff x="6082803" y="2826772"/>
                  <a:chExt cx="1320888" cy="311500"/>
                </a:xfrm>
              </p:grpSpPr>
              <p:sp>
                <p:nvSpPr>
                  <p:cNvPr id="266" name="流程图: 数据 265">
                    <a:extLst>
                      <a:ext uri="{FF2B5EF4-FFF2-40B4-BE49-F238E27FC236}">
                        <a16:creationId xmlns:a16="http://schemas.microsoft.com/office/drawing/2014/main" id="{62EE9171-0B33-AC4D-B679-2F05291E4F73}"/>
                      </a:ext>
                    </a:extLst>
                  </p:cNvPr>
                  <p:cNvSpPr/>
                  <p:nvPr/>
                </p:nvSpPr>
                <p:spPr>
                  <a:xfrm>
                    <a:off x="6082803" y="2826772"/>
                    <a:ext cx="1262266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7" name="文本框 266">
                        <a:extLst>
                          <a:ext uri="{FF2B5EF4-FFF2-40B4-BE49-F238E27FC236}">
                            <a16:creationId xmlns:a16="http://schemas.microsoft.com/office/drawing/2014/main" id="{3CE463F1-C288-7567-127C-9F946202CF2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𝐷𝑖𝑠𝑐𝑎𝑟𝑑</m:t>
                              </m:r>
                            </m:oMath>
                          </m:oMathPara>
                        </a14:m>
                        <a:endParaRPr lang="zh-CN" altLang="en-US" sz="1000"/>
                      </a:p>
                    </p:txBody>
                  </p:sp>
                </mc:Choice>
                <mc:Fallback xmlns="">
                  <p:sp>
                    <p:nvSpPr>
                      <p:cNvPr id="267" name="文本框 266">
                        <a:extLst>
                          <a:ext uri="{FF2B5EF4-FFF2-40B4-BE49-F238E27FC236}">
                            <a16:creationId xmlns:a16="http://schemas.microsoft.com/office/drawing/2014/main" id="{3CE463F1-C288-7567-127C-9F946202CF2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263" name="直接箭头连接符 262">
                <a:extLst>
                  <a:ext uri="{FF2B5EF4-FFF2-40B4-BE49-F238E27FC236}">
                    <a16:creationId xmlns:a16="http://schemas.microsoft.com/office/drawing/2014/main" id="{9B3FEC8B-3551-BE81-28AC-D1827C3EC0CA}"/>
                  </a:ext>
                </a:extLst>
              </p:cNvPr>
              <p:cNvCxnSpPr>
                <a:cxnSpLocks/>
                <a:stCxn id="268" idx="4"/>
                <a:endCxn id="254" idx="0"/>
              </p:cNvCxnSpPr>
              <p:nvPr/>
            </p:nvCxnSpPr>
            <p:spPr>
              <a:xfrm>
                <a:off x="6902643" y="4023078"/>
                <a:ext cx="1969" cy="2950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57DE9B11-D1DE-6CC3-171E-7F1A36AFFC4D}"/>
                </a:ext>
              </a:extLst>
            </p:cNvPr>
            <p:cNvGrpSpPr/>
            <p:nvPr/>
          </p:nvGrpSpPr>
          <p:grpSpPr>
            <a:xfrm>
              <a:off x="3370122" y="1433336"/>
              <a:ext cx="1639451" cy="942603"/>
              <a:chOff x="8571904" y="1577268"/>
              <a:chExt cx="1639451" cy="942603"/>
            </a:xfrm>
          </p:grpSpPr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72219726-3976-5D59-D8D1-5265C17E1F23}"/>
                  </a:ext>
                </a:extLst>
              </p:cNvPr>
              <p:cNvSpPr/>
              <p:nvPr/>
            </p:nvSpPr>
            <p:spPr>
              <a:xfrm>
                <a:off x="8571904" y="1577268"/>
                <a:ext cx="874922" cy="31420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9" name="组合 198">
                <a:extLst>
                  <a:ext uri="{FF2B5EF4-FFF2-40B4-BE49-F238E27FC236}">
                    <a16:creationId xmlns:a16="http://schemas.microsoft.com/office/drawing/2014/main" id="{8313BE24-0E8B-B9E0-7F50-CE569EFC4A63}"/>
                  </a:ext>
                </a:extLst>
              </p:cNvPr>
              <p:cNvGrpSpPr/>
              <p:nvPr/>
            </p:nvGrpSpPr>
            <p:grpSpPr>
              <a:xfrm>
                <a:off x="8692315" y="2206649"/>
                <a:ext cx="1168239" cy="313222"/>
                <a:chOff x="6933204" y="1388081"/>
                <a:chExt cx="1168239" cy="313222"/>
              </a:xfrm>
            </p:grpSpPr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7563C262-DAAE-F64B-2521-DB2BF5C657F4}"/>
                    </a:ext>
                  </a:extLst>
                </p:cNvPr>
                <p:cNvGrpSpPr/>
                <p:nvPr/>
              </p:nvGrpSpPr>
              <p:grpSpPr>
                <a:xfrm>
                  <a:off x="6933204" y="1388081"/>
                  <a:ext cx="734372" cy="308484"/>
                  <a:chOff x="6039168" y="2819197"/>
                  <a:chExt cx="1485824" cy="311500"/>
                </a:xfrm>
              </p:grpSpPr>
              <p:sp>
                <p:nvSpPr>
                  <p:cNvPr id="204" name="流程图: 数据 203">
                    <a:extLst>
                      <a:ext uri="{FF2B5EF4-FFF2-40B4-BE49-F238E27FC236}">
                        <a16:creationId xmlns:a16="http://schemas.microsoft.com/office/drawing/2014/main" id="{D7879652-CC9C-D59B-C016-DBE416206822}"/>
                      </a:ext>
                    </a:extLst>
                  </p:cNvPr>
                  <p:cNvSpPr/>
                  <p:nvPr/>
                </p:nvSpPr>
                <p:spPr>
                  <a:xfrm>
                    <a:off x="6063374" y="2819197"/>
                    <a:ext cx="1262265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6" name="文本框 205">
                        <a:extLst>
                          <a:ext uri="{FF2B5EF4-FFF2-40B4-BE49-F238E27FC236}">
                            <a16:creationId xmlns:a16="http://schemas.microsoft.com/office/drawing/2014/main" id="{C1A1E32F-EBBA-0940-9730-30B712C5E15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39168" y="2853752"/>
                        <a:ext cx="1485824" cy="2569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50" b="0" i="1" smtClean="0">
                                  <a:latin typeface="Cambria Math" panose="02040503050406030204" pitchFamily="18" charset="0"/>
                                </a:rPr>
                                <m:t>𝑅𝑒𝑔</m:t>
                              </m:r>
                            </m:oMath>
                          </m:oMathPara>
                        </a14:m>
                        <a:endParaRPr lang="zh-CN" altLang="en-US" sz="1000"/>
                      </a:p>
                    </p:txBody>
                  </p:sp>
                </mc:Choice>
                <mc:Fallback xmlns="">
                  <p:sp>
                    <p:nvSpPr>
                      <p:cNvPr id="206" name="文本框 205">
                        <a:extLst>
                          <a:ext uri="{FF2B5EF4-FFF2-40B4-BE49-F238E27FC236}">
                            <a16:creationId xmlns:a16="http://schemas.microsoft.com/office/drawing/2014/main" id="{C1A1E32F-EBBA-0940-9730-30B712C5E15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039168" y="2853752"/>
                        <a:ext cx="1485824" cy="256981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476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01" name="组合 200">
                  <a:extLst>
                    <a:ext uri="{FF2B5EF4-FFF2-40B4-BE49-F238E27FC236}">
                      <a16:creationId xmlns:a16="http://schemas.microsoft.com/office/drawing/2014/main" id="{12051CA7-42E4-A813-F39E-3A67ADFD85F2}"/>
                    </a:ext>
                  </a:extLst>
                </p:cNvPr>
                <p:cNvGrpSpPr/>
                <p:nvPr/>
              </p:nvGrpSpPr>
              <p:grpSpPr>
                <a:xfrm>
                  <a:off x="7448591" y="1392819"/>
                  <a:ext cx="652852" cy="308484"/>
                  <a:chOff x="6082803" y="2826772"/>
                  <a:chExt cx="1320888" cy="311500"/>
                </a:xfrm>
              </p:grpSpPr>
              <p:sp>
                <p:nvSpPr>
                  <p:cNvPr id="202" name="流程图: 数据 201">
                    <a:extLst>
                      <a:ext uri="{FF2B5EF4-FFF2-40B4-BE49-F238E27FC236}">
                        <a16:creationId xmlns:a16="http://schemas.microsoft.com/office/drawing/2014/main" id="{0359D811-95E4-C132-52E0-F45B0CF6241B}"/>
                      </a:ext>
                    </a:extLst>
                  </p:cNvPr>
                  <p:cNvSpPr/>
                  <p:nvPr/>
                </p:nvSpPr>
                <p:spPr>
                  <a:xfrm>
                    <a:off x="6082803" y="2826772"/>
                    <a:ext cx="1262266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3" name="文本框 202">
                        <a:extLst>
                          <a:ext uri="{FF2B5EF4-FFF2-40B4-BE49-F238E27FC236}">
                            <a16:creationId xmlns:a16="http://schemas.microsoft.com/office/drawing/2014/main" id="{60E0173B-79D7-83A7-B311-062D554924A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41427" y="2869869"/>
                        <a:ext cx="1262264" cy="249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𝐼𝑡𝑒𝑟𝑎𝑡𝑒</m:t>
                              </m:r>
                            </m:oMath>
                          </m:oMathPara>
                        </a14:m>
                        <a:endParaRPr lang="zh-CN" altLang="en-US" sz="1000"/>
                      </a:p>
                    </p:txBody>
                  </p:sp>
                </mc:Choice>
                <mc:Fallback xmlns="">
                  <p:sp>
                    <p:nvSpPr>
                      <p:cNvPr id="203" name="文本框 202">
                        <a:extLst>
                          <a:ext uri="{FF2B5EF4-FFF2-40B4-BE49-F238E27FC236}">
                            <a16:creationId xmlns:a16="http://schemas.microsoft.com/office/drawing/2014/main" id="{60E0173B-79D7-83A7-B311-062D554924A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41427" y="2869869"/>
                        <a:ext cx="1262264" cy="249146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279" name="直接箭头连接符 278">
                <a:extLst>
                  <a:ext uri="{FF2B5EF4-FFF2-40B4-BE49-F238E27FC236}">
                    <a16:creationId xmlns:a16="http://schemas.microsoft.com/office/drawing/2014/main" id="{0F054FEA-EF6F-7FFF-4E44-39A97DFAD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438" y="1891877"/>
                <a:ext cx="6853" cy="31517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0" name="文本框 279">
                    <a:extLst>
                      <a:ext uri="{FF2B5EF4-FFF2-40B4-BE49-F238E27FC236}">
                        <a16:creationId xmlns:a16="http://schemas.microsoft.com/office/drawing/2014/main" id="{606DC11F-0A23-4030-F65D-81C155AF6710}"/>
                      </a:ext>
                    </a:extLst>
                  </p:cNvPr>
                  <p:cNvSpPr txBox="1"/>
                  <p:nvPr/>
                </p:nvSpPr>
                <p:spPr>
                  <a:xfrm>
                    <a:off x="9446826" y="1887103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280" name="文本框 279">
                    <a:extLst>
                      <a:ext uri="{FF2B5EF4-FFF2-40B4-BE49-F238E27FC236}">
                        <a16:creationId xmlns:a16="http://schemas.microsoft.com/office/drawing/2014/main" id="{606DC11F-0A23-4030-F65D-81C155AF67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46826" y="1887103"/>
                    <a:ext cx="764529" cy="2616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9D3932FC-222F-D93D-02B3-F70EFB54A47A}"/>
                    </a:ext>
                  </a:extLst>
                </p:cNvPr>
                <p:cNvSpPr txBox="1"/>
                <p:nvPr/>
              </p:nvSpPr>
              <p:spPr>
                <a:xfrm>
                  <a:off x="3375635" y="1382691"/>
                  <a:ext cx="883112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50"/>
                    <a:t>Low 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05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05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05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zh-CN" altLang="en-US" sz="1050"/>
                    <a:t> </a:t>
                  </a:r>
                  <a:r>
                    <a:rPr lang="en-US" altLang="zh-CN" sz="1050"/>
                    <a:t>bits</a:t>
                  </a:r>
                  <a:endParaRPr lang="zh-CN" altLang="en-US" sz="1050"/>
                </a:p>
              </p:txBody>
            </p:sp>
          </mc:Choice>
          <mc:Fallback xmlns="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9D3932FC-222F-D93D-02B3-F70EFB54A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635" y="1382691"/>
                  <a:ext cx="883112" cy="415498"/>
                </a:xfrm>
                <a:prstGeom prst="rect">
                  <a:avLst/>
                </a:prstGeom>
                <a:blipFill>
                  <a:blip r:embed="rId21"/>
                  <a:stretch>
                    <a:fillRect b="-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8" name="组合 437">
              <a:extLst>
                <a:ext uri="{FF2B5EF4-FFF2-40B4-BE49-F238E27FC236}">
                  <a16:creationId xmlns:a16="http://schemas.microsoft.com/office/drawing/2014/main" id="{4E69A86A-4944-ACFC-FC60-8C88B7C8316D}"/>
                </a:ext>
              </a:extLst>
            </p:cNvPr>
            <p:cNvGrpSpPr/>
            <p:nvPr/>
          </p:nvGrpSpPr>
          <p:grpSpPr>
            <a:xfrm>
              <a:off x="4048823" y="2021642"/>
              <a:ext cx="1613449" cy="2984467"/>
              <a:chOff x="4048823" y="2021642"/>
              <a:chExt cx="1613449" cy="2984467"/>
            </a:xfrm>
          </p:grpSpPr>
          <p:cxnSp>
            <p:nvCxnSpPr>
              <p:cNvPr id="131" name="连接符: 肘形 130">
                <a:extLst>
                  <a:ext uri="{FF2B5EF4-FFF2-40B4-BE49-F238E27FC236}">
                    <a16:creationId xmlns:a16="http://schemas.microsoft.com/office/drawing/2014/main" id="{806210CC-F9BF-9D6F-5B51-2A81C945702A}"/>
                  </a:ext>
                </a:extLst>
              </p:cNvPr>
              <p:cNvCxnSpPr>
                <a:cxnSpLocks/>
                <a:stCxn id="271" idx="3"/>
                <a:endCxn id="132" idx="2"/>
              </p:cNvCxnSpPr>
              <p:nvPr/>
            </p:nvCxnSpPr>
            <p:spPr>
              <a:xfrm flipV="1">
                <a:off x="4048823" y="2421752"/>
                <a:ext cx="1128074" cy="258435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BF26D8F7-4A46-0B04-2ADF-3ADED801A69D}"/>
                      </a:ext>
                    </a:extLst>
                  </p:cNvPr>
                  <p:cNvSpPr txBox="1"/>
                  <p:nvPr/>
                </p:nvSpPr>
                <p:spPr>
                  <a:xfrm>
                    <a:off x="4691521" y="2021642"/>
                    <a:ext cx="97075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sz="2000" b="1"/>
                  </a:p>
                </p:txBody>
              </p:sp>
            </mc:Choice>
            <mc:Fallback xmlns="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BF26D8F7-4A46-0B04-2ADF-3ADED801A6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1521" y="2021642"/>
                    <a:ext cx="970751" cy="40011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3" name="直接箭头连接符 432">
                <a:extLst>
                  <a:ext uri="{FF2B5EF4-FFF2-40B4-BE49-F238E27FC236}">
                    <a16:creationId xmlns:a16="http://schemas.microsoft.com/office/drawing/2014/main" id="{FAA41189-CCD8-9101-D1D8-B2EBF89D7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4191" y="2233502"/>
                <a:ext cx="39760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7" name="组合 446">
            <a:extLst>
              <a:ext uri="{FF2B5EF4-FFF2-40B4-BE49-F238E27FC236}">
                <a16:creationId xmlns:a16="http://schemas.microsoft.com/office/drawing/2014/main" id="{B6CDBAE4-02CE-43A6-7D78-03947657D31A}"/>
              </a:ext>
            </a:extLst>
          </p:cNvPr>
          <p:cNvGrpSpPr/>
          <p:nvPr/>
        </p:nvGrpSpPr>
        <p:grpSpPr>
          <a:xfrm>
            <a:off x="6597704" y="1374938"/>
            <a:ext cx="5365457" cy="3752836"/>
            <a:chOff x="6597704" y="1374938"/>
            <a:chExt cx="5365457" cy="3752836"/>
          </a:xfrm>
        </p:grpSpPr>
        <p:cxnSp>
          <p:nvCxnSpPr>
            <p:cNvPr id="309" name="连接符: 肘形 308">
              <a:extLst>
                <a:ext uri="{FF2B5EF4-FFF2-40B4-BE49-F238E27FC236}">
                  <a16:creationId xmlns:a16="http://schemas.microsoft.com/office/drawing/2014/main" id="{D6835490-31F0-F001-9272-C5E874E81AE5}"/>
                </a:ext>
              </a:extLst>
            </p:cNvPr>
            <p:cNvCxnSpPr>
              <a:cxnSpLocks/>
              <a:stCxn id="332" idx="0"/>
              <a:endCxn id="380" idx="1"/>
            </p:cNvCxnSpPr>
            <p:nvPr/>
          </p:nvCxnSpPr>
          <p:spPr>
            <a:xfrm rot="5400000" flipH="1" flipV="1">
              <a:off x="8536241" y="2170043"/>
              <a:ext cx="2156041" cy="1935360"/>
            </a:xfrm>
            <a:prstGeom prst="bentConnector3">
              <a:avLst>
                <a:gd name="adj1" fmla="val 149688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箭头连接符 318">
              <a:extLst>
                <a:ext uri="{FF2B5EF4-FFF2-40B4-BE49-F238E27FC236}">
                  <a16:creationId xmlns:a16="http://schemas.microsoft.com/office/drawing/2014/main" id="{F48AB2F5-A74D-10F9-8B15-98D2E0ECA1B6}"/>
                </a:ext>
              </a:extLst>
            </p:cNvPr>
            <p:cNvCxnSpPr>
              <a:cxnSpLocks/>
              <a:stCxn id="341" idx="3"/>
              <a:endCxn id="338" idx="0"/>
            </p:cNvCxnSpPr>
            <p:nvPr/>
          </p:nvCxnSpPr>
          <p:spPr>
            <a:xfrm>
              <a:off x="7904874" y="2358600"/>
              <a:ext cx="2894" cy="32262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文本框 321">
                  <a:extLst>
                    <a:ext uri="{FF2B5EF4-FFF2-40B4-BE49-F238E27FC236}">
                      <a16:creationId xmlns:a16="http://schemas.microsoft.com/office/drawing/2014/main" id="{59A926E3-8BB9-0E55-A060-8D3A4774B36F}"/>
                    </a:ext>
                  </a:extLst>
                </p:cNvPr>
                <p:cNvSpPr txBox="1"/>
                <p:nvPr/>
              </p:nvSpPr>
              <p:spPr>
                <a:xfrm>
                  <a:off x="7933518" y="2390895"/>
                  <a:ext cx="7645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zh-CN" altLang="en-US" sz="1100"/>
                    <a:t> </a:t>
                  </a:r>
                  <a:r>
                    <a:rPr lang="en-US" altLang="zh-CN" sz="1100"/>
                    <a:t>bits</a:t>
                  </a:r>
                  <a:endParaRPr lang="zh-CN" altLang="en-US" sz="1100"/>
                </a:p>
              </p:txBody>
            </p:sp>
          </mc:Choice>
          <mc:Fallback xmlns="">
            <p:sp>
              <p:nvSpPr>
                <p:cNvPr id="322" name="文本框 321">
                  <a:extLst>
                    <a:ext uri="{FF2B5EF4-FFF2-40B4-BE49-F238E27FC236}">
                      <a16:creationId xmlns:a16="http://schemas.microsoft.com/office/drawing/2014/main" id="{59A926E3-8BB9-0E55-A060-8D3A4774B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3518" y="2390895"/>
                  <a:ext cx="764529" cy="261610"/>
                </a:xfrm>
                <a:prstGeom prst="rect">
                  <a:avLst/>
                </a:prstGeom>
                <a:blipFill>
                  <a:blip r:embed="rId23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07BCC5E7-5F6E-6B2D-A5DF-0B6B8A61BF02}"/>
                </a:ext>
              </a:extLst>
            </p:cNvPr>
            <p:cNvGrpSpPr/>
            <p:nvPr/>
          </p:nvGrpSpPr>
          <p:grpSpPr>
            <a:xfrm>
              <a:off x="7655323" y="2034161"/>
              <a:ext cx="681567" cy="324439"/>
              <a:chOff x="6063374" y="2803086"/>
              <a:chExt cx="1378986" cy="327611"/>
            </a:xfrm>
          </p:grpSpPr>
          <p:sp>
            <p:nvSpPr>
              <p:cNvPr id="341" name="流程图: 数据 340">
                <a:extLst>
                  <a:ext uri="{FF2B5EF4-FFF2-40B4-BE49-F238E27FC236}">
                    <a16:creationId xmlns:a16="http://schemas.microsoft.com/office/drawing/2014/main" id="{0E309880-A653-BEF9-0EE8-85B7C6418573}"/>
                  </a:ext>
                </a:extLst>
              </p:cNvPr>
              <p:cNvSpPr/>
              <p:nvPr/>
            </p:nvSpPr>
            <p:spPr>
              <a:xfrm>
                <a:off x="6063374" y="2819197"/>
                <a:ext cx="1262265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2" name="文本框 341">
                    <a:extLst>
                      <a:ext uri="{FF2B5EF4-FFF2-40B4-BE49-F238E27FC236}">
                        <a16:creationId xmlns:a16="http://schemas.microsoft.com/office/drawing/2014/main" id="{37EF7347-D292-A9C3-B4BD-2EFECE4DFEEE}"/>
                      </a:ext>
                    </a:extLst>
                  </p:cNvPr>
                  <p:cNvSpPr txBox="1"/>
                  <p:nvPr/>
                </p:nvSpPr>
                <p:spPr>
                  <a:xfrm>
                    <a:off x="6180096" y="2803086"/>
                    <a:ext cx="1262264" cy="311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342" name="文本框 341">
                    <a:extLst>
                      <a:ext uri="{FF2B5EF4-FFF2-40B4-BE49-F238E27FC236}">
                        <a16:creationId xmlns:a16="http://schemas.microsoft.com/office/drawing/2014/main" id="{37EF7347-D292-A9C3-B4BD-2EFECE4DFE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0096" y="2803086"/>
                    <a:ext cx="1262264" cy="311498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43" name="连接符: 肘形 342">
              <a:extLst>
                <a:ext uri="{FF2B5EF4-FFF2-40B4-BE49-F238E27FC236}">
                  <a16:creationId xmlns:a16="http://schemas.microsoft.com/office/drawing/2014/main" id="{38873E58-13FA-222B-F9F4-5967427872A1}"/>
                </a:ext>
              </a:extLst>
            </p:cNvPr>
            <p:cNvCxnSpPr>
              <a:cxnSpLocks/>
              <a:stCxn id="342" idx="3"/>
              <a:endCxn id="374" idx="0"/>
            </p:cNvCxnSpPr>
            <p:nvPr/>
          </p:nvCxnSpPr>
          <p:spPr>
            <a:xfrm flipV="1">
              <a:off x="8336890" y="1425583"/>
              <a:ext cx="1734775" cy="762819"/>
            </a:xfrm>
            <a:prstGeom prst="bentConnector4">
              <a:avLst>
                <a:gd name="adj1" fmla="val 32223"/>
                <a:gd name="adj2" fmla="val 127618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箭头连接符 343">
              <a:extLst>
                <a:ext uri="{FF2B5EF4-FFF2-40B4-BE49-F238E27FC236}">
                  <a16:creationId xmlns:a16="http://schemas.microsoft.com/office/drawing/2014/main" id="{B1649CD2-FF08-FABE-93B4-19BA891873CC}"/>
                </a:ext>
              </a:extLst>
            </p:cNvPr>
            <p:cNvCxnSpPr>
              <a:cxnSpLocks/>
              <a:stCxn id="374" idx="2"/>
              <a:endCxn id="382" idx="1"/>
            </p:cNvCxnSpPr>
            <p:nvPr/>
          </p:nvCxnSpPr>
          <p:spPr>
            <a:xfrm>
              <a:off x="10071665" y="1739791"/>
              <a:ext cx="6853" cy="31517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6" name="组合 425">
              <a:extLst>
                <a:ext uri="{FF2B5EF4-FFF2-40B4-BE49-F238E27FC236}">
                  <a16:creationId xmlns:a16="http://schemas.microsoft.com/office/drawing/2014/main" id="{71CA3CFD-117C-4920-C4F4-B705CDB30F8B}"/>
                </a:ext>
              </a:extLst>
            </p:cNvPr>
            <p:cNvGrpSpPr/>
            <p:nvPr/>
          </p:nvGrpSpPr>
          <p:grpSpPr>
            <a:xfrm>
              <a:off x="9634204" y="1374938"/>
              <a:ext cx="1639451" cy="993248"/>
              <a:chOff x="9697313" y="1375248"/>
              <a:chExt cx="1639451" cy="993248"/>
            </a:xfrm>
          </p:grpSpPr>
          <p:grpSp>
            <p:nvGrpSpPr>
              <p:cNvPr id="373" name="组合 372">
                <a:extLst>
                  <a:ext uri="{FF2B5EF4-FFF2-40B4-BE49-F238E27FC236}">
                    <a16:creationId xmlns:a16="http://schemas.microsoft.com/office/drawing/2014/main" id="{D14DBCEE-530A-ACBF-2301-F622C29B5D0F}"/>
                  </a:ext>
                </a:extLst>
              </p:cNvPr>
              <p:cNvGrpSpPr/>
              <p:nvPr/>
            </p:nvGrpSpPr>
            <p:grpSpPr>
              <a:xfrm>
                <a:off x="9697313" y="1425893"/>
                <a:ext cx="1639451" cy="942603"/>
                <a:chOff x="8571904" y="1577268"/>
                <a:chExt cx="1639451" cy="942603"/>
              </a:xfrm>
            </p:grpSpPr>
            <p:sp>
              <p:nvSpPr>
                <p:cNvPr id="374" name="矩形 373">
                  <a:extLst>
                    <a:ext uri="{FF2B5EF4-FFF2-40B4-BE49-F238E27FC236}">
                      <a16:creationId xmlns:a16="http://schemas.microsoft.com/office/drawing/2014/main" id="{76A478F6-8FDE-6646-A27E-34A8693CD5C6}"/>
                    </a:ext>
                  </a:extLst>
                </p:cNvPr>
                <p:cNvSpPr/>
                <p:nvPr/>
              </p:nvSpPr>
              <p:spPr>
                <a:xfrm>
                  <a:off x="8571904" y="1577268"/>
                  <a:ext cx="874922" cy="31420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75" name="组合 374">
                  <a:extLst>
                    <a:ext uri="{FF2B5EF4-FFF2-40B4-BE49-F238E27FC236}">
                      <a16:creationId xmlns:a16="http://schemas.microsoft.com/office/drawing/2014/main" id="{F0ABC425-79BE-5E5E-8DAC-22B67C92EF61}"/>
                    </a:ext>
                  </a:extLst>
                </p:cNvPr>
                <p:cNvGrpSpPr/>
                <p:nvPr/>
              </p:nvGrpSpPr>
              <p:grpSpPr>
                <a:xfrm>
                  <a:off x="8692315" y="2206649"/>
                  <a:ext cx="1168239" cy="313222"/>
                  <a:chOff x="6933204" y="1388081"/>
                  <a:chExt cx="1168239" cy="313222"/>
                </a:xfrm>
              </p:grpSpPr>
              <p:grpSp>
                <p:nvGrpSpPr>
                  <p:cNvPr id="378" name="组合 377">
                    <a:extLst>
                      <a:ext uri="{FF2B5EF4-FFF2-40B4-BE49-F238E27FC236}">
                        <a16:creationId xmlns:a16="http://schemas.microsoft.com/office/drawing/2014/main" id="{AD6B8A5B-C085-BB54-3D92-9A91BF42757B}"/>
                      </a:ext>
                    </a:extLst>
                  </p:cNvPr>
                  <p:cNvGrpSpPr/>
                  <p:nvPr/>
                </p:nvGrpSpPr>
                <p:grpSpPr>
                  <a:xfrm>
                    <a:off x="6933204" y="1388081"/>
                    <a:ext cx="734372" cy="308484"/>
                    <a:chOff x="6039168" y="2819197"/>
                    <a:chExt cx="1485824" cy="311500"/>
                  </a:xfrm>
                </p:grpSpPr>
                <p:sp>
                  <p:nvSpPr>
                    <p:cNvPr id="382" name="流程图: 数据 381">
                      <a:extLst>
                        <a:ext uri="{FF2B5EF4-FFF2-40B4-BE49-F238E27FC236}">
                          <a16:creationId xmlns:a16="http://schemas.microsoft.com/office/drawing/2014/main" id="{7E661A42-F4AD-83D8-59E0-225816A75C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3374" y="2819197"/>
                      <a:ext cx="1262265" cy="311500"/>
                    </a:xfrm>
                    <a:prstGeom prst="flowChartInputOutpu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3" name="文本框 382">
                          <a:extLst>
                            <a:ext uri="{FF2B5EF4-FFF2-40B4-BE49-F238E27FC236}">
                              <a16:creationId xmlns:a16="http://schemas.microsoft.com/office/drawing/2014/main" id="{6878A912-08EF-AAC0-A6EA-47C62D734CA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39168" y="2853752"/>
                          <a:ext cx="1485824" cy="25698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50" b="0" i="1" smtClean="0">
                                    <a:latin typeface="Cambria Math" panose="02040503050406030204" pitchFamily="18" charset="0"/>
                                  </a:rPr>
                                  <m:t>𝑅𝑒𝑔</m:t>
                                </m:r>
                              </m:oMath>
                            </m:oMathPara>
                          </a14:m>
                          <a:endParaRPr lang="zh-CN" altLang="en-US" sz="1000"/>
                        </a:p>
                      </p:txBody>
                    </p:sp>
                  </mc:Choice>
                  <mc:Fallback xmlns="">
                    <p:sp>
                      <p:nvSpPr>
                        <p:cNvPr id="383" name="文本框 382">
                          <a:extLst>
                            <a:ext uri="{FF2B5EF4-FFF2-40B4-BE49-F238E27FC236}">
                              <a16:creationId xmlns:a16="http://schemas.microsoft.com/office/drawing/2014/main" id="{6878A912-08EF-AAC0-A6EA-47C62D734CA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039168" y="2853752"/>
                          <a:ext cx="1485824" cy="256981"/>
                        </a:xfrm>
                        <a:prstGeom prst="rect">
                          <a:avLst/>
                        </a:prstGeom>
                        <a:blipFill>
                          <a:blip r:embed="rId25"/>
                          <a:stretch>
                            <a:fillRect b="-731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379" name="组合 378">
                    <a:extLst>
                      <a:ext uri="{FF2B5EF4-FFF2-40B4-BE49-F238E27FC236}">
                        <a16:creationId xmlns:a16="http://schemas.microsoft.com/office/drawing/2014/main" id="{E1C0ACFF-2B47-24EF-6730-38C160688886}"/>
                      </a:ext>
                    </a:extLst>
                  </p:cNvPr>
                  <p:cNvGrpSpPr/>
                  <p:nvPr/>
                </p:nvGrpSpPr>
                <p:grpSpPr>
                  <a:xfrm>
                    <a:off x="7448591" y="1392819"/>
                    <a:ext cx="652852" cy="308484"/>
                    <a:chOff x="6082803" y="2826772"/>
                    <a:chExt cx="1320888" cy="311500"/>
                  </a:xfrm>
                </p:grpSpPr>
                <p:sp>
                  <p:nvSpPr>
                    <p:cNvPr id="380" name="流程图: 数据 379">
                      <a:extLst>
                        <a:ext uri="{FF2B5EF4-FFF2-40B4-BE49-F238E27FC236}">
                          <a16:creationId xmlns:a16="http://schemas.microsoft.com/office/drawing/2014/main" id="{791E61CF-37AE-50BC-4492-9071A111B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2803" y="2826772"/>
                      <a:ext cx="1262266" cy="311500"/>
                    </a:xfrm>
                    <a:prstGeom prst="flowChartInputOutpu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1" name="文本框 380">
                          <a:extLst>
                            <a:ext uri="{FF2B5EF4-FFF2-40B4-BE49-F238E27FC236}">
                              <a16:creationId xmlns:a16="http://schemas.microsoft.com/office/drawing/2014/main" id="{BDCA0576-54FF-76F9-C83A-E5DCBE6EC7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141427" y="2869869"/>
                          <a:ext cx="1262264" cy="24914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𝐼𝑡𝑒𝑟𝑎𝑡𝑒</m:t>
                                </m:r>
                              </m:oMath>
                            </m:oMathPara>
                          </a14:m>
                          <a:endParaRPr lang="zh-CN" altLang="en-US" sz="1000"/>
                        </a:p>
                      </p:txBody>
                    </p:sp>
                  </mc:Choice>
                  <mc:Fallback xmlns="">
                    <p:sp>
                      <p:nvSpPr>
                        <p:cNvPr id="381" name="文本框 380">
                          <a:extLst>
                            <a:ext uri="{FF2B5EF4-FFF2-40B4-BE49-F238E27FC236}">
                              <a16:creationId xmlns:a16="http://schemas.microsoft.com/office/drawing/2014/main" id="{BDCA0576-54FF-76F9-C83A-E5DCBE6EC75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141427" y="2869869"/>
                          <a:ext cx="1262264" cy="249146"/>
                        </a:xfrm>
                        <a:prstGeom prst="rect">
                          <a:avLst/>
                        </a:prstGeom>
                        <a:blipFill>
                          <a:blip r:embed="rId2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7" name="文本框 376">
                      <a:extLst>
                        <a:ext uri="{FF2B5EF4-FFF2-40B4-BE49-F238E27FC236}">
                          <a16:creationId xmlns:a16="http://schemas.microsoft.com/office/drawing/2014/main" id="{7B8942DC-A8FB-22E6-5371-8F69B31299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46826" y="1887103"/>
                      <a:ext cx="76452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a14:m>
                      <a:r>
                        <a:rPr lang="zh-CN" altLang="en-US" sz="1100"/>
                        <a:t> </a:t>
                      </a:r>
                      <a:r>
                        <a:rPr lang="en-US" altLang="zh-CN" sz="1100"/>
                        <a:t>bits</a:t>
                      </a:r>
                      <a:endParaRPr lang="zh-CN" altLang="en-US" sz="1100"/>
                    </a:p>
                  </p:txBody>
                </p:sp>
              </mc:Choice>
              <mc:Fallback xmlns="">
                <p:sp>
                  <p:nvSpPr>
                    <p:cNvPr id="377" name="文本框 376">
                      <a:extLst>
                        <a:ext uri="{FF2B5EF4-FFF2-40B4-BE49-F238E27FC236}">
                          <a16:creationId xmlns:a16="http://schemas.microsoft.com/office/drawing/2014/main" id="{7B8942DC-A8FB-22E6-5371-8F69B31299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46826" y="1887103"/>
                      <a:ext cx="764529" cy="26161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627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4" name="文本框 383">
                    <a:extLst>
                      <a:ext uri="{FF2B5EF4-FFF2-40B4-BE49-F238E27FC236}">
                        <a16:creationId xmlns:a16="http://schemas.microsoft.com/office/drawing/2014/main" id="{59127A29-244D-1F33-DA71-1DB24D85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9702826" y="1375248"/>
                    <a:ext cx="883112" cy="415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050"/>
                      <a:t>Low </a:t>
                    </a: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zh-CN" altLang="en-US" sz="1050"/>
                      <a:t> </a:t>
                    </a:r>
                    <a:r>
                      <a:rPr lang="en-US" altLang="zh-CN" sz="1050"/>
                      <a:t>bits</a:t>
                    </a:r>
                    <a:endParaRPr lang="zh-CN" altLang="en-US" sz="1050"/>
                  </a:p>
                </p:txBody>
              </p:sp>
            </mc:Choice>
            <mc:Fallback xmlns="">
              <p:sp>
                <p:nvSpPr>
                  <p:cNvPr id="384" name="文本框 383">
                    <a:extLst>
                      <a:ext uri="{FF2B5EF4-FFF2-40B4-BE49-F238E27FC236}">
                        <a16:creationId xmlns:a16="http://schemas.microsoft.com/office/drawing/2014/main" id="{59127A29-244D-1F33-DA71-1DB24D85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2826" y="1375248"/>
                    <a:ext cx="883112" cy="41549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882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0" name="组合 389">
              <a:extLst>
                <a:ext uri="{FF2B5EF4-FFF2-40B4-BE49-F238E27FC236}">
                  <a16:creationId xmlns:a16="http://schemas.microsoft.com/office/drawing/2014/main" id="{26DC7FF3-C466-62A5-AAF7-402B3CC6F3AB}"/>
                </a:ext>
              </a:extLst>
            </p:cNvPr>
            <p:cNvGrpSpPr/>
            <p:nvPr/>
          </p:nvGrpSpPr>
          <p:grpSpPr>
            <a:xfrm>
              <a:off x="6597704" y="2470583"/>
              <a:ext cx="2360815" cy="2657191"/>
              <a:chOff x="6597704" y="2470583"/>
              <a:chExt cx="2360815" cy="2657191"/>
            </a:xfrm>
          </p:grpSpPr>
          <p:grpSp>
            <p:nvGrpSpPr>
              <p:cNvPr id="313" name="组合 312">
                <a:extLst>
                  <a:ext uri="{FF2B5EF4-FFF2-40B4-BE49-F238E27FC236}">
                    <a16:creationId xmlns:a16="http://schemas.microsoft.com/office/drawing/2014/main" id="{FA2B9870-4692-1793-5065-20961CD2AF55}"/>
                  </a:ext>
                </a:extLst>
              </p:cNvPr>
              <p:cNvGrpSpPr/>
              <p:nvPr/>
            </p:nvGrpSpPr>
            <p:grpSpPr>
              <a:xfrm>
                <a:off x="6597704" y="2470583"/>
                <a:ext cx="1880892" cy="710180"/>
                <a:chOff x="330159" y="1397581"/>
                <a:chExt cx="1880892" cy="710180"/>
              </a:xfrm>
            </p:grpSpPr>
            <p:grpSp>
              <p:nvGrpSpPr>
                <p:cNvPr id="335" name="组合 334">
                  <a:extLst>
                    <a:ext uri="{FF2B5EF4-FFF2-40B4-BE49-F238E27FC236}">
                      <a16:creationId xmlns:a16="http://schemas.microsoft.com/office/drawing/2014/main" id="{69A77B28-3697-89E2-B866-1C6DE2546C88}"/>
                    </a:ext>
                  </a:extLst>
                </p:cNvPr>
                <p:cNvGrpSpPr/>
                <p:nvPr/>
              </p:nvGrpSpPr>
              <p:grpSpPr>
                <a:xfrm>
                  <a:off x="1069395" y="1608227"/>
                  <a:ext cx="1141656" cy="499534"/>
                  <a:chOff x="5505086" y="2352375"/>
                  <a:chExt cx="578309" cy="580584"/>
                </a:xfrm>
              </p:grpSpPr>
              <p:sp>
                <p:nvSpPr>
                  <p:cNvPr id="338" name="矩形 337">
                    <a:extLst>
                      <a:ext uri="{FF2B5EF4-FFF2-40B4-BE49-F238E27FC236}">
                        <a16:creationId xmlns:a16="http://schemas.microsoft.com/office/drawing/2014/main" id="{AA760C80-8C4E-9B9B-A3BB-EA5A4229F830}"/>
                      </a:ext>
                    </a:extLst>
                  </p:cNvPr>
                  <p:cNvSpPr/>
                  <p:nvPr/>
                </p:nvSpPr>
                <p:spPr>
                  <a:xfrm>
                    <a:off x="5505086" y="2352375"/>
                    <a:ext cx="578309" cy="58058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9" name="文本框 338">
                    <a:extLst>
                      <a:ext uri="{FF2B5EF4-FFF2-40B4-BE49-F238E27FC236}">
                        <a16:creationId xmlns:a16="http://schemas.microsoft.com/office/drawing/2014/main" id="{C2B60306-240B-3175-CEDF-7FF1E387854C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694" y="2474823"/>
                    <a:ext cx="511294" cy="3577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Encrypt</a:t>
                    </a:r>
                    <a:endParaRPr lang="zh-CN" altLang="en-US" sz="140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6" name="文本框 335">
                      <a:extLst>
                        <a:ext uri="{FF2B5EF4-FFF2-40B4-BE49-F238E27FC236}">
                          <a16:creationId xmlns:a16="http://schemas.microsoft.com/office/drawing/2014/main" id="{CB619F08-05B6-CC6C-A41B-7848C02850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59" y="1397581"/>
                      <a:ext cx="5053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336" name="文本框 335">
                      <a:extLst>
                        <a:ext uri="{FF2B5EF4-FFF2-40B4-BE49-F238E27FC236}">
                          <a16:creationId xmlns:a16="http://schemas.microsoft.com/office/drawing/2014/main" id="{CB619F08-05B6-CC6C-A41B-7848C02850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59" y="1397581"/>
                      <a:ext cx="505314" cy="338554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7" name="连接符: 肘形 336">
                  <a:extLst>
                    <a:ext uri="{FF2B5EF4-FFF2-40B4-BE49-F238E27FC236}">
                      <a16:creationId xmlns:a16="http://schemas.microsoft.com/office/drawing/2014/main" id="{D6F86A91-3FBF-2D68-485E-43AC01041AE1}"/>
                    </a:ext>
                  </a:extLst>
                </p:cNvPr>
                <p:cNvCxnSpPr>
                  <a:cxnSpLocks/>
                  <a:stCxn id="336" idx="2"/>
                  <a:endCxn id="338" idx="1"/>
                </p:cNvCxnSpPr>
                <p:nvPr/>
              </p:nvCxnSpPr>
              <p:spPr>
                <a:xfrm rot="16200000" flipH="1">
                  <a:off x="765176" y="1553774"/>
                  <a:ext cx="121859" cy="486579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4" name="直接箭头连接符 313">
                <a:extLst>
                  <a:ext uri="{FF2B5EF4-FFF2-40B4-BE49-F238E27FC236}">
                    <a16:creationId xmlns:a16="http://schemas.microsoft.com/office/drawing/2014/main" id="{9E4D1362-E26B-95D0-4762-AC663DFB9BFF}"/>
                  </a:ext>
                </a:extLst>
              </p:cNvPr>
              <p:cNvCxnSpPr>
                <a:cxnSpLocks/>
                <a:stCxn id="338" idx="2"/>
              </p:cNvCxnSpPr>
              <p:nvPr/>
            </p:nvCxnSpPr>
            <p:spPr>
              <a:xfrm>
                <a:off x="7907768" y="3180763"/>
                <a:ext cx="0" cy="3515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5" name="文本框 314">
                    <a:extLst>
                      <a:ext uri="{FF2B5EF4-FFF2-40B4-BE49-F238E27FC236}">
                        <a16:creationId xmlns:a16="http://schemas.microsoft.com/office/drawing/2014/main" id="{E65CA9C5-0EBF-DF9A-1222-84B613D60B91}"/>
                      </a:ext>
                    </a:extLst>
                  </p:cNvPr>
                  <p:cNvSpPr txBox="1"/>
                  <p:nvPr/>
                </p:nvSpPr>
                <p:spPr>
                  <a:xfrm>
                    <a:off x="7361397" y="4132957"/>
                    <a:ext cx="4938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315" name="文本框 314">
                    <a:extLst>
                      <a:ext uri="{FF2B5EF4-FFF2-40B4-BE49-F238E27FC236}">
                        <a16:creationId xmlns:a16="http://schemas.microsoft.com/office/drawing/2014/main" id="{E65CA9C5-0EBF-DF9A-1222-84B613D60B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397" y="4132957"/>
                    <a:ext cx="493820" cy="46166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8642" r="-6173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6" name="直接箭头连接符 315">
                <a:extLst>
                  <a:ext uri="{FF2B5EF4-FFF2-40B4-BE49-F238E27FC236}">
                    <a16:creationId xmlns:a16="http://schemas.microsoft.com/office/drawing/2014/main" id="{920145BF-7AAA-D3EB-DE61-25D64DB70E9F}"/>
                  </a:ext>
                </a:extLst>
              </p:cNvPr>
              <p:cNvCxnSpPr>
                <a:cxnSpLocks/>
                <a:stCxn id="315" idx="2"/>
              </p:cNvCxnSpPr>
              <p:nvPr/>
            </p:nvCxnSpPr>
            <p:spPr>
              <a:xfrm>
                <a:off x="7608307" y="4594622"/>
                <a:ext cx="1" cy="226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" name="组合 317">
                <a:extLst>
                  <a:ext uri="{FF2B5EF4-FFF2-40B4-BE49-F238E27FC236}">
                    <a16:creationId xmlns:a16="http://schemas.microsoft.com/office/drawing/2014/main" id="{1242E816-F9B3-64EA-CB6A-73B8F3CFBA2E}"/>
                  </a:ext>
                </a:extLst>
              </p:cNvPr>
              <p:cNvGrpSpPr/>
              <p:nvPr/>
            </p:nvGrpSpPr>
            <p:grpSpPr>
              <a:xfrm>
                <a:off x="7280465" y="4807934"/>
                <a:ext cx="673897" cy="319840"/>
                <a:chOff x="6371344" y="2815265"/>
                <a:chExt cx="1363466" cy="322967"/>
              </a:xfrm>
            </p:grpSpPr>
            <p:sp>
              <p:nvSpPr>
                <p:cNvPr id="333" name="流程图: 数据 332">
                  <a:extLst>
                    <a:ext uri="{FF2B5EF4-FFF2-40B4-BE49-F238E27FC236}">
                      <a16:creationId xmlns:a16="http://schemas.microsoft.com/office/drawing/2014/main" id="{2E1D6698-1D8B-D7B4-A2D7-506C57FB69E4}"/>
                    </a:ext>
                  </a:extLst>
                </p:cNvPr>
                <p:cNvSpPr/>
                <p:nvPr/>
              </p:nvSpPr>
              <p:spPr>
                <a:xfrm>
                  <a:off x="6371344" y="2826732"/>
                  <a:ext cx="1262264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4" name="文本框 333">
                      <a:extLst>
                        <a:ext uri="{FF2B5EF4-FFF2-40B4-BE49-F238E27FC236}">
                          <a16:creationId xmlns:a16="http://schemas.microsoft.com/office/drawing/2014/main" id="{0E58FF83-A29D-B0CA-91D8-0269486E71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72546" y="2815265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334" name="文本框 333">
                      <a:extLst>
                        <a:ext uri="{FF2B5EF4-FFF2-40B4-BE49-F238E27FC236}">
                          <a16:creationId xmlns:a16="http://schemas.microsoft.com/office/drawing/2014/main" id="{0E58FF83-A29D-B0CA-91D8-0269486E71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2546" y="2815265"/>
                      <a:ext cx="1262264" cy="3107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0" name="组合 319">
                <a:extLst>
                  <a:ext uri="{FF2B5EF4-FFF2-40B4-BE49-F238E27FC236}">
                    <a16:creationId xmlns:a16="http://schemas.microsoft.com/office/drawing/2014/main" id="{EDF0EEF0-5468-5D4A-120F-59A192E8C54F}"/>
                  </a:ext>
                </a:extLst>
              </p:cNvPr>
              <p:cNvGrpSpPr/>
              <p:nvPr/>
            </p:nvGrpSpPr>
            <p:grpSpPr>
              <a:xfrm>
                <a:off x="8312854" y="4213304"/>
                <a:ext cx="645665" cy="310218"/>
                <a:chOff x="6063374" y="2819197"/>
                <a:chExt cx="1306347" cy="313251"/>
              </a:xfrm>
            </p:grpSpPr>
            <p:sp>
              <p:nvSpPr>
                <p:cNvPr id="331" name="流程图: 数据 330">
                  <a:extLst>
                    <a:ext uri="{FF2B5EF4-FFF2-40B4-BE49-F238E27FC236}">
                      <a16:creationId xmlns:a16="http://schemas.microsoft.com/office/drawing/2014/main" id="{A3FD10D0-F5DD-4CD3-C519-F353E896390E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2" name="文本框 331">
                      <a:extLst>
                        <a:ext uri="{FF2B5EF4-FFF2-40B4-BE49-F238E27FC236}">
                          <a16:creationId xmlns:a16="http://schemas.microsoft.com/office/drawing/2014/main" id="{37D185BE-F916-00FA-11F9-9D13008DA9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7457" y="2821660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332" name="文本框 331">
                      <a:extLst>
                        <a:ext uri="{FF2B5EF4-FFF2-40B4-BE49-F238E27FC236}">
                          <a16:creationId xmlns:a16="http://schemas.microsoft.com/office/drawing/2014/main" id="{37D185BE-F916-00FA-11F9-9D13008DA9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07457" y="2821660"/>
                      <a:ext cx="1262264" cy="310788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1" name="文本框 320">
                    <a:extLst>
                      <a:ext uri="{FF2B5EF4-FFF2-40B4-BE49-F238E27FC236}">
                        <a16:creationId xmlns:a16="http://schemas.microsoft.com/office/drawing/2014/main" id="{5BFF87CF-29B7-967B-09DA-C8440ADF2A70}"/>
                      </a:ext>
                    </a:extLst>
                  </p:cNvPr>
                  <p:cNvSpPr txBox="1"/>
                  <p:nvPr/>
                </p:nvSpPr>
                <p:spPr>
                  <a:xfrm>
                    <a:off x="6743512" y="4260178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321" name="文本框 320">
                    <a:extLst>
                      <a:ext uri="{FF2B5EF4-FFF2-40B4-BE49-F238E27FC236}">
                        <a16:creationId xmlns:a16="http://schemas.microsoft.com/office/drawing/2014/main" id="{5BFF87CF-29B7-967B-09DA-C8440ADF2A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3512" y="4260178"/>
                    <a:ext cx="764529" cy="2616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23" name="组合 322">
                <a:extLst>
                  <a:ext uri="{FF2B5EF4-FFF2-40B4-BE49-F238E27FC236}">
                    <a16:creationId xmlns:a16="http://schemas.microsoft.com/office/drawing/2014/main" id="{64BA2264-F433-D465-B747-F04040A20C35}"/>
                  </a:ext>
                </a:extLst>
              </p:cNvPr>
              <p:cNvGrpSpPr/>
              <p:nvPr/>
            </p:nvGrpSpPr>
            <p:grpSpPr>
              <a:xfrm>
                <a:off x="7294399" y="3529401"/>
                <a:ext cx="1156275" cy="313222"/>
                <a:chOff x="6945168" y="1388081"/>
                <a:chExt cx="1156275" cy="313222"/>
              </a:xfrm>
            </p:grpSpPr>
            <p:grpSp>
              <p:nvGrpSpPr>
                <p:cNvPr id="325" name="组合 324">
                  <a:extLst>
                    <a:ext uri="{FF2B5EF4-FFF2-40B4-BE49-F238E27FC236}">
                      <a16:creationId xmlns:a16="http://schemas.microsoft.com/office/drawing/2014/main" id="{1D8D5D84-E28B-8825-6C98-BF7C9370FDEB}"/>
                    </a:ext>
                  </a:extLst>
                </p:cNvPr>
                <p:cNvGrpSpPr/>
                <p:nvPr/>
              </p:nvGrpSpPr>
              <p:grpSpPr>
                <a:xfrm>
                  <a:off x="6945168" y="1388081"/>
                  <a:ext cx="661576" cy="308484"/>
                  <a:chOff x="6063374" y="2819197"/>
                  <a:chExt cx="1338539" cy="311500"/>
                </a:xfrm>
              </p:grpSpPr>
              <p:sp>
                <p:nvSpPr>
                  <p:cNvPr id="329" name="流程图: 数据 328">
                    <a:extLst>
                      <a:ext uri="{FF2B5EF4-FFF2-40B4-BE49-F238E27FC236}">
                        <a16:creationId xmlns:a16="http://schemas.microsoft.com/office/drawing/2014/main" id="{6004A70D-04E5-9557-8139-A42F9AFC648D}"/>
                      </a:ext>
                    </a:extLst>
                  </p:cNvPr>
                  <p:cNvSpPr/>
                  <p:nvPr/>
                </p:nvSpPr>
                <p:spPr>
                  <a:xfrm>
                    <a:off x="6063374" y="2819197"/>
                    <a:ext cx="1262265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0" name="文本框 329">
                        <a:extLst>
                          <a:ext uri="{FF2B5EF4-FFF2-40B4-BE49-F238E27FC236}">
                            <a16:creationId xmlns:a16="http://schemas.microsoft.com/office/drawing/2014/main" id="{CB96484E-EB38-A377-266A-3EE73D260B0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50" b="0" i="1" smtClean="0">
                                  <a:latin typeface="Cambria Math" panose="02040503050406030204" pitchFamily="18" charset="0"/>
                                </a:rPr>
                                <m:t>𝑆𝑒𝑙𝑒𝑐𝑡</m:t>
                              </m:r>
                            </m:oMath>
                          </m:oMathPara>
                        </a14:m>
                        <a:endParaRPr lang="zh-CN" altLang="en-US" sz="1050"/>
                      </a:p>
                    </p:txBody>
                  </p:sp>
                </mc:Choice>
                <mc:Fallback xmlns="">
                  <p:sp>
                    <p:nvSpPr>
                      <p:cNvPr id="330" name="文本框 329">
                        <a:extLst>
                          <a:ext uri="{FF2B5EF4-FFF2-40B4-BE49-F238E27FC236}">
                            <a16:creationId xmlns:a16="http://schemas.microsoft.com/office/drawing/2014/main" id="{CB96484E-EB38-A377-266A-3EE73D260B0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26" name="组合 325">
                  <a:extLst>
                    <a:ext uri="{FF2B5EF4-FFF2-40B4-BE49-F238E27FC236}">
                      <a16:creationId xmlns:a16="http://schemas.microsoft.com/office/drawing/2014/main" id="{04FAC434-4B30-19FC-B72B-93062DF0B3C8}"/>
                    </a:ext>
                  </a:extLst>
                </p:cNvPr>
                <p:cNvGrpSpPr/>
                <p:nvPr/>
              </p:nvGrpSpPr>
              <p:grpSpPr>
                <a:xfrm>
                  <a:off x="7448591" y="1392819"/>
                  <a:ext cx="652852" cy="308484"/>
                  <a:chOff x="6082803" y="2826772"/>
                  <a:chExt cx="1320888" cy="311500"/>
                </a:xfrm>
              </p:grpSpPr>
              <p:sp>
                <p:nvSpPr>
                  <p:cNvPr id="327" name="流程图: 数据 326">
                    <a:extLst>
                      <a:ext uri="{FF2B5EF4-FFF2-40B4-BE49-F238E27FC236}">
                        <a16:creationId xmlns:a16="http://schemas.microsoft.com/office/drawing/2014/main" id="{A88F5E36-F1DE-FFB3-E6F8-8891C84F26E7}"/>
                      </a:ext>
                    </a:extLst>
                  </p:cNvPr>
                  <p:cNvSpPr/>
                  <p:nvPr/>
                </p:nvSpPr>
                <p:spPr>
                  <a:xfrm>
                    <a:off x="6082803" y="2826772"/>
                    <a:ext cx="1262266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39C4845E-B9D7-4F44-ED15-3DCBF87509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𝐷𝑖𝑠𝑐𝑎𝑟𝑑</m:t>
                              </m:r>
                            </m:oMath>
                          </m:oMathPara>
                        </a14:m>
                        <a:endParaRPr lang="zh-CN" altLang="en-US" sz="1000"/>
                      </a:p>
                    </p:txBody>
                  </p:sp>
                </mc:Choice>
                <mc:Fallback xmlns=""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39C4845E-B9D7-4F44-ED15-3DCBF87509E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324" name="直接箭头连接符 323">
                <a:extLst>
                  <a:ext uri="{FF2B5EF4-FFF2-40B4-BE49-F238E27FC236}">
                    <a16:creationId xmlns:a16="http://schemas.microsoft.com/office/drawing/2014/main" id="{EF4F7C84-E5F9-7BA2-EFB3-402AE7FE8365}"/>
                  </a:ext>
                </a:extLst>
              </p:cNvPr>
              <p:cNvCxnSpPr>
                <a:cxnSpLocks/>
                <a:stCxn id="329" idx="4"/>
                <a:endCxn id="315" idx="0"/>
              </p:cNvCxnSpPr>
              <p:nvPr/>
            </p:nvCxnSpPr>
            <p:spPr>
              <a:xfrm>
                <a:off x="7606338" y="3837885"/>
                <a:ext cx="1969" cy="2950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箭头连接符 384">
                <a:extLst>
                  <a:ext uri="{FF2B5EF4-FFF2-40B4-BE49-F238E27FC236}">
                    <a16:creationId xmlns:a16="http://schemas.microsoft.com/office/drawing/2014/main" id="{CCA267D9-595E-6CE4-A647-4373FCDF0526}"/>
                  </a:ext>
                </a:extLst>
              </p:cNvPr>
              <p:cNvCxnSpPr>
                <a:cxnSpLocks/>
                <a:stCxn id="332" idx="1"/>
                <a:endCxn id="315" idx="3"/>
              </p:cNvCxnSpPr>
              <p:nvPr/>
            </p:nvCxnSpPr>
            <p:spPr>
              <a:xfrm flipH="1" flipV="1">
                <a:off x="7855217" y="4363790"/>
                <a:ext cx="479425" cy="58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1" name="组合 390">
              <a:extLst>
                <a:ext uri="{FF2B5EF4-FFF2-40B4-BE49-F238E27FC236}">
                  <a16:creationId xmlns:a16="http://schemas.microsoft.com/office/drawing/2014/main" id="{525E6E67-36EB-DD2E-FB66-6E6A442B4D74}"/>
                </a:ext>
              </a:extLst>
            </p:cNvPr>
            <p:cNvGrpSpPr/>
            <p:nvPr/>
          </p:nvGrpSpPr>
          <p:grpSpPr>
            <a:xfrm>
              <a:off x="8936731" y="2470583"/>
              <a:ext cx="2360815" cy="2657191"/>
              <a:chOff x="6597704" y="2470583"/>
              <a:chExt cx="2360815" cy="2657191"/>
            </a:xfrm>
          </p:grpSpPr>
          <p:grpSp>
            <p:nvGrpSpPr>
              <p:cNvPr id="392" name="组合 391">
                <a:extLst>
                  <a:ext uri="{FF2B5EF4-FFF2-40B4-BE49-F238E27FC236}">
                    <a16:creationId xmlns:a16="http://schemas.microsoft.com/office/drawing/2014/main" id="{648C0041-8643-7489-62A1-5A7FFBA32762}"/>
                  </a:ext>
                </a:extLst>
              </p:cNvPr>
              <p:cNvGrpSpPr/>
              <p:nvPr/>
            </p:nvGrpSpPr>
            <p:grpSpPr>
              <a:xfrm>
                <a:off x="6597704" y="2470583"/>
                <a:ext cx="1880892" cy="710180"/>
                <a:chOff x="330159" y="1397581"/>
                <a:chExt cx="1880892" cy="710180"/>
              </a:xfrm>
            </p:grpSpPr>
            <p:grpSp>
              <p:nvGrpSpPr>
                <p:cNvPr id="412" name="组合 411">
                  <a:extLst>
                    <a:ext uri="{FF2B5EF4-FFF2-40B4-BE49-F238E27FC236}">
                      <a16:creationId xmlns:a16="http://schemas.microsoft.com/office/drawing/2014/main" id="{4EE508CE-3F12-1F65-B13C-5C99776BDD97}"/>
                    </a:ext>
                  </a:extLst>
                </p:cNvPr>
                <p:cNvGrpSpPr/>
                <p:nvPr/>
              </p:nvGrpSpPr>
              <p:grpSpPr>
                <a:xfrm>
                  <a:off x="1069395" y="1608227"/>
                  <a:ext cx="1141656" cy="499534"/>
                  <a:chOff x="5505086" y="2352375"/>
                  <a:chExt cx="578309" cy="580584"/>
                </a:xfrm>
              </p:grpSpPr>
              <p:sp>
                <p:nvSpPr>
                  <p:cNvPr id="415" name="矩形 414">
                    <a:extLst>
                      <a:ext uri="{FF2B5EF4-FFF2-40B4-BE49-F238E27FC236}">
                        <a16:creationId xmlns:a16="http://schemas.microsoft.com/office/drawing/2014/main" id="{72410B45-39F0-7FAA-9C21-33FA6C9B8ED2}"/>
                      </a:ext>
                    </a:extLst>
                  </p:cNvPr>
                  <p:cNvSpPr/>
                  <p:nvPr/>
                </p:nvSpPr>
                <p:spPr>
                  <a:xfrm>
                    <a:off x="5505086" y="2352375"/>
                    <a:ext cx="578309" cy="58058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6" name="文本框 415">
                    <a:extLst>
                      <a:ext uri="{FF2B5EF4-FFF2-40B4-BE49-F238E27FC236}">
                        <a16:creationId xmlns:a16="http://schemas.microsoft.com/office/drawing/2014/main" id="{5AA9E726-FE75-E504-6391-3B10ED87D0D1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694" y="2474823"/>
                    <a:ext cx="511294" cy="3577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Encrypt</a:t>
                    </a:r>
                    <a:endParaRPr lang="zh-CN" altLang="en-US" sz="140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3" name="文本框 412">
                      <a:extLst>
                        <a:ext uri="{FF2B5EF4-FFF2-40B4-BE49-F238E27FC236}">
                          <a16:creationId xmlns:a16="http://schemas.microsoft.com/office/drawing/2014/main" id="{2BB2D01F-1353-F20D-633A-38B513850D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59" y="1397581"/>
                      <a:ext cx="5053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413" name="文本框 412">
                      <a:extLst>
                        <a:ext uri="{FF2B5EF4-FFF2-40B4-BE49-F238E27FC236}">
                          <a16:creationId xmlns:a16="http://schemas.microsoft.com/office/drawing/2014/main" id="{2BB2D01F-1353-F20D-633A-38B513850D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59" y="1397581"/>
                      <a:ext cx="505314" cy="338554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4" name="连接符: 肘形 413">
                  <a:extLst>
                    <a:ext uri="{FF2B5EF4-FFF2-40B4-BE49-F238E27FC236}">
                      <a16:creationId xmlns:a16="http://schemas.microsoft.com/office/drawing/2014/main" id="{15458BF8-6A3E-57AE-6FF7-0E2106B7CD8B}"/>
                    </a:ext>
                  </a:extLst>
                </p:cNvPr>
                <p:cNvCxnSpPr>
                  <a:cxnSpLocks/>
                  <a:stCxn id="413" idx="2"/>
                  <a:endCxn id="415" idx="1"/>
                </p:cNvCxnSpPr>
                <p:nvPr/>
              </p:nvCxnSpPr>
              <p:spPr>
                <a:xfrm rot="16200000" flipH="1">
                  <a:off x="765176" y="1553774"/>
                  <a:ext cx="121859" cy="486579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3" name="直接箭头连接符 392">
                <a:extLst>
                  <a:ext uri="{FF2B5EF4-FFF2-40B4-BE49-F238E27FC236}">
                    <a16:creationId xmlns:a16="http://schemas.microsoft.com/office/drawing/2014/main" id="{76080C29-C4B4-E556-9538-4039D7F68C82}"/>
                  </a:ext>
                </a:extLst>
              </p:cNvPr>
              <p:cNvCxnSpPr>
                <a:cxnSpLocks/>
                <a:stCxn id="415" idx="2"/>
              </p:cNvCxnSpPr>
              <p:nvPr/>
            </p:nvCxnSpPr>
            <p:spPr>
              <a:xfrm>
                <a:off x="7907768" y="3180763"/>
                <a:ext cx="0" cy="3515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4" name="文本框 393">
                    <a:extLst>
                      <a:ext uri="{FF2B5EF4-FFF2-40B4-BE49-F238E27FC236}">
                        <a16:creationId xmlns:a16="http://schemas.microsoft.com/office/drawing/2014/main" id="{582C3F99-D5FF-A47D-C7D4-31E57EC8CFBB}"/>
                      </a:ext>
                    </a:extLst>
                  </p:cNvPr>
                  <p:cNvSpPr txBox="1"/>
                  <p:nvPr/>
                </p:nvSpPr>
                <p:spPr>
                  <a:xfrm>
                    <a:off x="7361397" y="4132957"/>
                    <a:ext cx="4938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394" name="文本框 393">
                    <a:extLst>
                      <a:ext uri="{FF2B5EF4-FFF2-40B4-BE49-F238E27FC236}">
                        <a16:creationId xmlns:a16="http://schemas.microsoft.com/office/drawing/2014/main" id="{582C3F99-D5FF-A47D-C7D4-31E57EC8CF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397" y="4132957"/>
                    <a:ext cx="493820" cy="461665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7407" r="-7407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5" name="直接箭头连接符 394">
                <a:extLst>
                  <a:ext uri="{FF2B5EF4-FFF2-40B4-BE49-F238E27FC236}">
                    <a16:creationId xmlns:a16="http://schemas.microsoft.com/office/drawing/2014/main" id="{14AEBD77-5C30-C68A-5633-5B46544BF0FC}"/>
                  </a:ext>
                </a:extLst>
              </p:cNvPr>
              <p:cNvCxnSpPr>
                <a:cxnSpLocks/>
                <a:stCxn id="394" idx="2"/>
              </p:cNvCxnSpPr>
              <p:nvPr/>
            </p:nvCxnSpPr>
            <p:spPr>
              <a:xfrm>
                <a:off x="7608307" y="4594622"/>
                <a:ext cx="1" cy="226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6" name="组合 395">
                <a:extLst>
                  <a:ext uri="{FF2B5EF4-FFF2-40B4-BE49-F238E27FC236}">
                    <a16:creationId xmlns:a16="http://schemas.microsoft.com/office/drawing/2014/main" id="{5AAA110F-7364-CE25-7C73-83402B74D87E}"/>
                  </a:ext>
                </a:extLst>
              </p:cNvPr>
              <p:cNvGrpSpPr/>
              <p:nvPr/>
            </p:nvGrpSpPr>
            <p:grpSpPr>
              <a:xfrm>
                <a:off x="7280465" y="4807934"/>
                <a:ext cx="673897" cy="319840"/>
                <a:chOff x="6371344" y="2815265"/>
                <a:chExt cx="1363466" cy="322967"/>
              </a:xfrm>
            </p:grpSpPr>
            <p:sp>
              <p:nvSpPr>
                <p:cNvPr id="410" name="流程图: 数据 409">
                  <a:extLst>
                    <a:ext uri="{FF2B5EF4-FFF2-40B4-BE49-F238E27FC236}">
                      <a16:creationId xmlns:a16="http://schemas.microsoft.com/office/drawing/2014/main" id="{F9C39818-1EFD-CF96-B967-F5650ED7ADDB}"/>
                    </a:ext>
                  </a:extLst>
                </p:cNvPr>
                <p:cNvSpPr/>
                <p:nvPr/>
              </p:nvSpPr>
              <p:spPr>
                <a:xfrm>
                  <a:off x="6371344" y="2826732"/>
                  <a:ext cx="1262264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1" name="文本框 410">
                      <a:extLst>
                        <a:ext uri="{FF2B5EF4-FFF2-40B4-BE49-F238E27FC236}">
                          <a16:creationId xmlns:a16="http://schemas.microsoft.com/office/drawing/2014/main" id="{FCE31280-0EB9-4050-49F6-589D453A44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72546" y="2815265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411" name="文本框 410">
                      <a:extLst>
                        <a:ext uri="{FF2B5EF4-FFF2-40B4-BE49-F238E27FC236}">
                          <a16:creationId xmlns:a16="http://schemas.microsoft.com/office/drawing/2014/main" id="{FCE31280-0EB9-4050-49F6-589D453A44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2546" y="2815265"/>
                      <a:ext cx="1262264" cy="3107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97" name="组合 396">
                <a:extLst>
                  <a:ext uri="{FF2B5EF4-FFF2-40B4-BE49-F238E27FC236}">
                    <a16:creationId xmlns:a16="http://schemas.microsoft.com/office/drawing/2014/main" id="{31F723A6-1DB7-5934-E00F-0A1743BD0BE1}"/>
                  </a:ext>
                </a:extLst>
              </p:cNvPr>
              <p:cNvGrpSpPr/>
              <p:nvPr/>
            </p:nvGrpSpPr>
            <p:grpSpPr>
              <a:xfrm>
                <a:off x="8312854" y="4213304"/>
                <a:ext cx="645665" cy="310215"/>
                <a:chOff x="6063374" y="2819197"/>
                <a:chExt cx="1306347" cy="313248"/>
              </a:xfrm>
            </p:grpSpPr>
            <p:sp>
              <p:nvSpPr>
                <p:cNvPr id="408" name="流程图: 数据 407">
                  <a:extLst>
                    <a:ext uri="{FF2B5EF4-FFF2-40B4-BE49-F238E27FC236}">
                      <a16:creationId xmlns:a16="http://schemas.microsoft.com/office/drawing/2014/main" id="{F403EBCC-1BF8-9A2B-D38E-D03A9DBC1A0A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9" name="文本框 408">
                      <a:extLst>
                        <a:ext uri="{FF2B5EF4-FFF2-40B4-BE49-F238E27FC236}">
                          <a16:creationId xmlns:a16="http://schemas.microsoft.com/office/drawing/2014/main" id="{2DC0C581-8BE2-F870-29B7-B369E31357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7457" y="2821657"/>
                      <a:ext cx="1262264" cy="3107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/>
                    </a:p>
                  </p:txBody>
                </p:sp>
              </mc:Choice>
              <mc:Fallback xmlns="">
                <p:sp>
                  <p:nvSpPr>
                    <p:cNvPr id="409" name="文本框 408">
                      <a:extLst>
                        <a:ext uri="{FF2B5EF4-FFF2-40B4-BE49-F238E27FC236}">
                          <a16:creationId xmlns:a16="http://schemas.microsoft.com/office/drawing/2014/main" id="{2DC0C581-8BE2-F870-29B7-B369E3135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07457" y="2821657"/>
                      <a:ext cx="1262264" cy="3107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8" name="文本框 397">
                    <a:extLst>
                      <a:ext uri="{FF2B5EF4-FFF2-40B4-BE49-F238E27FC236}">
                        <a16:creationId xmlns:a16="http://schemas.microsoft.com/office/drawing/2014/main" id="{AFE26C5F-62D4-2CF7-6757-867D610CFA6B}"/>
                      </a:ext>
                    </a:extLst>
                  </p:cNvPr>
                  <p:cNvSpPr txBox="1"/>
                  <p:nvPr/>
                </p:nvSpPr>
                <p:spPr>
                  <a:xfrm>
                    <a:off x="6743512" y="4260178"/>
                    <a:ext cx="76452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zh-CN" altLang="en-US" sz="1100"/>
                      <a:t> </a:t>
                    </a:r>
                    <a:r>
                      <a:rPr lang="en-US" altLang="zh-CN" sz="1100"/>
                      <a:t>bits</a:t>
                    </a:r>
                    <a:endParaRPr lang="zh-CN" altLang="en-US" sz="1100"/>
                  </a:p>
                </p:txBody>
              </p:sp>
            </mc:Choice>
            <mc:Fallback xmlns="">
              <p:sp>
                <p:nvSpPr>
                  <p:cNvPr id="398" name="文本框 397">
                    <a:extLst>
                      <a:ext uri="{FF2B5EF4-FFF2-40B4-BE49-F238E27FC236}">
                        <a16:creationId xmlns:a16="http://schemas.microsoft.com/office/drawing/2014/main" id="{AFE26C5F-62D4-2CF7-6757-867D610CFA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3512" y="4260178"/>
                    <a:ext cx="764529" cy="2616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99" name="组合 398">
                <a:extLst>
                  <a:ext uri="{FF2B5EF4-FFF2-40B4-BE49-F238E27FC236}">
                    <a16:creationId xmlns:a16="http://schemas.microsoft.com/office/drawing/2014/main" id="{76B854A3-E544-DCC6-D4D8-37D61A94AFEF}"/>
                  </a:ext>
                </a:extLst>
              </p:cNvPr>
              <p:cNvGrpSpPr/>
              <p:nvPr/>
            </p:nvGrpSpPr>
            <p:grpSpPr>
              <a:xfrm>
                <a:off x="7294399" y="3529401"/>
                <a:ext cx="1156275" cy="313222"/>
                <a:chOff x="6945168" y="1388081"/>
                <a:chExt cx="1156275" cy="313222"/>
              </a:xfrm>
            </p:grpSpPr>
            <p:grpSp>
              <p:nvGrpSpPr>
                <p:cNvPr id="402" name="组合 401">
                  <a:extLst>
                    <a:ext uri="{FF2B5EF4-FFF2-40B4-BE49-F238E27FC236}">
                      <a16:creationId xmlns:a16="http://schemas.microsoft.com/office/drawing/2014/main" id="{760BDFF8-9568-B72B-3BC5-F913917D2BA3}"/>
                    </a:ext>
                  </a:extLst>
                </p:cNvPr>
                <p:cNvGrpSpPr/>
                <p:nvPr/>
              </p:nvGrpSpPr>
              <p:grpSpPr>
                <a:xfrm>
                  <a:off x="6945168" y="1388081"/>
                  <a:ext cx="661576" cy="308484"/>
                  <a:chOff x="6063374" y="2819197"/>
                  <a:chExt cx="1338539" cy="311500"/>
                </a:xfrm>
              </p:grpSpPr>
              <p:sp>
                <p:nvSpPr>
                  <p:cNvPr id="406" name="流程图: 数据 405">
                    <a:extLst>
                      <a:ext uri="{FF2B5EF4-FFF2-40B4-BE49-F238E27FC236}">
                        <a16:creationId xmlns:a16="http://schemas.microsoft.com/office/drawing/2014/main" id="{DEBEFD2A-E7A9-F879-4E97-195A0C2BEA52}"/>
                      </a:ext>
                    </a:extLst>
                  </p:cNvPr>
                  <p:cNvSpPr/>
                  <p:nvPr/>
                </p:nvSpPr>
                <p:spPr>
                  <a:xfrm>
                    <a:off x="6063374" y="2819197"/>
                    <a:ext cx="1262265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7" name="文本框 406">
                        <a:extLst>
                          <a:ext uri="{FF2B5EF4-FFF2-40B4-BE49-F238E27FC236}">
                            <a16:creationId xmlns:a16="http://schemas.microsoft.com/office/drawing/2014/main" id="{BB2B58BC-9B42-D23F-57F1-25EBF270855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50" b="0" i="1" smtClean="0">
                                  <a:latin typeface="Cambria Math" panose="02040503050406030204" pitchFamily="18" charset="0"/>
                                </a:rPr>
                                <m:t>𝑆𝑒𝑙𝑒𝑐𝑡</m:t>
                              </m:r>
                            </m:oMath>
                          </m:oMathPara>
                        </a14:m>
                        <a:endParaRPr lang="zh-CN" altLang="en-US" sz="1050"/>
                      </a:p>
                    </p:txBody>
                  </p:sp>
                </mc:Choice>
                <mc:Fallback xmlns="">
                  <p:sp>
                    <p:nvSpPr>
                      <p:cNvPr id="407" name="文本框 406">
                        <a:extLst>
                          <a:ext uri="{FF2B5EF4-FFF2-40B4-BE49-F238E27FC236}">
                            <a16:creationId xmlns:a16="http://schemas.microsoft.com/office/drawing/2014/main" id="{BB2B58BC-9B42-D23F-57F1-25EBF270855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39649" y="2841620"/>
                        <a:ext cx="1262264" cy="264168"/>
                      </a:xfrm>
                      <a:prstGeom prst="rect">
                        <a:avLst/>
                      </a:prstGeom>
                      <a:blipFill>
                        <a:blip r:embed="rId3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03" name="组合 402">
                  <a:extLst>
                    <a:ext uri="{FF2B5EF4-FFF2-40B4-BE49-F238E27FC236}">
                      <a16:creationId xmlns:a16="http://schemas.microsoft.com/office/drawing/2014/main" id="{5F2FCEFE-465F-4E70-2084-058651F67B23}"/>
                    </a:ext>
                  </a:extLst>
                </p:cNvPr>
                <p:cNvGrpSpPr/>
                <p:nvPr/>
              </p:nvGrpSpPr>
              <p:grpSpPr>
                <a:xfrm>
                  <a:off x="7448591" y="1392819"/>
                  <a:ext cx="652852" cy="308484"/>
                  <a:chOff x="6082803" y="2826772"/>
                  <a:chExt cx="1320888" cy="311500"/>
                </a:xfrm>
              </p:grpSpPr>
              <p:sp>
                <p:nvSpPr>
                  <p:cNvPr id="404" name="流程图: 数据 403">
                    <a:extLst>
                      <a:ext uri="{FF2B5EF4-FFF2-40B4-BE49-F238E27FC236}">
                        <a16:creationId xmlns:a16="http://schemas.microsoft.com/office/drawing/2014/main" id="{6C205E3E-3CAC-88D1-C3F9-5F154A030BE3}"/>
                      </a:ext>
                    </a:extLst>
                  </p:cNvPr>
                  <p:cNvSpPr/>
                  <p:nvPr/>
                </p:nvSpPr>
                <p:spPr>
                  <a:xfrm>
                    <a:off x="6082803" y="2826772"/>
                    <a:ext cx="1262266" cy="311500"/>
                  </a:xfrm>
                  <a:prstGeom prst="flowChartInputOutpu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5" name="文本框 404">
                        <a:extLst>
                          <a:ext uri="{FF2B5EF4-FFF2-40B4-BE49-F238E27FC236}">
                            <a16:creationId xmlns:a16="http://schemas.microsoft.com/office/drawing/2014/main" id="{6EF53D36-B0FA-A0C9-EC43-4634DEA8375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𝐷𝑖𝑠𝑐𝑎𝑟𝑑</m:t>
                              </m:r>
                            </m:oMath>
                          </m:oMathPara>
                        </a14:m>
                        <a:endParaRPr lang="zh-CN" altLang="en-US" sz="1000"/>
                      </a:p>
                    </p:txBody>
                  </p:sp>
                </mc:Choice>
                <mc:Fallback xmlns="">
                  <p:sp>
                    <p:nvSpPr>
                      <p:cNvPr id="405" name="文本框 404">
                        <a:extLst>
                          <a:ext uri="{FF2B5EF4-FFF2-40B4-BE49-F238E27FC236}">
                            <a16:creationId xmlns:a16="http://schemas.microsoft.com/office/drawing/2014/main" id="{6EF53D36-B0FA-A0C9-EC43-4634DEA8375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41427" y="2869870"/>
                        <a:ext cx="1262264" cy="248628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400" name="直接箭头连接符 399">
                <a:extLst>
                  <a:ext uri="{FF2B5EF4-FFF2-40B4-BE49-F238E27FC236}">
                    <a16:creationId xmlns:a16="http://schemas.microsoft.com/office/drawing/2014/main" id="{D8B7BC2C-8556-8CF8-01AA-CF278DCFAD44}"/>
                  </a:ext>
                </a:extLst>
              </p:cNvPr>
              <p:cNvCxnSpPr>
                <a:cxnSpLocks/>
                <a:stCxn id="406" idx="4"/>
                <a:endCxn id="394" idx="0"/>
              </p:cNvCxnSpPr>
              <p:nvPr/>
            </p:nvCxnSpPr>
            <p:spPr>
              <a:xfrm>
                <a:off x="7606338" y="3837885"/>
                <a:ext cx="1969" cy="2950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箭头连接符 400">
                <a:extLst>
                  <a:ext uri="{FF2B5EF4-FFF2-40B4-BE49-F238E27FC236}">
                    <a16:creationId xmlns:a16="http://schemas.microsoft.com/office/drawing/2014/main" id="{2B7B1363-57F8-EA58-278A-65A7245B7C14}"/>
                  </a:ext>
                </a:extLst>
              </p:cNvPr>
              <p:cNvCxnSpPr>
                <a:cxnSpLocks/>
                <a:stCxn id="409" idx="1"/>
                <a:endCxn id="394" idx="3"/>
              </p:cNvCxnSpPr>
              <p:nvPr/>
            </p:nvCxnSpPr>
            <p:spPr>
              <a:xfrm flipH="1" flipV="1">
                <a:off x="7855217" y="4363790"/>
                <a:ext cx="479425" cy="58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178E936E-B65B-F035-9D04-30D283EF4A0A}"/>
                </a:ext>
              </a:extLst>
            </p:cNvPr>
            <p:cNvCxnSpPr>
              <a:cxnSpLocks/>
              <a:endCxn id="415" idx="0"/>
            </p:cNvCxnSpPr>
            <p:nvPr/>
          </p:nvCxnSpPr>
          <p:spPr>
            <a:xfrm>
              <a:off x="10243370" y="2424865"/>
              <a:ext cx="3425" cy="2563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连接符: 肘形 439">
              <a:extLst>
                <a:ext uri="{FF2B5EF4-FFF2-40B4-BE49-F238E27FC236}">
                  <a16:creationId xmlns:a16="http://schemas.microsoft.com/office/drawing/2014/main" id="{2F2D703A-8323-6A27-B6F1-0A46609EBB71}"/>
                </a:ext>
              </a:extLst>
            </p:cNvPr>
            <p:cNvCxnSpPr>
              <a:cxnSpLocks/>
              <a:stCxn id="409" idx="3"/>
              <a:endCxn id="441" idx="2"/>
            </p:cNvCxnSpPr>
            <p:nvPr/>
          </p:nvCxnSpPr>
          <p:spPr>
            <a:xfrm flipV="1">
              <a:off x="11297546" y="2411856"/>
              <a:ext cx="180240" cy="1957774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14828D05-8DE7-D42B-BF0F-A1C44ECEADAF}"/>
                    </a:ext>
                  </a:extLst>
                </p:cNvPr>
                <p:cNvSpPr txBox="1"/>
                <p:nvPr/>
              </p:nvSpPr>
              <p:spPr>
                <a:xfrm>
                  <a:off x="10992410" y="2011746"/>
                  <a:ext cx="9707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sz="2000" b="1"/>
                </a:p>
              </p:txBody>
            </p:sp>
          </mc:Choice>
          <mc:Fallback xmlns="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14828D05-8DE7-D42B-BF0F-A1C44ECEA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2410" y="2011746"/>
                  <a:ext cx="970751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2" name="直接箭头连接符 441">
              <a:extLst>
                <a:ext uri="{FF2B5EF4-FFF2-40B4-BE49-F238E27FC236}">
                  <a16:creationId xmlns:a16="http://schemas.microsoft.com/office/drawing/2014/main" id="{6BF296A4-2264-DB3F-3117-90721B11E28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623" y="2211801"/>
              <a:ext cx="3976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9" name="文本框 448">
            <a:extLst>
              <a:ext uri="{FF2B5EF4-FFF2-40B4-BE49-F238E27FC236}">
                <a16:creationId xmlns:a16="http://schemas.microsoft.com/office/drawing/2014/main" id="{7EE4E7F0-9B99-6554-C8D5-0DF22CAEFB4D}"/>
              </a:ext>
            </a:extLst>
          </p:cNvPr>
          <p:cNvSpPr txBox="1"/>
          <p:nvPr/>
        </p:nvSpPr>
        <p:spPr>
          <a:xfrm>
            <a:off x="8209287" y="5245340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CFB-</a:t>
            </a: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endParaRPr lang="en-US" altLang="zh-CN" sz="1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446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2009699" y="5245967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CFB-</a:t>
            </a: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endParaRPr lang="en-US" altLang="zh-CN" sz="1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5AD2D55B-46B5-2E73-72E7-B80DD69ECDC5}"/>
              </a:ext>
            </a:extLst>
          </p:cNvPr>
          <p:cNvCxnSpPr>
            <a:cxnSpLocks/>
          </p:cNvCxnSpPr>
          <p:nvPr/>
        </p:nvCxnSpPr>
        <p:spPr>
          <a:xfrm>
            <a:off x="5996890" y="2041604"/>
            <a:ext cx="0" cy="266322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B0FAA534-5FB4-71C5-E6F8-507BDFB96DBF}"/>
              </a:ext>
            </a:extLst>
          </p:cNvPr>
          <p:cNvCxnSpPr>
            <a:cxnSpLocks/>
            <a:stCxn id="140" idx="5"/>
            <a:endCxn id="277" idx="0"/>
          </p:cNvCxnSpPr>
          <p:nvPr/>
        </p:nvCxnSpPr>
        <p:spPr>
          <a:xfrm flipV="1">
            <a:off x="1543939" y="2686941"/>
            <a:ext cx="2457346" cy="2318815"/>
          </a:xfrm>
          <a:prstGeom prst="bentConnector4">
            <a:avLst>
              <a:gd name="adj1" fmla="val 35685"/>
              <a:gd name="adj2" fmla="val 142088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79931ED4-58CB-7FD6-931A-E2F5FBC7A9FA}"/>
              </a:ext>
            </a:extLst>
          </p:cNvPr>
          <p:cNvGrpSpPr/>
          <p:nvPr/>
        </p:nvGrpSpPr>
        <p:grpSpPr>
          <a:xfrm>
            <a:off x="235586" y="2366043"/>
            <a:ext cx="2072881" cy="2795686"/>
            <a:chOff x="5859082" y="2543793"/>
            <a:chExt cx="2072881" cy="2795686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1F09F5DA-1A74-210D-5891-3883B2941BCC}"/>
                </a:ext>
              </a:extLst>
            </p:cNvPr>
            <p:cNvGrpSpPr/>
            <p:nvPr/>
          </p:nvGrpSpPr>
          <p:grpSpPr>
            <a:xfrm>
              <a:off x="5894009" y="2655776"/>
              <a:ext cx="1880892" cy="710180"/>
              <a:chOff x="330159" y="1397581"/>
              <a:chExt cx="1880892" cy="710180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2C44F098-93F3-6DDB-FE30-71A2C104B814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CED830EA-68FA-6C7C-269A-072A91173334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E27B492-3BE0-AD6F-5E01-3E05CE1BF415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B79E820B-CB67-3847-C56B-A41D7C193070}"/>
                      </a:ext>
                    </a:extLst>
                  </p:cNvPr>
                  <p:cNvSpPr txBox="1"/>
                  <p:nvPr/>
                </p:nvSpPr>
                <p:spPr>
                  <a:xfrm>
                    <a:off x="330159" y="1397581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B79E820B-CB67-3847-C56B-A41D7C1930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159" y="1397581"/>
                    <a:ext cx="505314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连接符: 肘形 61">
                <a:extLst>
                  <a:ext uri="{FF2B5EF4-FFF2-40B4-BE49-F238E27FC236}">
                    <a16:creationId xmlns:a16="http://schemas.microsoft.com/office/drawing/2014/main" id="{14027EA9-5814-51C1-8E13-51F14F92AB55}"/>
                  </a:ext>
                </a:extLst>
              </p:cNvPr>
              <p:cNvCxnSpPr>
                <a:cxnSpLocks/>
                <a:stCxn id="61" idx="2"/>
                <a:endCxn id="63" idx="1"/>
              </p:cNvCxnSpPr>
              <p:nvPr/>
            </p:nvCxnSpPr>
            <p:spPr>
              <a:xfrm rot="16200000" flipH="1">
                <a:off x="765176" y="1553774"/>
                <a:ext cx="121859" cy="48657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377C5D68-E3A8-8EDD-C9C1-B58F0D8E688E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>
              <a:off x="7204073" y="3365956"/>
              <a:ext cx="0" cy="35150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6B71914-DDAA-9935-078D-1896A29ACE47}"/>
                    </a:ext>
                  </a:extLst>
                </p:cNvPr>
                <p:cNvSpPr txBox="1"/>
                <p:nvPr/>
              </p:nvSpPr>
              <p:spPr>
                <a:xfrm>
                  <a:off x="6657702" y="4318150"/>
                  <a:ext cx="4938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6B71914-DDAA-9935-078D-1896A29AC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7702" y="4318150"/>
                  <a:ext cx="493820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8642" r="-6173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6209C1B4-1315-8912-C813-AEF0E7FE4FC4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>
              <a:off x="6904612" y="4779815"/>
              <a:ext cx="1" cy="2266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连接符: 肘形 68">
              <a:extLst>
                <a:ext uri="{FF2B5EF4-FFF2-40B4-BE49-F238E27FC236}">
                  <a16:creationId xmlns:a16="http://schemas.microsoft.com/office/drawing/2014/main" id="{48B5B1F7-BAFD-B01E-329A-01A47A0A36FC}"/>
                </a:ext>
              </a:extLst>
            </p:cNvPr>
            <p:cNvCxnSpPr>
              <a:cxnSpLocks/>
              <a:stCxn id="74" idx="3"/>
              <a:endCxn id="66" idx="1"/>
            </p:cNvCxnSpPr>
            <p:nvPr/>
          </p:nvCxnSpPr>
          <p:spPr>
            <a:xfrm rot="16200000" flipH="1">
              <a:off x="6286164" y="4177445"/>
              <a:ext cx="194004" cy="549071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B10A3DB-AC81-E712-22B8-33A30F7B5BB9}"/>
                </a:ext>
              </a:extLst>
            </p:cNvPr>
            <p:cNvGrpSpPr/>
            <p:nvPr/>
          </p:nvGrpSpPr>
          <p:grpSpPr>
            <a:xfrm>
              <a:off x="5859082" y="4035140"/>
              <a:ext cx="673897" cy="319840"/>
              <a:chOff x="6371344" y="2815265"/>
              <a:chExt cx="1363466" cy="322967"/>
            </a:xfrm>
          </p:grpSpPr>
          <p:sp>
            <p:nvSpPr>
              <p:cNvPr id="74" name="流程图: 数据 73">
                <a:extLst>
                  <a:ext uri="{FF2B5EF4-FFF2-40B4-BE49-F238E27FC236}">
                    <a16:creationId xmlns:a16="http://schemas.microsoft.com/office/drawing/2014/main" id="{2074D422-4A5D-385D-B44E-2DBC7951F2B2}"/>
                  </a:ext>
                </a:extLst>
              </p:cNvPr>
              <p:cNvSpPr/>
              <p:nvPr/>
            </p:nvSpPr>
            <p:spPr>
              <a:xfrm>
                <a:off x="6371344" y="2826732"/>
                <a:ext cx="1262264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C3B8F91D-644F-7CC8-54BF-4C008D4255E7}"/>
                      </a:ext>
                    </a:extLst>
                  </p:cNvPr>
                  <p:cNvSpPr txBox="1"/>
                  <p:nvPr/>
                </p:nvSpPr>
                <p:spPr>
                  <a:xfrm>
                    <a:off x="6472546" y="2815265"/>
                    <a:ext cx="1262264" cy="3107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C3B8F91D-644F-7CC8-54BF-4C008D4255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2546" y="2815265"/>
                    <a:ext cx="1262264" cy="3107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BEAB0CE3-4469-2172-4F81-8C19ED147348}"/>
                </a:ext>
              </a:extLst>
            </p:cNvPr>
            <p:cNvCxnSpPr>
              <a:cxnSpLocks/>
              <a:stCxn id="210" idx="3"/>
              <a:endCxn id="63" idx="0"/>
            </p:cNvCxnSpPr>
            <p:nvPr/>
          </p:nvCxnSpPr>
          <p:spPr>
            <a:xfrm>
              <a:off x="7201179" y="2543793"/>
              <a:ext cx="2894" cy="32262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6FC0CFC8-A43F-E62C-56E1-DA627D875E22}"/>
                </a:ext>
              </a:extLst>
            </p:cNvPr>
            <p:cNvGrpSpPr/>
            <p:nvPr/>
          </p:nvGrpSpPr>
          <p:grpSpPr>
            <a:xfrm>
              <a:off x="6605946" y="5029264"/>
              <a:ext cx="645665" cy="310215"/>
              <a:chOff x="6063374" y="2819197"/>
              <a:chExt cx="1306347" cy="313248"/>
            </a:xfrm>
          </p:grpSpPr>
          <p:sp>
            <p:nvSpPr>
              <p:cNvPr id="140" name="流程图: 数据 139">
                <a:extLst>
                  <a:ext uri="{FF2B5EF4-FFF2-40B4-BE49-F238E27FC236}">
                    <a16:creationId xmlns:a16="http://schemas.microsoft.com/office/drawing/2014/main" id="{2DAC251B-40D3-E80E-3D9E-F9B7862E0F21}"/>
                  </a:ext>
                </a:extLst>
              </p:cNvPr>
              <p:cNvSpPr/>
              <p:nvPr/>
            </p:nvSpPr>
            <p:spPr>
              <a:xfrm>
                <a:off x="6063374" y="2819197"/>
                <a:ext cx="1262265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文本框 140">
                    <a:extLst>
                      <a:ext uri="{FF2B5EF4-FFF2-40B4-BE49-F238E27FC236}">
                        <a16:creationId xmlns:a16="http://schemas.microsoft.com/office/drawing/2014/main" id="{91FD7757-C4BA-1E69-0B96-8EA017031076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457" y="2821657"/>
                    <a:ext cx="1262264" cy="3107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141" name="文本框 140">
                    <a:extLst>
                      <a:ext uri="{FF2B5EF4-FFF2-40B4-BE49-F238E27FC236}">
                        <a16:creationId xmlns:a16="http://schemas.microsoft.com/office/drawing/2014/main" id="{91FD7757-C4BA-1E69-0B96-8EA0170310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7457" y="2821657"/>
                    <a:ext cx="1262264" cy="3107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5529350-A5D1-8B0E-03E6-8B8FD69D8C84}"/>
                    </a:ext>
                  </a:extLst>
                </p:cNvPr>
                <p:cNvSpPr txBox="1"/>
                <p:nvPr/>
              </p:nvSpPr>
              <p:spPr>
                <a:xfrm>
                  <a:off x="7010372" y="4433183"/>
                  <a:ext cx="7645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zh-CN" altLang="en-US" sz="1100"/>
                    <a:t> </a:t>
                  </a:r>
                  <a:r>
                    <a:rPr lang="en-US" altLang="zh-CN" sz="1100"/>
                    <a:t>bits</a:t>
                  </a:r>
                  <a:endParaRPr lang="zh-CN" altLang="en-US" sz="1100"/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5529350-A5D1-8B0E-03E6-8B8FD69D8C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372" y="4433183"/>
                  <a:ext cx="764529" cy="261610"/>
                </a:xfrm>
                <a:prstGeom prst="rect">
                  <a:avLst/>
                </a:prstGeom>
                <a:blipFill>
                  <a:blip r:embed="rId6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4DED798-A733-FA6E-5CF1-9155C3F3E809}"/>
                    </a:ext>
                  </a:extLst>
                </p:cNvPr>
                <p:cNvSpPr txBox="1"/>
                <p:nvPr/>
              </p:nvSpPr>
              <p:spPr>
                <a:xfrm>
                  <a:off x="7167434" y="2602615"/>
                  <a:ext cx="7645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zh-CN" altLang="en-US" sz="1100"/>
                    <a:t> </a:t>
                  </a:r>
                  <a:r>
                    <a:rPr lang="en-US" altLang="zh-CN" sz="1100"/>
                    <a:t>bits</a:t>
                  </a:r>
                  <a:endParaRPr lang="zh-CN" altLang="en-US" sz="110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4DED798-A733-FA6E-5CF1-9155C3F3E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7434" y="2602615"/>
                  <a:ext cx="764529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EB36E414-5E15-941C-D9E9-F2A5948EE9A4}"/>
                </a:ext>
              </a:extLst>
            </p:cNvPr>
            <p:cNvGrpSpPr/>
            <p:nvPr/>
          </p:nvGrpSpPr>
          <p:grpSpPr>
            <a:xfrm>
              <a:off x="6590704" y="3714594"/>
              <a:ext cx="1156275" cy="313222"/>
              <a:chOff x="6945168" y="1388081"/>
              <a:chExt cx="1156275" cy="313222"/>
            </a:xfrm>
          </p:grpSpPr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5925A9BA-3962-4E62-A8B1-E5E43512CADA}"/>
                  </a:ext>
                </a:extLst>
              </p:cNvPr>
              <p:cNvGrpSpPr/>
              <p:nvPr/>
            </p:nvGrpSpPr>
            <p:grpSpPr>
              <a:xfrm>
                <a:off x="6945168" y="1388081"/>
                <a:ext cx="661576" cy="308484"/>
                <a:chOff x="6063374" y="2819197"/>
                <a:chExt cx="1338539" cy="311500"/>
              </a:xfrm>
            </p:grpSpPr>
            <p:sp>
              <p:nvSpPr>
                <p:cNvPr id="147" name="流程图: 数据 146">
                  <a:extLst>
                    <a:ext uri="{FF2B5EF4-FFF2-40B4-BE49-F238E27FC236}">
                      <a16:creationId xmlns:a16="http://schemas.microsoft.com/office/drawing/2014/main" id="{26080BD3-D099-56E5-0D50-84E09E849C23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8" name="文本框 147">
                      <a:extLst>
                        <a:ext uri="{FF2B5EF4-FFF2-40B4-BE49-F238E27FC236}">
                          <a16:creationId xmlns:a16="http://schemas.microsoft.com/office/drawing/2014/main" id="{945BAC40-208E-9660-2C0E-BAD13A98E5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39649" y="2841620"/>
                      <a:ext cx="1262264" cy="2641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𝑆𝑒𝑙𝑒𝑐𝑡</m:t>
                            </m:r>
                          </m:oMath>
                        </m:oMathPara>
                      </a14:m>
                      <a:endParaRPr lang="zh-CN" altLang="en-US" sz="1050"/>
                    </a:p>
                  </p:txBody>
                </p:sp>
              </mc:Choice>
              <mc:Fallback xmlns="">
                <p:sp>
                  <p:nvSpPr>
                    <p:cNvPr id="148" name="文本框 147">
                      <a:extLst>
                        <a:ext uri="{FF2B5EF4-FFF2-40B4-BE49-F238E27FC236}">
                          <a16:creationId xmlns:a16="http://schemas.microsoft.com/office/drawing/2014/main" id="{945BAC40-208E-9660-2C0E-BAD13A98E5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39649" y="2841620"/>
                      <a:ext cx="1262264" cy="26416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DCCE67F6-9EA4-18D2-CB62-5CA13374EEBD}"/>
                  </a:ext>
                </a:extLst>
              </p:cNvPr>
              <p:cNvGrpSpPr/>
              <p:nvPr/>
            </p:nvGrpSpPr>
            <p:grpSpPr>
              <a:xfrm>
                <a:off x="7448591" y="1392819"/>
                <a:ext cx="652852" cy="308484"/>
                <a:chOff x="6082803" y="2826772"/>
                <a:chExt cx="1320888" cy="311500"/>
              </a:xfrm>
            </p:grpSpPr>
            <p:sp>
              <p:nvSpPr>
                <p:cNvPr id="174" name="流程图: 数据 173">
                  <a:extLst>
                    <a:ext uri="{FF2B5EF4-FFF2-40B4-BE49-F238E27FC236}">
                      <a16:creationId xmlns:a16="http://schemas.microsoft.com/office/drawing/2014/main" id="{28298EB9-29B0-A90D-48E8-22A0B61F2CC4}"/>
                    </a:ext>
                  </a:extLst>
                </p:cNvPr>
                <p:cNvSpPr/>
                <p:nvPr/>
              </p:nvSpPr>
              <p:spPr>
                <a:xfrm>
                  <a:off x="6082803" y="2826772"/>
                  <a:ext cx="1262266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5" name="文本框 174">
                      <a:extLst>
                        <a:ext uri="{FF2B5EF4-FFF2-40B4-BE49-F238E27FC236}">
                          <a16:creationId xmlns:a16="http://schemas.microsoft.com/office/drawing/2014/main" id="{2863E6F7-6C4A-889D-9266-F5B1007D66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1427" y="2869870"/>
                      <a:ext cx="1262264" cy="2486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𝐷𝑖𝑠𝑐𝑎𝑟𝑑</m:t>
                            </m:r>
                          </m:oMath>
                        </m:oMathPara>
                      </a14:m>
                      <a:endParaRPr lang="zh-CN" altLang="en-US" sz="1000"/>
                    </a:p>
                  </p:txBody>
                </p:sp>
              </mc:Choice>
              <mc:Fallback xmlns="">
                <p:sp>
                  <p:nvSpPr>
                    <p:cNvPr id="175" name="文本框 174">
                      <a:extLst>
                        <a:ext uri="{FF2B5EF4-FFF2-40B4-BE49-F238E27FC236}">
                          <a16:creationId xmlns:a16="http://schemas.microsoft.com/office/drawing/2014/main" id="{2863E6F7-6C4A-889D-9266-F5B1007D66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1427" y="2869870"/>
                      <a:ext cx="1262264" cy="248628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A065023C-7808-8077-1530-204E311B106A}"/>
                </a:ext>
              </a:extLst>
            </p:cNvPr>
            <p:cNvCxnSpPr>
              <a:cxnSpLocks/>
              <a:stCxn id="147" idx="4"/>
              <a:endCxn id="66" idx="0"/>
            </p:cNvCxnSpPr>
            <p:nvPr/>
          </p:nvCxnSpPr>
          <p:spPr>
            <a:xfrm>
              <a:off x="6902643" y="4023078"/>
              <a:ext cx="1969" cy="2950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34015B6E-CAED-2573-EFEF-8325A4AB7064}"/>
              </a:ext>
            </a:extLst>
          </p:cNvPr>
          <p:cNvGrpSpPr/>
          <p:nvPr/>
        </p:nvGrpSpPr>
        <p:grpSpPr>
          <a:xfrm>
            <a:off x="1328132" y="2041604"/>
            <a:ext cx="681567" cy="324439"/>
            <a:chOff x="6063374" y="2803086"/>
            <a:chExt cx="1378986" cy="327611"/>
          </a:xfrm>
        </p:grpSpPr>
        <p:sp>
          <p:nvSpPr>
            <p:cNvPr id="210" name="流程图: 数据 209">
              <a:extLst>
                <a:ext uri="{FF2B5EF4-FFF2-40B4-BE49-F238E27FC236}">
                  <a16:creationId xmlns:a16="http://schemas.microsoft.com/office/drawing/2014/main" id="{CD9C7A70-EDF3-1A59-192F-C0DC15170976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5425E5CD-95A9-1372-4AE6-BC66A47D2C68}"/>
                    </a:ext>
                  </a:extLst>
                </p:cNvPr>
                <p:cNvSpPr txBox="1"/>
                <p:nvPr/>
              </p:nvSpPr>
              <p:spPr>
                <a:xfrm>
                  <a:off x="6180096" y="2803086"/>
                  <a:ext cx="1262264" cy="311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𝐼𝑉</m:t>
                        </m:r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5425E5CD-95A9-1372-4AE6-BC66A47D2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096" y="2803086"/>
                  <a:ext cx="1262264" cy="3114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22315263-2378-A303-E895-079E3578F4DD}"/>
              </a:ext>
            </a:extLst>
          </p:cNvPr>
          <p:cNvGrpSpPr/>
          <p:nvPr/>
        </p:nvGrpSpPr>
        <p:grpSpPr>
          <a:xfrm>
            <a:off x="2685595" y="2478026"/>
            <a:ext cx="1886518" cy="708449"/>
            <a:chOff x="324533" y="1399312"/>
            <a:chExt cx="1886518" cy="708449"/>
          </a:xfrm>
        </p:grpSpPr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3085BABF-FF18-59CB-08C3-42B37808CA25}"/>
                </a:ext>
              </a:extLst>
            </p:cNvPr>
            <p:cNvGrpSpPr/>
            <p:nvPr/>
          </p:nvGrpSpPr>
          <p:grpSpPr>
            <a:xfrm>
              <a:off x="1069395" y="1608227"/>
              <a:ext cx="1141656" cy="499534"/>
              <a:chOff x="5505086" y="2352375"/>
              <a:chExt cx="578309" cy="580584"/>
            </a:xfrm>
          </p:grpSpPr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F27E0726-2E21-383C-1786-918D0C20DBEC}"/>
                  </a:ext>
                </a:extLst>
              </p:cNvPr>
              <p:cNvSpPr/>
              <p:nvPr/>
            </p:nvSpPr>
            <p:spPr>
              <a:xfrm>
                <a:off x="5505086" y="2352375"/>
                <a:ext cx="578309" cy="5805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D3305CEB-9528-9871-990D-C3360A712CC7}"/>
                  </a:ext>
                </a:extLst>
              </p:cNvPr>
              <p:cNvSpPr txBox="1"/>
              <p:nvPr/>
            </p:nvSpPr>
            <p:spPr>
              <a:xfrm>
                <a:off x="5538694" y="2474823"/>
                <a:ext cx="511294" cy="357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Encrypt</a:t>
                </a:r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本框 274">
                  <a:extLst>
                    <a:ext uri="{FF2B5EF4-FFF2-40B4-BE49-F238E27FC236}">
                      <a16:creationId xmlns:a16="http://schemas.microsoft.com/office/drawing/2014/main" id="{72DDFF69-D972-1627-F5F2-DCD3AA4F0037}"/>
                    </a:ext>
                  </a:extLst>
                </p:cNvPr>
                <p:cNvSpPr txBox="1"/>
                <p:nvPr/>
              </p:nvSpPr>
              <p:spPr>
                <a:xfrm>
                  <a:off x="324533" y="1399312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275" name="文本框 274">
                  <a:extLst>
                    <a:ext uri="{FF2B5EF4-FFF2-40B4-BE49-F238E27FC236}">
                      <a16:creationId xmlns:a16="http://schemas.microsoft.com/office/drawing/2014/main" id="{72DDFF69-D972-1627-F5F2-DCD3AA4F0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33" y="1399312"/>
                  <a:ext cx="50531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6" name="连接符: 肘形 275">
              <a:extLst>
                <a:ext uri="{FF2B5EF4-FFF2-40B4-BE49-F238E27FC236}">
                  <a16:creationId xmlns:a16="http://schemas.microsoft.com/office/drawing/2014/main" id="{C37D0C36-3D40-E70C-D2AB-FB0D9880C834}"/>
                </a:ext>
              </a:extLst>
            </p:cNvPr>
            <p:cNvCxnSpPr>
              <a:cxnSpLocks/>
              <a:stCxn id="275" idx="2"/>
              <a:endCxn id="277" idx="1"/>
            </p:cNvCxnSpPr>
            <p:nvPr/>
          </p:nvCxnSpPr>
          <p:spPr>
            <a:xfrm rot="16200000" flipH="1">
              <a:off x="763228" y="1551827"/>
              <a:ext cx="120128" cy="492205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19453231-68E9-B97E-0A5E-E4E8092CC36E}"/>
              </a:ext>
            </a:extLst>
          </p:cNvPr>
          <p:cNvCxnSpPr>
            <a:cxnSpLocks/>
            <a:stCxn id="277" idx="2"/>
          </p:cNvCxnSpPr>
          <p:nvPr/>
        </p:nvCxnSpPr>
        <p:spPr>
          <a:xfrm>
            <a:off x="4001285" y="3186475"/>
            <a:ext cx="0" cy="35150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4B77624A-9B41-FAA4-DB70-FEF9F173DA01}"/>
                  </a:ext>
                </a:extLst>
              </p:cNvPr>
              <p:cNvSpPr txBox="1"/>
              <p:nvPr/>
            </p:nvSpPr>
            <p:spPr>
              <a:xfrm>
                <a:off x="3454914" y="4138669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4B77624A-9B41-FAA4-DB70-FEF9F173D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914" y="4138669"/>
                <a:ext cx="493820" cy="461665"/>
              </a:xfrm>
              <a:prstGeom prst="rect">
                <a:avLst/>
              </a:prstGeom>
              <a:blipFill>
                <a:blip r:embed="rId12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1EF03C9B-3D88-D0DF-B015-9FD485095645}"/>
              </a:ext>
            </a:extLst>
          </p:cNvPr>
          <p:cNvCxnSpPr>
            <a:cxnSpLocks/>
            <a:stCxn id="254" idx="2"/>
          </p:cNvCxnSpPr>
          <p:nvPr/>
        </p:nvCxnSpPr>
        <p:spPr>
          <a:xfrm>
            <a:off x="3701824" y="4600334"/>
            <a:ext cx="1" cy="226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FBC791A9-179E-2BC0-59DC-260D9D7D9214}"/>
              </a:ext>
            </a:extLst>
          </p:cNvPr>
          <p:cNvCxnSpPr>
            <a:cxnSpLocks/>
            <a:stCxn id="272" idx="3"/>
            <a:endCxn id="254" idx="1"/>
          </p:cNvCxnSpPr>
          <p:nvPr/>
        </p:nvCxnSpPr>
        <p:spPr>
          <a:xfrm rot="16200000" flipH="1">
            <a:off x="3065575" y="3980163"/>
            <a:ext cx="192276" cy="586402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03119907-8477-1C70-3C10-DEF94BF7787C}"/>
              </a:ext>
            </a:extLst>
          </p:cNvPr>
          <p:cNvGrpSpPr/>
          <p:nvPr/>
        </p:nvGrpSpPr>
        <p:grpSpPr>
          <a:xfrm>
            <a:off x="2618960" y="3868745"/>
            <a:ext cx="673921" cy="310854"/>
            <a:chOff x="6295816" y="2828478"/>
            <a:chExt cx="1363516" cy="313893"/>
          </a:xfrm>
        </p:grpSpPr>
        <p:sp>
          <p:nvSpPr>
            <p:cNvPr id="272" name="流程图: 数据 271">
              <a:extLst>
                <a:ext uri="{FF2B5EF4-FFF2-40B4-BE49-F238E27FC236}">
                  <a16:creationId xmlns:a16="http://schemas.microsoft.com/office/drawing/2014/main" id="{B9A7597B-0C0F-3C16-E479-6D8220933912}"/>
                </a:ext>
              </a:extLst>
            </p:cNvPr>
            <p:cNvSpPr/>
            <p:nvPr/>
          </p:nvSpPr>
          <p:spPr>
            <a:xfrm>
              <a:off x="6295816" y="2828478"/>
              <a:ext cx="1262264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FD75B82A-99C7-3E91-6ED2-2DCF1F386EDA}"/>
                    </a:ext>
                  </a:extLst>
                </p:cNvPr>
                <p:cNvSpPr txBox="1"/>
                <p:nvPr/>
              </p:nvSpPr>
              <p:spPr>
                <a:xfrm>
                  <a:off x="6397068" y="2831583"/>
                  <a:ext cx="1262264" cy="310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FD75B82A-99C7-3E91-6ED2-2DCF1F386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7068" y="2831583"/>
                  <a:ext cx="1262264" cy="3107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A8A7A965-A11F-8D46-1424-5DE4705A2AE1}"/>
              </a:ext>
            </a:extLst>
          </p:cNvPr>
          <p:cNvGrpSpPr/>
          <p:nvPr/>
        </p:nvGrpSpPr>
        <p:grpSpPr>
          <a:xfrm>
            <a:off x="3403158" y="4849783"/>
            <a:ext cx="645665" cy="310215"/>
            <a:chOff x="6063374" y="2819197"/>
            <a:chExt cx="1306347" cy="313248"/>
          </a:xfrm>
        </p:grpSpPr>
        <p:sp>
          <p:nvSpPr>
            <p:cNvPr id="270" name="流程图: 数据 269">
              <a:extLst>
                <a:ext uri="{FF2B5EF4-FFF2-40B4-BE49-F238E27FC236}">
                  <a16:creationId xmlns:a16="http://schemas.microsoft.com/office/drawing/2014/main" id="{714CC38E-AD5F-FC96-E1BD-86242584328F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415BF5BF-E6FB-3E93-23F5-20C4EE39FEB6}"/>
                    </a:ext>
                  </a:extLst>
                </p:cNvPr>
                <p:cNvSpPr txBox="1"/>
                <p:nvPr/>
              </p:nvSpPr>
              <p:spPr>
                <a:xfrm>
                  <a:off x="6107457" y="2821657"/>
                  <a:ext cx="1262264" cy="310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415BF5BF-E6FB-3E93-23F5-20C4EE39FE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7457" y="2821657"/>
                  <a:ext cx="1262264" cy="31078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C837C22E-685C-CAD2-5427-D4F8D063AF7C}"/>
                  </a:ext>
                </a:extLst>
              </p:cNvPr>
              <p:cNvSpPr txBox="1"/>
              <p:nvPr/>
            </p:nvSpPr>
            <p:spPr>
              <a:xfrm>
                <a:off x="3807584" y="4253702"/>
                <a:ext cx="7645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1100"/>
                  <a:t> </a:t>
                </a:r>
                <a:r>
                  <a:rPr lang="en-US" altLang="zh-CN" sz="1100"/>
                  <a:t>bits</a:t>
                </a:r>
                <a:endParaRPr lang="zh-CN" altLang="en-US" sz="1100"/>
              </a:p>
            </p:txBody>
          </p:sp>
        </mc:Choice>
        <mc:Fallback xmlns=""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C837C22E-685C-CAD2-5427-D4F8D063A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584" y="4253702"/>
                <a:ext cx="764529" cy="261610"/>
              </a:xfrm>
              <a:prstGeom prst="rect">
                <a:avLst/>
              </a:prstGeom>
              <a:blipFill>
                <a:blip r:embed="rId15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AEA2E258-9ED2-7EF3-BA3B-ED8A4DEBB814}"/>
                  </a:ext>
                </a:extLst>
              </p:cNvPr>
              <p:cNvSpPr txBox="1"/>
              <p:nvPr/>
            </p:nvSpPr>
            <p:spPr>
              <a:xfrm>
                <a:off x="4008280" y="2415031"/>
                <a:ext cx="7645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1100"/>
                  <a:t> </a:t>
                </a:r>
                <a:r>
                  <a:rPr lang="en-US" altLang="zh-CN" sz="1100"/>
                  <a:t>bits</a:t>
                </a:r>
                <a:endParaRPr lang="zh-CN" altLang="en-US" sz="1100"/>
              </a:p>
            </p:txBody>
          </p:sp>
        </mc:Choice>
        <mc:Fallback xmlns="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AEA2E258-9ED2-7EF3-BA3B-ED8A4DEBB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280" y="2415031"/>
                <a:ext cx="764529" cy="261610"/>
              </a:xfrm>
              <a:prstGeom prst="rect">
                <a:avLst/>
              </a:prstGeom>
              <a:blipFill>
                <a:blip r:embed="rId16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4826A159-45C5-4C04-4F4F-C77D2C911F18}"/>
              </a:ext>
            </a:extLst>
          </p:cNvPr>
          <p:cNvGrpSpPr/>
          <p:nvPr/>
        </p:nvGrpSpPr>
        <p:grpSpPr>
          <a:xfrm>
            <a:off x="3387916" y="3535113"/>
            <a:ext cx="1156275" cy="313222"/>
            <a:chOff x="6945168" y="1388081"/>
            <a:chExt cx="1156275" cy="313222"/>
          </a:xfrm>
        </p:grpSpPr>
        <p:grpSp>
          <p:nvGrpSpPr>
            <p:cNvPr id="264" name="组合 263">
              <a:extLst>
                <a:ext uri="{FF2B5EF4-FFF2-40B4-BE49-F238E27FC236}">
                  <a16:creationId xmlns:a16="http://schemas.microsoft.com/office/drawing/2014/main" id="{5FD8521F-749D-6930-3571-8F18F5D164B3}"/>
                </a:ext>
              </a:extLst>
            </p:cNvPr>
            <p:cNvGrpSpPr/>
            <p:nvPr/>
          </p:nvGrpSpPr>
          <p:grpSpPr>
            <a:xfrm>
              <a:off x="6945168" y="1388081"/>
              <a:ext cx="661576" cy="308484"/>
              <a:chOff x="6063374" y="2819197"/>
              <a:chExt cx="1338539" cy="311500"/>
            </a:xfrm>
          </p:grpSpPr>
          <p:sp>
            <p:nvSpPr>
              <p:cNvPr id="268" name="流程图: 数据 267">
                <a:extLst>
                  <a:ext uri="{FF2B5EF4-FFF2-40B4-BE49-F238E27FC236}">
                    <a16:creationId xmlns:a16="http://schemas.microsoft.com/office/drawing/2014/main" id="{C8607E39-2C5B-52A9-349A-7E9FEB825C9F}"/>
                  </a:ext>
                </a:extLst>
              </p:cNvPr>
              <p:cNvSpPr/>
              <p:nvPr/>
            </p:nvSpPr>
            <p:spPr>
              <a:xfrm>
                <a:off x="6063374" y="2819197"/>
                <a:ext cx="1262265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FE1577C3-7C04-362F-2404-97DAB5D9F5AE}"/>
                      </a:ext>
                    </a:extLst>
                  </p:cNvPr>
                  <p:cNvSpPr txBox="1"/>
                  <p:nvPr/>
                </p:nvSpPr>
                <p:spPr>
                  <a:xfrm>
                    <a:off x="6139649" y="2841620"/>
                    <a:ext cx="1262264" cy="2641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050" b="0" i="1" smtClean="0">
                              <a:latin typeface="Cambria Math" panose="02040503050406030204" pitchFamily="18" charset="0"/>
                            </a:rPr>
                            <m:t>𝑆𝑒𝑙𝑒𝑐𝑡</m:t>
                          </m:r>
                        </m:oMath>
                      </m:oMathPara>
                    </a14:m>
                    <a:endParaRPr lang="zh-CN" altLang="en-US" sz="1050"/>
                  </a:p>
                </p:txBody>
              </p:sp>
            </mc:Choice>
            <mc:Fallback xmlns=""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FE1577C3-7C04-362F-2404-97DAB5D9F5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39649" y="2841620"/>
                    <a:ext cx="1262264" cy="26416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EB8643D6-BBF1-6AFF-1925-4C2599F3ABD4}"/>
                </a:ext>
              </a:extLst>
            </p:cNvPr>
            <p:cNvGrpSpPr/>
            <p:nvPr/>
          </p:nvGrpSpPr>
          <p:grpSpPr>
            <a:xfrm>
              <a:off x="7448591" y="1392819"/>
              <a:ext cx="652852" cy="308484"/>
              <a:chOff x="6082803" y="2826772"/>
              <a:chExt cx="1320888" cy="311500"/>
            </a:xfrm>
          </p:grpSpPr>
          <p:sp>
            <p:nvSpPr>
              <p:cNvPr id="266" name="流程图: 数据 265">
                <a:extLst>
                  <a:ext uri="{FF2B5EF4-FFF2-40B4-BE49-F238E27FC236}">
                    <a16:creationId xmlns:a16="http://schemas.microsoft.com/office/drawing/2014/main" id="{62EE9171-0B33-AC4D-B679-2F05291E4F73}"/>
                  </a:ext>
                </a:extLst>
              </p:cNvPr>
              <p:cNvSpPr/>
              <p:nvPr/>
            </p:nvSpPr>
            <p:spPr>
              <a:xfrm>
                <a:off x="6082803" y="2826772"/>
                <a:ext cx="1262266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7" name="文本框 266">
                    <a:extLst>
                      <a:ext uri="{FF2B5EF4-FFF2-40B4-BE49-F238E27FC236}">
                        <a16:creationId xmlns:a16="http://schemas.microsoft.com/office/drawing/2014/main" id="{3CE463F1-C288-7567-127C-9F946202CF2D}"/>
                      </a:ext>
                    </a:extLst>
                  </p:cNvPr>
                  <p:cNvSpPr txBox="1"/>
                  <p:nvPr/>
                </p:nvSpPr>
                <p:spPr>
                  <a:xfrm>
                    <a:off x="6141427" y="2869870"/>
                    <a:ext cx="1262264" cy="2486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𝐷𝑖𝑠𝑐𝑎𝑟𝑑</m:t>
                          </m:r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267" name="文本框 266">
                    <a:extLst>
                      <a:ext uri="{FF2B5EF4-FFF2-40B4-BE49-F238E27FC236}">
                        <a16:creationId xmlns:a16="http://schemas.microsoft.com/office/drawing/2014/main" id="{3CE463F1-C288-7567-127C-9F946202CF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1427" y="2869870"/>
                    <a:ext cx="1262264" cy="24862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9B3FEC8B-3551-BE81-28AC-D1827C3EC0CA}"/>
              </a:ext>
            </a:extLst>
          </p:cNvPr>
          <p:cNvCxnSpPr>
            <a:cxnSpLocks/>
            <a:stCxn id="268" idx="4"/>
            <a:endCxn id="254" idx="0"/>
          </p:cNvCxnSpPr>
          <p:nvPr/>
        </p:nvCxnSpPr>
        <p:spPr>
          <a:xfrm>
            <a:off x="3699855" y="3843597"/>
            <a:ext cx="1969" cy="2950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8" name="组合 437">
            <a:extLst>
              <a:ext uri="{FF2B5EF4-FFF2-40B4-BE49-F238E27FC236}">
                <a16:creationId xmlns:a16="http://schemas.microsoft.com/office/drawing/2014/main" id="{4E69A86A-4944-ACFC-FC60-8C88B7C8316D}"/>
              </a:ext>
            </a:extLst>
          </p:cNvPr>
          <p:cNvGrpSpPr/>
          <p:nvPr/>
        </p:nvGrpSpPr>
        <p:grpSpPr>
          <a:xfrm>
            <a:off x="4048823" y="2021642"/>
            <a:ext cx="1613449" cy="2984467"/>
            <a:chOff x="4048823" y="2021642"/>
            <a:chExt cx="1613449" cy="2984467"/>
          </a:xfrm>
        </p:grpSpPr>
        <p:cxnSp>
          <p:nvCxnSpPr>
            <p:cNvPr id="131" name="连接符: 肘形 130">
              <a:extLst>
                <a:ext uri="{FF2B5EF4-FFF2-40B4-BE49-F238E27FC236}">
                  <a16:creationId xmlns:a16="http://schemas.microsoft.com/office/drawing/2014/main" id="{806210CC-F9BF-9D6F-5B51-2A81C945702A}"/>
                </a:ext>
              </a:extLst>
            </p:cNvPr>
            <p:cNvCxnSpPr>
              <a:cxnSpLocks/>
              <a:stCxn id="271" idx="3"/>
              <a:endCxn id="132" idx="2"/>
            </p:cNvCxnSpPr>
            <p:nvPr/>
          </p:nvCxnSpPr>
          <p:spPr>
            <a:xfrm flipV="1">
              <a:off x="4048823" y="2421752"/>
              <a:ext cx="1128074" cy="2584357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F26D8F7-4A46-0B04-2ADF-3ADED801A69D}"/>
                    </a:ext>
                  </a:extLst>
                </p:cNvPr>
                <p:cNvSpPr txBox="1"/>
                <p:nvPr/>
              </p:nvSpPr>
              <p:spPr>
                <a:xfrm>
                  <a:off x="4691521" y="2021642"/>
                  <a:ext cx="9707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altLang="zh-CN" sz="2000" b="1"/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F26D8F7-4A46-0B04-2ADF-3ADED801A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521" y="2021642"/>
                  <a:ext cx="970751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9" name="连接符: 肘形 308">
            <a:extLst>
              <a:ext uri="{FF2B5EF4-FFF2-40B4-BE49-F238E27FC236}">
                <a16:creationId xmlns:a16="http://schemas.microsoft.com/office/drawing/2014/main" id="{D6835490-31F0-F001-9272-C5E874E81AE5}"/>
              </a:ext>
            </a:extLst>
          </p:cNvPr>
          <p:cNvCxnSpPr>
            <a:cxnSpLocks/>
            <a:stCxn id="332" idx="0"/>
            <a:endCxn id="415" idx="0"/>
          </p:cNvCxnSpPr>
          <p:nvPr/>
        </p:nvCxnSpPr>
        <p:spPr>
          <a:xfrm rot="5400000" flipH="1" flipV="1">
            <a:off x="8679431" y="2648379"/>
            <a:ext cx="1534514" cy="1600214"/>
          </a:xfrm>
          <a:prstGeom prst="bentConnector3">
            <a:avLst>
              <a:gd name="adj1" fmla="val 160735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F48AB2F5-A74D-10F9-8B15-98D2E0ECA1B6}"/>
              </a:ext>
            </a:extLst>
          </p:cNvPr>
          <p:cNvCxnSpPr>
            <a:cxnSpLocks/>
            <a:stCxn id="341" idx="3"/>
            <a:endCxn id="338" idx="0"/>
          </p:cNvCxnSpPr>
          <p:nvPr/>
        </p:nvCxnSpPr>
        <p:spPr>
          <a:xfrm>
            <a:off x="7904874" y="2358600"/>
            <a:ext cx="2894" cy="32262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文本框 321">
                <a:extLst>
                  <a:ext uri="{FF2B5EF4-FFF2-40B4-BE49-F238E27FC236}">
                    <a16:creationId xmlns:a16="http://schemas.microsoft.com/office/drawing/2014/main" id="{59A926E3-8BB9-0E55-A060-8D3A4774B36F}"/>
                  </a:ext>
                </a:extLst>
              </p:cNvPr>
              <p:cNvSpPr txBox="1"/>
              <p:nvPr/>
            </p:nvSpPr>
            <p:spPr>
              <a:xfrm>
                <a:off x="7933518" y="2390895"/>
                <a:ext cx="7645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1100"/>
                  <a:t> </a:t>
                </a:r>
                <a:r>
                  <a:rPr lang="en-US" altLang="zh-CN" sz="1100"/>
                  <a:t>bits</a:t>
                </a:r>
                <a:endParaRPr lang="zh-CN" altLang="en-US" sz="1100"/>
              </a:p>
            </p:txBody>
          </p:sp>
        </mc:Choice>
        <mc:Fallback xmlns="">
          <p:sp>
            <p:nvSpPr>
              <p:cNvPr id="322" name="文本框 321">
                <a:extLst>
                  <a:ext uri="{FF2B5EF4-FFF2-40B4-BE49-F238E27FC236}">
                    <a16:creationId xmlns:a16="http://schemas.microsoft.com/office/drawing/2014/main" id="{59A926E3-8BB9-0E55-A060-8D3A4774B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518" y="2390895"/>
                <a:ext cx="764529" cy="261610"/>
              </a:xfrm>
              <a:prstGeom prst="rect">
                <a:avLst/>
              </a:prstGeom>
              <a:blipFill>
                <a:blip r:embed="rId23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07BCC5E7-5F6E-6B2D-A5DF-0B6B8A61BF02}"/>
              </a:ext>
            </a:extLst>
          </p:cNvPr>
          <p:cNvGrpSpPr/>
          <p:nvPr/>
        </p:nvGrpSpPr>
        <p:grpSpPr>
          <a:xfrm>
            <a:off x="7655323" y="2034161"/>
            <a:ext cx="681567" cy="324439"/>
            <a:chOff x="6063374" y="2803086"/>
            <a:chExt cx="1378986" cy="327611"/>
          </a:xfrm>
        </p:grpSpPr>
        <p:sp>
          <p:nvSpPr>
            <p:cNvPr id="341" name="流程图: 数据 340">
              <a:extLst>
                <a:ext uri="{FF2B5EF4-FFF2-40B4-BE49-F238E27FC236}">
                  <a16:creationId xmlns:a16="http://schemas.microsoft.com/office/drawing/2014/main" id="{0E309880-A653-BEF9-0EE8-85B7C6418573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本框 341">
                  <a:extLst>
                    <a:ext uri="{FF2B5EF4-FFF2-40B4-BE49-F238E27FC236}">
                      <a16:creationId xmlns:a16="http://schemas.microsoft.com/office/drawing/2014/main" id="{37EF7347-D292-A9C3-B4BD-2EFECE4DFEEE}"/>
                    </a:ext>
                  </a:extLst>
                </p:cNvPr>
                <p:cNvSpPr txBox="1"/>
                <p:nvPr/>
              </p:nvSpPr>
              <p:spPr>
                <a:xfrm>
                  <a:off x="6180096" y="2803086"/>
                  <a:ext cx="1262264" cy="311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𝐼𝑉</m:t>
                        </m:r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342" name="文本框 341">
                  <a:extLst>
                    <a:ext uri="{FF2B5EF4-FFF2-40B4-BE49-F238E27FC236}">
                      <a16:creationId xmlns:a16="http://schemas.microsoft.com/office/drawing/2014/main" id="{37EF7347-D292-A9C3-B4BD-2EFECE4DF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096" y="2803086"/>
                  <a:ext cx="1262264" cy="311498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0" name="组合 389">
            <a:extLst>
              <a:ext uri="{FF2B5EF4-FFF2-40B4-BE49-F238E27FC236}">
                <a16:creationId xmlns:a16="http://schemas.microsoft.com/office/drawing/2014/main" id="{26DC7FF3-C466-62A5-AAF7-402B3CC6F3AB}"/>
              </a:ext>
            </a:extLst>
          </p:cNvPr>
          <p:cNvGrpSpPr/>
          <p:nvPr/>
        </p:nvGrpSpPr>
        <p:grpSpPr>
          <a:xfrm>
            <a:off x="6597704" y="2470583"/>
            <a:ext cx="2360815" cy="2657191"/>
            <a:chOff x="6597704" y="2470583"/>
            <a:chExt cx="2360815" cy="2657191"/>
          </a:xfrm>
        </p:grpSpPr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FA2B9870-4692-1793-5065-20961CD2AF55}"/>
                </a:ext>
              </a:extLst>
            </p:cNvPr>
            <p:cNvGrpSpPr/>
            <p:nvPr/>
          </p:nvGrpSpPr>
          <p:grpSpPr>
            <a:xfrm>
              <a:off x="6597704" y="2470583"/>
              <a:ext cx="1880892" cy="710180"/>
              <a:chOff x="330159" y="1397581"/>
              <a:chExt cx="1880892" cy="710180"/>
            </a:xfrm>
          </p:grpSpPr>
          <p:grpSp>
            <p:nvGrpSpPr>
              <p:cNvPr id="335" name="组合 334">
                <a:extLst>
                  <a:ext uri="{FF2B5EF4-FFF2-40B4-BE49-F238E27FC236}">
                    <a16:creationId xmlns:a16="http://schemas.microsoft.com/office/drawing/2014/main" id="{69A77B28-3697-89E2-B866-1C6DE2546C88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338" name="矩形 337">
                  <a:extLst>
                    <a:ext uri="{FF2B5EF4-FFF2-40B4-BE49-F238E27FC236}">
                      <a16:creationId xmlns:a16="http://schemas.microsoft.com/office/drawing/2014/main" id="{AA760C80-8C4E-9B9B-A3BB-EA5A4229F830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C2B60306-240B-3175-CEDF-7FF1E387854C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文本框 335">
                    <a:extLst>
                      <a:ext uri="{FF2B5EF4-FFF2-40B4-BE49-F238E27FC236}">
                        <a16:creationId xmlns:a16="http://schemas.microsoft.com/office/drawing/2014/main" id="{CB619F08-05B6-CC6C-A41B-7848C02850BE}"/>
                      </a:ext>
                    </a:extLst>
                  </p:cNvPr>
                  <p:cNvSpPr txBox="1"/>
                  <p:nvPr/>
                </p:nvSpPr>
                <p:spPr>
                  <a:xfrm>
                    <a:off x="330159" y="1397581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336" name="文本框 335">
                    <a:extLst>
                      <a:ext uri="{FF2B5EF4-FFF2-40B4-BE49-F238E27FC236}">
                        <a16:creationId xmlns:a16="http://schemas.microsoft.com/office/drawing/2014/main" id="{CB619F08-05B6-CC6C-A41B-7848C02850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159" y="1397581"/>
                    <a:ext cx="505314" cy="33855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7" name="连接符: 肘形 336">
                <a:extLst>
                  <a:ext uri="{FF2B5EF4-FFF2-40B4-BE49-F238E27FC236}">
                    <a16:creationId xmlns:a16="http://schemas.microsoft.com/office/drawing/2014/main" id="{D6F86A91-3FBF-2D68-485E-43AC01041AE1}"/>
                  </a:ext>
                </a:extLst>
              </p:cNvPr>
              <p:cNvCxnSpPr>
                <a:cxnSpLocks/>
                <a:stCxn id="336" idx="2"/>
                <a:endCxn id="338" idx="1"/>
              </p:cNvCxnSpPr>
              <p:nvPr/>
            </p:nvCxnSpPr>
            <p:spPr>
              <a:xfrm rot="16200000" flipH="1">
                <a:off x="765176" y="1553774"/>
                <a:ext cx="121859" cy="48657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9E4D1362-E26B-95D0-4762-AC663DFB9BFF}"/>
                </a:ext>
              </a:extLst>
            </p:cNvPr>
            <p:cNvCxnSpPr>
              <a:cxnSpLocks/>
              <a:stCxn id="338" idx="2"/>
            </p:cNvCxnSpPr>
            <p:nvPr/>
          </p:nvCxnSpPr>
          <p:spPr>
            <a:xfrm>
              <a:off x="7907768" y="3180763"/>
              <a:ext cx="0" cy="35150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5" name="文本框 314">
                  <a:extLst>
                    <a:ext uri="{FF2B5EF4-FFF2-40B4-BE49-F238E27FC236}">
                      <a16:creationId xmlns:a16="http://schemas.microsoft.com/office/drawing/2014/main" id="{E65CA9C5-0EBF-DF9A-1222-84B613D60B91}"/>
                    </a:ext>
                  </a:extLst>
                </p:cNvPr>
                <p:cNvSpPr txBox="1"/>
                <p:nvPr/>
              </p:nvSpPr>
              <p:spPr>
                <a:xfrm>
                  <a:off x="7361397" y="4132957"/>
                  <a:ext cx="4938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15" name="文本框 314">
                  <a:extLst>
                    <a:ext uri="{FF2B5EF4-FFF2-40B4-BE49-F238E27FC236}">
                      <a16:creationId xmlns:a16="http://schemas.microsoft.com/office/drawing/2014/main" id="{E65CA9C5-0EBF-DF9A-1222-84B613D60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397" y="4132957"/>
                  <a:ext cx="493820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8642" r="-6173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920145BF-7AAA-D3EB-DE61-25D64DB70E9F}"/>
                </a:ext>
              </a:extLst>
            </p:cNvPr>
            <p:cNvCxnSpPr>
              <a:cxnSpLocks/>
              <a:stCxn id="315" idx="2"/>
            </p:cNvCxnSpPr>
            <p:nvPr/>
          </p:nvCxnSpPr>
          <p:spPr>
            <a:xfrm>
              <a:off x="7608307" y="4594622"/>
              <a:ext cx="1" cy="2266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1242E816-F9B3-64EA-CB6A-73B8F3CFBA2E}"/>
                </a:ext>
              </a:extLst>
            </p:cNvPr>
            <p:cNvGrpSpPr/>
            <p:nvPr/>
          </p:nvGrpSpPr>
          <p:grpSpPr>
            <a:xfrm>
              <a:off x="7280465" y="4807934"/>
              <a:ext cx="673897" cy="319840"/>
              <a:chOff x="6371344" y="2815265"/>
              <a:chExt cx="1363466" cy="322967"/>
            </a:xfrm>
          </p:grpSpPr>
          <p:sp>
            <p:nvSpPr>
              <p:cNvPr id="333" name="流程图: 数据 332">
                <a:extLst>
                  <a:ext uri="{FF2B5EF4-FFF2-40B4-BE49-F238E27FC236}">
                    <a16:creationId xmlns:a16="http://schemas.microsoft.com/office/drawing/2014/main" id="{2E1D6698-1D8B-D7B4-A2D7-506C57FB69E4}"/>
                  </a:ext>
                </a:extLst>
              </p:cNvPr>
              <p:cNvSpPr/>
              <p:nvPr/>
            </p:nvSpPr>
            <p:spPr>
              <a:xfrm>
                <a:off x="6371344" y="2826732"/>
                <a:ext cx="1262264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4" name="文本框 333">
                    <a:extLst>
                      <a:ext uri="{FF2B5EF4-FFF2-40B4-BE49-F238E27FC236}">
                        <a16:creationId xmlns:a16="http://schemas.microsoft.com/office/drawing/2014/main" id="{0E58FF83-A29D-B0CA-91D8-0269486E71E3}"/>
                      </a:ext>
                    </a:extLst>
                  </p:cNvPr>
                  <p:cNvSpPr txBox="1"/>
                  <p:nvPr/>
                </p:nvSpPr>
                <p:spPr>
                  <a:xfrm>
                    <a:off x="6472546" y="2815265"/>
                    <a:ext cx="1262264" cy="3107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334" name="文本框 333">
                    <a:extLst>
                      <a:ext uri="{FF2B5EF4-FFF2-40B4-BE49-F238E27FC236}">
                        <a16:creationId xmlns:a16="http://schemas.microsoft.com/office/drawing/2014/main" id="{0E58FF83-A29D-B0CA-91D8-0269486E7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2546" y="2815265"/>
                    <a:ext cx="1262264" cy="3107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EDF0EEF0-5468-5D4A-120F-59A192E8C54F}"/>
                </a:ext>
              </a:extLst>
            </p:cNvPr>
            <p:cNvGrpSpPr/>
            <p:nvPr/>
          </p:nvGrpSpPr>
          <p:grpSpPr>
            <a:xfrm>
              <a:off x="8312854" y="4213304"/>
              <a:ext cx="645665" cy="310218"/>
              <a:chOff x="6063374" y="2819197"/>
              <a:chExt cx="1306347" cy="313251"/>
            </a:xfrm>
          </p:grpSpPr>
          <p:sp>
            <p:nvSpPr>
              <p:cNvPr id="331" name="流程图: 数据 330">
                <a:extLst>
                  <a:ext uri="{FF2B5EF4-FFF2-40B4-BE49-F238E27FC236}">
                    <a16:creationId xmlns:a16="http://schemas.microsoft.com/office/drawing/2014/main" id="{A3FD10D0-F5DD-4CD3-C519-F353E896390E}"/>
                  </a:ext>
                </a:extLst>
              </p:cNvPr>
              <p:cNvSpPr/>
              <p:nvPr/>
            </p:nvSpPr>
            <p:spPr>
              <a:xfrm>
                <a:off x="6063374" y="2819197"/>
                <a:ext cx="1262265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2" name="文本框 331">
                    <a:extLst>
                      <a:ext uri="{FF2B5EF4-FFF2-40B4-BE49-F238E27FC236}">
                        <a16:creationId xmlns:a16="http://schemas.microsoft.com/office/drawing/2014/main" id="{37D185BE-F916-00FA-11F9-9D13008DA9D4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457" y="2821660"/>
                    <a:ext cx="1262264" cy="3107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332" name="文本框 331">
                    <a:extLst>
                      <a:ext uri="{FF2B5EF4-FFF2-40B4-BE49-F238E27FC236}">
                        <a16:creationId xmlns:a16="http://schemas.microsoft.com/office/drawing/2014/main" id="{37D185BE-F916-00FA-11F9-9D13008DA9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7457" y="2821660"/>
                    <a:ext cx="1262264" cy="310788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文本框 320">
                  <a:extLst>
                    <a:ext uri="{FF2B5EF4-FFF2-40B4-BE49-F238E27FC236}">
                      <a16:creationId xmlns:a16="http://schemas.microsoft.com/office/drawing/2014/main" id="{5BFF87CF-29B7-967B-09DA-C8440ADF2A70}"/>
                    </a:ext>
                  </a:extLst>
                </p:cNvPr>
                <p:cNvSpPr txBox="1"/>
                <p:nvPr/>
              </p:nvSpPr>
              <p:spPr>
                <a:xfrm>
                  <a:off x="6743512" y="4260178"/>
                  <a:ext cx="7645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zh-CN" altLang="en-US" sz="1100"/>
                    <a:t> </a:t>
                  </a:r>
                  <a:r>
                    <a:rPr lang="en-US" altLang="zh-CN" sz="1100"/>
                    <a:t>bits</a:t>
                  </a:r>
                  <a:endParaRPr lang="zh-CN" altLang="en-US" sz="1100"/>
                </a:p>
              </p:txBody>
            </p:sp>
          </mc:Choice>
          <mc:Fallback xmlns="">
            <p:sp>
              <p:nvSpPr>
                <p:cNvPr id="321" name="文本框 320">
                  <a:extLst>
                    <a:ext uri="{FF2B5EF4-FFF2-40B4-BE49-F238E27FC236}">
                      <a16:creationId xmlns:a16="http://schemas.microsoft.com/office/drawing/2014/main" id="{5BFF87CF-29B7-967B-09DA-C8440ADF2A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3512" y="4260178"/>
                  <a:ext cx="764529" cy="261610"/>
                </a:xfrm>
                <a:prstGeom prst="rect">
                  <a:avLst/>
                </a:prstGeom>
                <a:blipFill>
                  <a:blip r:embed="rId20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3" name="组合 322">
              <a:extLst>
                <a:ext uri="{FF2B5EF4-FFF2-40B4-BE49-F238E27FC236}">
                  <a16:creationId xmlns:a16="http://schemas.microsoft.com/office/drawing/2014/main" id="{64BA2264-F433-D465-B747-F04040A20C35}"/>
                </a:ext>
              </a:extLst>
            </p:cNvPr>
            <p:cNvGrpSpPr/>
            <p:nvPr/>
          </p:nvGrpSpPr>
          <p:grpSpPr>
            <a:xfrm>
              <a:off x="7294399" y="3529401"/>
              <a:ext cx="1156275" cy="313222"/>
              <a:chOff x="6945168" y="1388081"/>
              <a:chExt cx="1156275" cy="313222"/>
            </a:xfrm>
          </p:grpSpPr>
          <p:grpSp>
            <p:nvGrpSpPr>
              <p:cNvPr id="325" name="组合 324">
                <a:extLst>
                  <a:ext uri="{FF2B5EF4-FFF2-40B4-BE49-F238E27FC236}">
                    <a16:creationId xmlns:a16="http://schemas.microsoft.com/office/drawing/2014/main" id="{1D8D5D84-E28B-8825-6C98-BF7C9370FDEB}"/>
                  </a:ext>
                </a:extLst>
              </p:cNvPr>
              <p:cNvGrpSpPr/>
              <p:nvPr/>
            </p:nvGrpSpPr>
            <p:grpSpPr>
              <a:xfrm>
                <a:off x="6945168" y="1388081"/>
                <a:ext cx="661576" cy="308484"/>
                <a:chOff x="6063374" y="2819197"/>
                <a:chExt cx="1338539" cy="311500"/>
              </a:xfrm>
            </p:grpSpPr>
            <p:sp>
              <p:nvSpPr>
                <p:cNvPr id="329" name="流程图: 数据 328">
                  <a:extLst>
                    <a:ext uri="{FF2B5EF4-FFF2-40B4-BE49-F238E27FC236}">
                      <a16:creationId xmlns:a16="http://schemas.microsoft.com/office/drawing/2014/main" id="{6004A70D-04E5-9557-8139-A42F9AFC648D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0" name="文本框 329">
                      <a:extLst>
                        <a:ext uri="{FF2B5EF4-FFF2-40B4-BE49-F238E27FC236}">
                          <a16:creationId xmlns:a16="http://schemas.microsoft.com/office/drawing/2014/main" id="{CB96484E-EB38-A377-266A-3EE73D260B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39649" y="2841620"/>
                      <a:ext cx="1262264" cy="2641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𝑆𝑒𝑙𝑒𝑐𝑡</m:t>
                            </m:r>
                          </m:oMath>
                        </m:oMathPara>
                      </a14:m>
                      <a:endParaRPr lang="zh-CN" altLang="en-US" sz="1050"/>
                    </a:p>
                  </p:txBody>
                </p:sp>
              </mc:Choice>
              <mc:Fallback xmlns="">
                <p:sp>
                  <p:nvSpPr>
                    <p:cNvPr id="330" name="文本框 329">
                      <a:extLst>
                        <a:ext uri="{FF2B5EF4-FFF2-40B4-BE49-F238E27FC236}">
                          <a16:creationId xmlns:a16="http://schemas.microsoft.com/office/drawing/2014/main" id="{CB96484E-EB38-A377-266A-3EE73D260B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39649" y="2841620"/>
                      <a:ext cx="1262264" cy="26416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6" name="组合 325">
                <a:extLst>
                  <a:ext uri="{FF2B5EF4-FFF2-40B4-BE49-F238E27FC236}">
                    <a16:creationId xmlns:a16="http://schemas.microsoft.com/office/drawing/2014/main" id="{04FAC434-4B30-19FC-B72B-93062DF0B3C8}"/>
                  </a:ext>
                </a:extLst>
              </p:cNvPr>
              <p:cNvGrpSpPr/>
              <p:nvPr/>
            </p:nvGrpSpPr>
            <p:grpSpPr>
              <a:xfrm>
                <a:off x="7448591" y="1392819"/>
                <a:ext cx="652852" cy="308484"/>
                <a:chOff x="6082803" y="2826772"/>
                <a:chExt cx="1320888" cy="311500"/>
              </a:xfrm>
            </p:grpSpPr>
            <p:sp>
              <p:nvSpPr>
                <p:cNvPr id="327" name="流程图: 数据 326">
                  <a:extLst>
                    <a:ext uri="{FF2B5EF4-FFF2-40B4-BE49-F238E27FC236}">
                      <a16:creationId xmlns:a16="http://schemas.microsoft.com/office/drawing/2014/main" id="{A88F5E36-F1DE-FFB3-E6F8-8891C84F26E7}"/>
                    </a:ext>
                  </a:extLst>
                </p:cNvPr>
                <p:cNvSpPr/>
                <p:nvPr/>
              </p:nvSpPr>
              <p:spPr>
                <a:xfrm>
                  <a:off x="6082803" y="2826772"/>
                  <a:ext cx="1262266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8" name="文本框 327">
                      <a:extLst>
                        <a:ext uri="{FF2B5EF4-FFF2-40B4-BE49-F238E27FC236}">
                          <a16:creationId xmlns:a16="http://schemas.microsoft.com/office/drawing/2014/main" id="{39C4845E-B9D7-4F44-ED15-3DCBF87509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1427" y="2869870"/>
                      <a:ext cx="1262264" cy="2486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𝐷𝑖𝑠𝑐𝑎𝑟𝑑</m:t>
                            </m:r>
                          </m:oMath>
                        </m:oMathPara>
                      </a14:m>
                      <a:endParaRPr lang="zh-CN" altLang="en-US" sz="1000"/>
                    </a:p>
                  </p:txBody>
                </p:sp>
              </mc:Choice>
              <mc:Fallback xmlns="">
                <p:sp>
                  <p:nvSpPr>
                    <p:cNvPr id="328" name="文本框 327">
                      <a:extLst>
                        <a:ext uri="{FF2B5EF4-FFF2-40B4-BE49-F238E27FC236}">
                          <a16:creationId xmlns:a16="http://schemas.microsoft.com/office/drawing/2014/main" id="{39C4845E-B9D7-4F44-ED15-3DCBF87509E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1427" y="2869870"/>
                      <a:ext cx="1262264" cy="248628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EF4F7C84-E5F9-7BA2-EFB3-402AE7FE8365}"/>
                </a:ext>
              </a:extLst>
            </p:cNvPr>
            <p:cNvCxnSpPr>
              <a:cxnSpLocks/>
              <a:stCxn id="329" idx="4"/>
              <a:endCxn id="315" idx="0"/>
            </p:cNvCxnSpPr>
            <p:nvPr/>
          </p:nvCxnSpPr>
          <p:spPr>
            <a:xfrm>
              <a:off x="7606338" y="3837885"/>
              <a:ext cx="1969" cy="2950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箭头连接符 384">
              <a:extLst>
                <a:ext uri="{FF2B5EF4-FFF2-40B4-BE49-F238E27FC236}">
                  <a16:creationId xmlns:a16="http://schemas.microsoft.com/office/drawing/2014/main" id="{CCA267D9-595E-6CE4-A647-4373FCDF0526}"/>
                </a:ext>
              </a:extLst>
            </p:cNvPr>
            <p:cNvCxnSpPr>
              <a:cxnSpLocks/>
              <a:stCxn id="332" idx="1"/>
              <a:endCxn id="315" idx="3"/>
            </p:cNvCxnSpPr>
            <p:nvPr/>
          </p:nvCxnSpPr>
          <p:spPr>
            <a:xfrm flipH="1" flipV="1">
              <a:off x="7855217" y="4363790"/>
              <a:ext cx="479425" cy="58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组合 390">
            <a:extLst>
              <a:ext uri="{FF2B5EF4-FFF2-40B4-BE49-F238E27FC236}">
                <a16:creationId xmlns:a16="http://schemas.microsoft.com/office/drawing/2014/main" id="{525E6E67-36EB-DD2E-FB66-6E6A442B4D74}"/>
              </a:ext>
            </a:extLst>
          </p:cNvPr>
          <p:cNvGrpSpPr/>
          <p:nvPr/>
        </p:nvGrpSpPr>
        <p:grpSpPr>
          <a:xfrm>
            <a:off x="8936731" y="2470583"/>
            <a:ext cx="2360815" cy="2657191"/>
            <a:chOff x="6597704" y="2470583"/>
            <a:chExt cx="2360815" cy="2657191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648C0041-8643-7489-62A1-5A7FFBA32762}"/>
                </a:ext>
              </a:extLst>
            </p:cNvPr>
            <p:cNvGrpSpPr/>
            <p:nvPr/>
          </p:nvGrpSpPr>
          <p:grpSpPr>
            <a:xfrm>
              <a:off x="6597704" y="2470583"/>
              <a:ext cx="1880892" cy="710180"/>
              <a:chOff x="330159" y="1397581"/>
              <a:chExt cx="1880892" cy="710180"/>
            </a:xfrm>
          </p:grpSpPr>
          <p:grpSp>
            <p:nvGrpSpPr>
              <p:cNvPr id="412" name="组合 411">
                <a:extLst>
                  <a:ext uri="{FF2B5EF4-FFF2-40B4-BE49-F238E27FC236}">
                    <a16:creationId xmlns:a16="http://schemas.microsoft.com/office/drawing/2014/main" id="{4EE508CE-3F12-1F65-B13C-5C99776BDD97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415" name="矩形 414">
                  <a:extLst>
                    <a:ext uri="{FF2B5EF4-FFF2-40B4-BE49-F238E27FC236}">
                      <a16:creationId xmlns:a16="http://schemas.microsoft.com/office/drawing/2014/main" id="{72410B45-39F0-7FAA-9C21-33FA6C9B8ED2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5AA9E726-FE75-E504-6391-3B10ED87D0D1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3" name="文本框 412">
                    <a:extLst>
                      <a:ext uri="{FF2B5EF4-FFF2-40B4-BE49-F238E27FC236}">
                        <a16:creationId xmlns:a16="http://schemas.microsoft.com/office/drawing/2014/main" id="{2BB2D01F-1353-F20D-633A-38B513850D9F}"/>
                      </a:ext>
                    </a:extLst>
                  </p:cNvPr>
                  <p:cNvSpPr txBox="1"/>
                  <p:nvPr/>
                </p:nvSpPr>
                <p:spPr>
                  <a:xfrm>
                    <a:off x="330159" y="1397581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413" name="文本框 412">
                    <a:extLst>
                      <a:ext uri="{FF2B5EF4-FFF2-40B4-BE49-F238E27FC236}">
                        <a16:creationId xmlns:a16="http://schemas.microsoft.com/office/drawing/2014/main" id="{2BB2D01F-1353-F20D-633A-38B513850D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159" y="1397581"/>
                    <a:ext cx="505314" cy="33855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4" name="连接符: 肘形 413">
                <a:extLst>
                  <a:ext uri="{FF2B5EF4-FFF2-40B4-BE49-F238E27FC236}">
                    <a16:creationId xmlns:a16="http://schemas.microsoft.com/office/drawing/2014/main" id="{15458BF8-6A3E-57AE-6FF7-0E2106B7CD8B}"/>
                  </a:ext>
                </a:extLst>
              </p:cNvPr>
              <p:cNvCxnSpPr>
                <a:cxnSpLocks/>
                <a:stCxn id="413" idx="2"/>
                <a:endCxn id="415" idx="1"/>
              </p:cNvCxnSpPr>
              <p:nvPr/>
            </p:nvCxnSpPr>
            <p:spPr>
              <a:xfrm rot="16200000" flipH="1">
                <a:off x="765176" y="1553774"/>
                <a:ext cx="121859" cy="48657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3" name="直接箭头连接符 392">
              <a:extLst>
                <a:ext uri="{FF2B5EF4-FFF2-40B4-BE49-F238E27FC236}">
                  <a16:creationId xmlns:a16="http://schemas.microsoft.com/office/drawing/2014/main" id="{76080C29-C4B4-E556-9538-4039D7F68C82}"/>
                </a:ext>
              </a:extLst>
            </p:cNvPr>
            <p:cNvCxnSpPr>
              <a:cxnSpLocks/>
              <a:stCxn id="415" idx="2"/>
            </p:cNvCxnSpPr>
            <p:nvPr/>
          </p:nvCxnSpPr>
          <p:spPr>
            <a:xfrm>
              <a:off x="7907768" y="3180763"/>
              <a:ext cx="0" cy="35150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582C3F99-D5FF-A47D-C7D4-31E57EC8CFBB}"/>
                    </a:ext>
                  </a:extLst>
                </p:cNvPr>
                <p:cNvSpPr txBox="1"/>
                <p:nvPr/>
              </p:nvSpPr>
              <p:spPr>
                <a:xfrm>
                  <a:off x="7361397" y="4132957"/>
                  <a:ext cx="4938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582C3F99-D5FF-A47D-C7D4-31E57EC8C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397" y="4132957"/>
                  <a:ext cx="493820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7407" r="-7407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14AEBD77-5C30-C68A-5633-5B46544BF0FC}"/>
                </a:ext>
              </a:extLst>
            </p:cNvPr>
            <p:cNvCxnSpPr>
              <a:cxnSpLocks/>
              <a:stCxn id="394" idx="2"/>
            </p:cNvCxnSpPr>
            <p:nvPr/>
          </p:nvCxnSpPr>
          <p:spPr>
            <a:xfrm>
              <a:off x="7608307" y="4594622"/>
              <a:ext cx="1" cy="2266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6" name="组合 395">
              <a:extLst>
                <a:ext uri="{FF2B5EF4-FFF2-40B4-BE49-F238E27FC236}">
                  <a16:creationId xmlns:a16="http://schemas.microsoft.com/office/drawing/2014/main" id="{5AAA110F-7364-CE25-7C73-83402B74D87E}"/>
                </a:ext>
              </a:extLst>
            </p:cNvPr>
            <p:cNvGrpSpPr/>
            <p:nvPr/>
          </p:nvGrpSpPr>
          <p:grpSpPr>
            <a:xfrm>
              <a:off x="7280465" y="4807934"/>
              <a:ext cx="673897" cy="319840"/>
              <a:chOff x="6371344" y="2815265"/>
              <a:chExt cx="1363466" cy="322967"/>
            </a:xfrm>
          </p:grpSpPr>
          <p:sp>
            <p:nvSpPr>
              <p:cNvPr id="410" name="流程图: 数据 409">
                <a:extLst>
                  <a:ext uri="{FF2B5EF4-FFF2-40B4-BE49-F238E27FC236}">
                    <a16:creationId xmlns:a16="http://schemas.microsoft.com/office/drawing/2014/main" id="{F9C39818-1EFD-CF96-B967-F5650ED7ADDB}"/>
                  </a:ext>
                </a:extLst>
              </p:cNvPr>
              <p:cNvSpPr/>
              <p:nvPr/>
            </p:nvSpPr>
            <p:spPr>
              <a:xfrm>
                <a:off x="6371344" y="2826732"/>
                <a:ext cx="1262264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1" name="文本框 410">
                    <a:extLst>
                      <a:ext uri="{FF2B5EF4-FFF2-40B4-BE49-F238E27FC236}">
                        <a16:creationId xmlns:a16="http://schemas.microsoft.com/office/drawing/2014/main" id="{FCE31280-0EB9-4050-49F6-589D453A4460}"/>
                      </a:ext>
                    </a:extLst>
                  </p:cNvPr>
                  <p:cNvSpPr txBox="1"/>
                  <p:nvPr/>
                </p:nvSpPr>
                <p:spPr>
                  <a:xfrm>
                    <a:off x="6472546" y="2815265"/>
                    <a:ext cx="1262264" cy="3107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411" name="文本框 410">
                    <a:extLst>
                      <a:ext uri="{FF2B5EF4-FFF2-40B4-BE49-F238E27FC236}">
                        <a16:creationId xmlns:a16="http://schemas.microsoft.com/office/drawing/2014/main" id="{FCE31280-0EB9-4050-49F6-589D453A44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2546" y="2815265"/>
                    <a:ext cx="1262264" cy="310788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7" name="组合 396">
              <a:extLst>
                <a:ext uri="{FF2B5EF4-FFF2-40B4-BE49-F238E27FC236}">
                  <a16:creationId xmlns:a16="http://schemas.microsoft.com/office/drawing/2014/main" id="{31F723A6-1DB7-5934-E00F-0A1743BD0BE1}"/>
                </a:ext>
              </a:extLst>
            </p:cNvPr>
            <p:cNvGrpSpPr/>
            <p:nvPr/>
          </p:nvGrpSpPr>
          <p:grpSpPr>
            <a:xfrm>
              <a:off x="8312854" y="4213304"/>
              <a:ext cx="645665" cy="310215"/>
              <a:chOff x="6063374" y="2819197"/>
              <a:chExt cx="1306347" cy="313248"/>
            </a:xfrm>
          </p:grpSpPr>
          <p:sp>
            <p:nvSpPr>
              <p:cNvPr id="408" name="流程图: 数据 407">
                <a:extLst>
                  <a:ext uri="{FF2B5EF4-FFF2-40B4-BE49-F238E27FC236}">
                    <a16:creationId xmlns:a16="http://schemas.microsoft.com/office/drawing/2014/main" id="{F403EBCC-1BF8-9A2B-D38E-D03A9DBC1A0A}"/>
                  </a:ext>
                </a:extLst>
              </p:cNvPr>
              <p:cNvSpPr/>
              <p:nvPr/>
            </p:nvSpPr>
            <p:spPr>
              <a:xfrm>
                <a:off x="6063374" y="2819197"/>
                <a:ext cx="1262265" cy="311500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9" name="文本框 408">
                    <a:extLst>
                      <a:ext uri="{FF2B5EF4-FFF2-40B4-BE49-F238E27FC236}">
                        <a16:creationId xmlns:a16="http://schemas.microsoft.com/office/drawing/2014/main" id="{2DC0C581-8BE2-F870-29B7-B369E3135738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457" y="2821657"/>
                    <a:ext cx="1262264" cy="3107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/>
                  </a:p>
                </p:txBody>
              </p:sp>
            </mc:Choice>
            <mc:Fallback xmlns="">
              <p:sp>
                <p:nvSpPr>
                  <p:cNvPr id="409" name="文本框 408">
                    <a:extLst>
                      <a:ext uri="{FF2B5EF4-FFF2-40B4-BE49-F238E27FC236}">
                        <a16:creationId xmlns:a16="http://schemas.microsoft.com/office/drawing/2014/main" id="{2DC0C581-8BE2-F870-29B7-B369E31357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7457" y="2821657"/>
                    <a:ext cx="1262264" cy="31078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AFE26C5F-62D4-2CF7-6757-867D610CFA6B}"/>
                    </a:ext>
                  </a:extLst>
                </p:cNvPr>
                <p:cNvSpPr txBox="1"/>
                <p:nvPr/>
              </p:nvSpPr>
              <p:spPr>
                <a:xfrm>
                  <a:off x="6743512" y="4260178"/>
                  <a:ext cx="7645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zh-CN" altLang="en-US" sz="1100"/>
                    <a:t> </a:t>
                  </a:r>
                  <a:r>
                    <a:rPr lang="en-US" altLang="zh-CN" sz="1100"/>
                    <a:t>bits</a:t>
                  </a:r>
                  <a:endParaRPr lang="zh-CN" altLang="en-US" sz="1100"/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AFE26C5F-62D4-2CF7-6757-867D610CF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3512" y="4260178"/>
                  <a:ext cx="764529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9" name="组合 398">
              <a:extLst>
                <a:ext uri="{FF2B5EF4-FFF2-40B4-BE49-F238E27FC236}">
                  <a16:creationId xmlns:a16="http://schemas.microsoft.com/office/drawing/2014/main" id="{76B854A3-E544-DCC6-D4D8-37D61A94AFEF}"/>
                </a:ext>
              </a:extLst>
            </p:cNvPr>
            <p:cNvGrpSpPr/>
            <p:nvPr/>
          </p:nvGrpSpPr>
          <p:grpSpPr>
            <a:xfrm>
              <a:off x="7294399" y="3529401"/>
              <a:ext cx="1156275" cy="313222"/>
              <a:chOff x="6945168" y="1388081"/>
              <a:chExt cx="1156275" cy="313222"/>
            </a:xfrm>
          </p:grpSpPr>
          <p:grpSp>
            <p:nvGrpSpPr>
              <p:cNvPr id="402" name="组合 401">
                <a:extLst>
                  <a:ext uri="{FF2B5EF4-FFF2-40B4-BE49-F238E27FC236}">
                    <a16:creationId xmlns:a16="http://schemas.microsoft.com/office/drawing/2014/main" id="{760BDFF8-9568-B72B-3BC5-F913917D2BA3}"/>
                  </a:ext>
                </a:extLst>
              </p:cNvPr>
              <p:cNvGrpSpPr/>
              <p:nvPr/>
            </p:nvGrpSpPr>
            <p:grpSpPr>
              <a:xfrm>
                <a:off x="6945168" y="1388081"/>
                <a:ext cx="661576" cy="308484"/>
                <a:chOff x="6063374" y="2819197"/>
                <a:chExt cx="1338539" cy="311500"/>
              </a:xfrm>
            </p:grpSpPr>
            <p:sp>
              <p:nvSpPr>
                <p:cNvPr id="406" name="流程图: 数据 405">
                  <a:extLst>
                    <a:ext uri="{FF2B5EF4-FFF2-40B4-BE49-F238E27FC236}">
                      <a16:creationId xmlns:a16="http://schemas.microsoft.com/office/drawing/2014/main" id="{DEBEFD2A-E7A9-F879-4E97-195A0C2BEA52}"/>
                    </a:ext>
                  </a:extLst>
                </p:cNvPr>
                <p:cNvSpPr/>
                <p:nvPr/>
              </p:nvSpPr>
              <p:spPr>
                <a:xfrm>
                  <a:off x="6063374" y="2819197"/>
                  <a:ext cx="1262265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7" name="文本框 406">
                      <a:extLst>
                        <a:ext uri="{FF2B5EF4-FFF2-40B4-BE49-F238E27FC236}">
                          <a16:creationId xmlns:a16="http://schemas.microsoft.com/office/drawing/2014/main" id="{BB2B58BC-9B42-D23F-57F1-25EBF27085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39649" y="2841620"/>
                      <a:ext cx="1262264" cy="2641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𝑆𝑒𝑙𝑒𝑐𝑡</m:t>
                            </m:r>
                          </m:oMath>
                        </m:oMathPara>
                      </a14:m>
                      <a:endParaRPr lang="zh-CN" altLang="en-US" sz="1050"/>
                    </a:p>
                  </p:txBody>
                </p:sp>
              </mc:Choice>
              <mc:Fallback xmlns="">
                <p:sp>
                  <p:nvSpPr>
                    <p:cNvPr id="407" name="文本框 406">
                      <a:extLst>
                        <a:ext uri="{FF2B5EF4-FFF2-40B4-BE49-F238E27FC236}">
                          <a16:creationId xmlns:a16="http://schemas.microsoft.com/office/drawing/2014/main" id="{BB2B58BC-9B42-D23F-57F1-25EBF27085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39649" y="2841620"/>
                      <a:ext cx="1262264" cy="26416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3" name="组合 402">
                <a:extLst>
                  <a:ext uri="{FF2B5EF4-FFF2-40B4-BE49-F238E27FC236}">
                    <a16:creationId xmlns:a16="http://schemas.microsoft.com/office/drawing/2014/main" id="{5F2FCEFE-465F-4E70-2084-058651F67B23}"/>
                  </a:ext>
                </a:extLst>
              </p:cNvPr>
              <p:cNvGrpSpPr/>
              <p:nvPr/>
            </p:nvGrpSpPr>
            <p:grpSpPr>
              <a:xfrm>
                <a:off x="7448591" y="1392819"/>
                <a:ext cx="652852" cy="308484"/>
                <a:chOff x="6082803" y="2826772"/>
                <a:chExt cx="1320888" cy="311500"/>
              </a:xfrm>
            </p:grpSpPr>
            <p:sp>
              <p:nvSpPr>
                <p:cNvPr id="404" name="流程图: 数据 403">
                  <a:extLst>
                    <a:ext uri="{FF2B5EF4-FFF2-40B4-BE49-F238E27FC236}">
                      <a16:creationId xmlns:a16="http://schemas.microsoft.com/office/drawing/2014/main" id="{6C205E3E-3CAC-88D1-C3F9-5F154A030BE3}"/>
                    </a:ext>
                  </a:extLst>
                </p:cNvPr>
                <p:cNvSpPr/>
                <p:nvPr/>
              </p:nvSpPr>
              <p:spPr>
                <a:xfrm>
                  <a:off x="6082803" y="2826772"/>
                  <a:ext cx="1262266" cy="311500"/>
                </a:xfrm>
                <a:prstGeom prst="flowChartInputOutpu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5" name="文本框 404">
                      <a:extLst>
                        <a:ext uri="{FF2B5EF4-FFF2-40B4-BE49-F238E27FC236}">
                          <a16:creationId xmlns:a16="http://schemas.microsoft.com/office/drawing/2014/main" id="{6EF53D36-B0FA-A0C9-EC43-4634DEA837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1427" y="2869870"/>
                      <a:ext cx="1262264" cy="2486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𝐷𝑖𝑠𝑐𝑎𝑟𝑑</m:t>
                            </m:r>
                          </m:oMath>
                        </m:oMathPara>
                      </a14:m>
                      <a:endParaRPr lang="zh-CN" altLang="en-US" sz="1000"/>
                    </a:p>
                  </p:txBody>
                </p:sp>
              </mc:Choice>
              <mc:Fallback xmlns="">
                <p:sp>
                  <p:nvSpPr>
                    <p:cNvPr id="405" name="文本框 404">
                      <a:extLst>
                        <a:ext uri="{FF2B5EF4-FFF2-40B4-BE49-F238E27FC236}">
                          <a16:creationId xmlns:a16="http://schemas.microsoft.com/office/drawing/2014/main" id="{6EF53D36-B0FA-A0C9-EC43-4634DEA837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1427" y="2869870"/>
                      <a:ext cx="1262264" cy="248628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400" name="直接箭头连接符 399">
              <a:extLst>
                <a:ext uri="{FF2B5EF4-FFF2-40B4-BE49-F238E27FC236}">
                  <a16:creationId xmlns:a16="http://schemas.microsoft.com/office/drawing/2014/main" id="{D8B7BC2C-8556-8CF8-01AA-CF278DCFAD44}"/>
                </a:ext>
              </a:extLst>
            </p:cNvPr>
            <p:cNvCxnSpPr>
              <a:cxnSpLocks/>
              <a:stCxn id="406" idx="4"/>
              <a:endCxn id="394" idx="0"/>
            </p:cNvCxnSpPr>
            <p:nvPr/>
          </p:nvCxnSpPr>
          <p:spPr>
            <a:xfrm>
              <a:off x="7606338" y="3837885"/>
              <a:ext cx="1969" cy="2950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2B7B1363-57F8-EA58-278A-65A7245B7C14}"/>
                </a:ext>
              </a:extLst>
            </p:cNvPr>
            <p:cNvCxnSpPr>
              <a:cxnSpLocks/>
              <a:stCxn id="409" idx="1"/>
              <a:endCxn id="394" idx="3"/>
            </p:cNvCxnSpPr>
            <p:nvPr/>
          </p:nvCxnSpPr>
          <p:spPr>
            <a:xfrm flipH="1" flipV="1">
              <a:off x="7855217" y="4363790"/>
              <a:ext cx="479425" cy="58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0" name="连接符: 肘形 439">
            <a:extLst>
              <a:ext uri="{FF2B5EF4-FFF2-40B4-BE49-F238E27FC236}">
                <a16:creationId xmlns:a16="http://schemas.microsoft.com/office/drawing/2014/main" id="{2F2D703A-8323-6A27-B6F1-0A46609EBB71}"/>
              </a:ext>
            </a:extLst>
          </p:cNvPr>
          <p:cNvCxnSpPr>
            <a:cxnSpLocks/>
            <a:stCxn id="409" idx="3"/>
            <a:endCxn id="441" idx="2"/>
          </p:cNvCxnSpPr>
          <p:nvPr/>
        </p:nvCxnSpPr>
        <p:spPr>
          <a:xfrm flipV="1">
            <a:off x="11297546" y="2411856"/>
            <a:ext cx="180240" cy="1957774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14828D05-8DE7-D42B-BF0F-A1C44ECEADAF}"/>
                  </a:ext>
                </a:extLst>
              </p:cNvPr>
              <p:cNvSpPr txBox="1"/>
              <p:nvPr/>
            </p:nvSpPr>
            <p:spPr>
              <a:xfrm>
                <a:off x="10992410" y="2011746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14828D05-8DE7-D42B-BF0F-A1C44ECEA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2410" y="2011746"/>
                <a:ext cx="970751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文本框 448">
            <a:extLst>
              <a:ext uri="{FF2B5EF4-FFF2-40B4-BE49-F238E27FC236}">
                <a16:creationId xmlns:a16="http://schemas.microsoft.com/office/drawing/2014/main" id="{7EE4E7F0-9B99-6554-C8D5-0DF22CAEFB4D}"/>
              </a:ext>
            </a:extLst>
          </p:cNvPr>
          <p:cNvSpPr txBox="1"/>
          <p:nvPr/>
        </p:nvSpPr>
        <p:spPr>
          <a:xfrm>
            <a:off x="8209287" y="5245340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CFB-</a:t>
            </a: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endParaRPr lang="en-US" altLang="zh-CN" sz="1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3188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2748872" y="6078016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ECB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8BD12AC-482D-C31C-4296-93E1F03C0FDA}"/>
              </a:ext>
            </a:extLst>
          </p:cNvPr>
          <p:cNvGrpSpPr/>
          <p:nvPr/>
        </p:nvGrpSpPr>
        <p:grpSpPr>
          <a:xfrm>
            <a:off x="2028505" y="4728140"/>
            <a:ext cx="1141656" cy="499534"/>
            <a:chOff x="5505086" y="2352375"/>
            <a:chExt cx="578309" cy="58058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B63963B-7C9A-93B9-3812-042046089A35}"/>
                </a:ext>
              </a:extLst>
            </p:cNvPr>
            <p:cNvSpPr/>
            <p:nvPr/>
          </p:nvSpPr>
          <p:spPr>
            <a:xfrm>
              <a:off x="5505086" y="2352375"/>
              <a:ext cx="578309" cy="580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A213FCF-678B-C266-B177-531E6AC8E9BE}"/>
                </a:ext>
              </a:extLst>
            </p:cNvPr>
            <p:cNvSpPr txBox="1"/>
            <p:nvPr/>
          </p:nvSpPr>
          <p:spPr>
            <a:xfrm>
              <a:off x="5538694" y="2474823"/>
              <a:ext cx="511294" cy="357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Encrypt</a:t>
              </a:r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C86D435-DA8D-8C99-0323-638D35271BB3}"/>
                  </a:ext>
                </a:extLst>
              </p:cNvPr>
              <p:cNvSpPr txBox="1"/>
              <p:nvPr/>
            </p:nvSpPr>
            <p:spPr>
              <a:xfrm>
                <a:off x="1328351" y="4494940"/>
                <a:ext cx="5053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C86D435-DA8D-8C99-0323-638D35271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351" y="4494940"/>
                <a:ext cx="50531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9914F398-E00B-F8A9-4793-9DE52F44870E}"/>
              </a:ext>
            </a:extLst>
          </p:cNvPr>
          <p:cNvGrpSpPr/>
          <p:nvPr/>
        </p:nvGrpSpPr>
        <p:grpSpPr>
          <a:xfrm>
            <a:off x="2075651" y="3908664"/>
            <a:ext cx="1115211" cy="308483"/>
            <a:chOff x="6063374" y="2819197"/>
            <a:chExt cx="1343512" cy="311500"/>
          </a:xfrm>
        </p:grpSpPr>
        <p:sp>
          <p:nvSpPr>
            <p:cNvPr id="29" name="流程图: 数据 28">
              <a:extLst>
                <a:ext uri="{FF2B5EF4-FFF2-40B4-BE49-F238E27FC236}">
                  <a16:creationId xmlns:a16="http://schemas.microsoft.com/office/drawing/2014/main" id="{8C0CDD4D-2E01-2253-5F32-0D9254CC4159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FC4F27A-2A72-6149-7D42-EFECAFCCEBBD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11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6668B92-34FE-44B1-3813-2C161BB1E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114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F2BCF8E-D01A-1355-3298-A9ABC8B8EE76}"/>
              </a:ext>
            </a:extLst>
          </p:cNvPr>
          <p:cNvGrpSpPr/>
          <p:nvPr/>
        </p:nvGrpSpPr>
        <p:grpSpPr>
          <a:xfrm>
            <a:off x="2075651" y="5738667"/>
            <a:ext cx="1116100" cy="313335"/>
            <a:chOff x="6060744" y="2640231"/>
            <a:chExt cx="1344582" cy="316400"/>
          </a:xfrm>
        </p:grpSpPr>
        <p:sp>
          <p:nvSpPr>
            <p:cNvPr id="27" name="流程图: 数据 26">
              <a:extLst>
                <a:ext uri="{FF2B5EF4-FFF2-40B4-BE49-F238E27FC236}">
                  <a16:creationId xmlns:a16="http://schemas.microsoft.com/office/drawing/2014/main" id="{FBEE56FD-CFD8-DEF5-3DF4-BA2A7B5C5878}"/>
                </a:ext>
              </a:extLst>
            </p:cNvPr>
            <p:cNvSpPr/>
            <p:nvPr/>
          </p:nvSpPr>
          <p:spPr>
            <a:xfrm>
              <a:off x="6060744" y="2640231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C41D71B3-0AA0-EABF-3008-113E48F914EC}"/>
                    </a:ext>
                  </a:extLst>
                </p:cNvPr>
                <p:cNvSpPr txBox="1"/>
                <p:nvPr/>
              </p:nvSpPr>
              <p:spPr>
                <a:xfrm>
                  <a:off x="6143062" y="2645132"/>
                  <a:ext cx="1262264" cy="311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E8BF482D-60A7-0448-9471-445B75F9C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3062" y="2645132"/>
                  <a:ext cx="1262264" cy="3114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A773EB3-F952-6861-AF99-BD29405646F2}"/>
              </a:ext>
            </a:extLst>
          </p:cNvPr>
          <p:cNvCxnSpPr>
            <a:cxnSpLocks/>
            <a:stCxn id="5" idx="2"/>
            <a:endCxn id="32" idx="1"/>
          </p:cNvCxnSpPr>
          <p:nvPr/>
        </p:nvCxnSpPr>
        <p:spPr>
          <a:xfrm rot="16200000" flipH="1">
            <a:off x="1732550" y="4681951"/>
            <a:ext cx="144413" cy="447497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12E1275-6328-BAC9-D499-DF0BBB1BAA75}"/>
              </a:ext>
            </a:extLst>
          </p:cNvPr>
          <p:cNvCxnSpPr>
            <a:cxnSpLocks/>
            <a:stCxn id="32" idx="2"/>
            <a:endCxn id="27" idx="1"/>
          </p:cNvCxnSpPr>
          <p:nvPr/>
        </p:nvCxnSpPr>
        <p:spPr>
          <a:xfrm>
            <a:off x="2599333" y="5227674"/>
            <a:ext cx="203" cy="511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5978701-3095-7E19-EAC9-3A37324F2E2F}"/>
              </a:ext>
            </a:extLst>
          </p:cNvPr>
          <p:cNvCxnSpPr>
            <a:cxnSpLocks/>
          </p:cNvCxnSpPr>
          <p:nvPr/>
        </p:nvCxnSpPr>
        <p:spPr>
          <a:xfrm>
            <a:off x="2599333" y="4212287"/>
            <a:ext cx="203" cy="511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61FB565-0B35-4771-31E8-831A6628A2D0}"/>
              </a:ext>
            </a:extLst>
          </p:cNvPr>
          <p:cNvGrpSpPr/>
          <p:nvPr/>
        </p:nvGrpSpPr>
        <p:grpSpPr>
          <a:xfrm>
            <a:off x="3935590" y="4723287"/>
            <a:ext cx="1141656" cy="499534"/>
            <a:chOff x="5505086" y="2352375"/>
            <a:chExt cx="578309" cy="58058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6B20D8E-C6F1-E43B-C3C3-A40FB3B41F9D}"/>
                </a:ext>
              </a:extLst>
            </p:cNvPr>
            <p:cNvSpPr/>
            <p:nvPr/>
          </p:nvSpPr>
          <p:spPr>
            <a:xfrm>
              <a:off x="5505086" y="2352375"/>
              <a:ext cx="578309" cy="580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838D034-094B-B36C-8A51-4616F54E3AF5}"/>
                </a:ext>
              </a:extLst>
            </p:cNvPr>
            <p:cNvSpPr txBox="1"/>
            <p:nvPr/>
          </p:nvSpPr>
          <p:spPr>
            <a:xfrm>
              <a:off x="5538694" y="2474823"/>
              <a:ext cx="511294" cy="357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Encrypt</a:t>
              </a:r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0B685FF-44AB-A021-367A-915CB4B13601}"/>
                  </a:ext>
                </a:extLst>
              </p:cNvPr>
              <p:cNvSpPr txBox="1"/>
              <p:nvPr/>
            </p:nvSpPr>
            <p:spPr>
              <a:xfrm>
                <a:off x="3235436" y="4490087"/>
                <a:ext cx="5053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0B685FF-44AB-A021-367A-915CB4B13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436" y="4490087"/>
                <a:ext cx="505314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C659B0CF-06F9-6857-3E44-A4C4EF024888}"/>
              </a:ext>
            </a:extLst>
          </p:cNvPr>
          <p:cNvGrpSpPr/>
          <p:nvPr/>
        </p:nvGrpSpPr>
        <p:grpSpPr>
          <a:xfrm>
            <a:off x="3982736" y="3903811"/>
            <a:ext cx="1115211" cy="308483"/>
            <a:chOff x="6063374" y="2819197"/>
            <a:chExt cx="1343512" cy="311500"/>
          </a:xfrm>
        </p:grpSpPr>
        <p:sp>
          <p:nvSpPr>
            <p:cNvPr id="42" name="流程图: 数据 41">
              <a:extLst>
                <a:ext uri="{FF2B5EF4-FFF2-40B4-BE49-F238E27FC236}">
                  <a16:creationId xmlns:a16="http://schemas.microsoft.com/office/drawing/2014/main" id="{4BDC6611-372D-289D-C10D-0B4D38923108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3445825-11C3-5371-68EE-2EB9D5E5AC03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11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3445825-11C3-5371-68EE-2EB9D5E5A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114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869CFAA-861D-A088-E8A3-2F0915C55894}"/>
              </a:ext>
            </a:extLst>
          </p:cNvPr>
          <p:cNvGrpSpPr/>
          <p:nvPr/>
        </p:nvGrpSpPr>
        <p:grpSpPr>
          <a:xfrm>
            <a:off x="3982736" y="5733814"/>
            <a:ext cx="1116100" cy="313335"/>
            <a:chOff x="6060744" y="2640231"/>
            <a:chExt cx="1344582" cy="316400"/>
          </a:xfrm>
        </p:grpSpPr>
        <p:sp>
          <p:nvSpPr>
            <p:cNvPr id="45" name="流程图: 数据 44">
              <a:extLst>
                <a:ext uri="{FF2B5EF4-FFF2-40B4-BE49-F238E27FC236}">
                  <a16:creationId xmlns:a16="http://schemas.microsoft.com/office/drawing/2014/main" id="{C153B95F-B05E-5FEE-4C56-D017AB10E9D0}"/>
                </a:ext>
              </a:extLst>
            </p:cNvPr>
            <p:cNvSpPr/>
            <p:nvPr/>
          </p:nvSpPr>
          <p:spPr>
            <a:xfrm>
              <a:off x="6060744" y="2640231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14CCE6A-9716-E42A-09E3-D594BC4A1E57}"/>
                    </a:ext>
                  </a:extLst>
                </p:cNvPr>
                <p:cNvSpPr txBox="1"/>
                <p:nvPr/>
              </p:nvSpPr>
              <p:spPr>
                <a:xfrm>
                  <a:off x="6143062" y="2645132"/>
                  <a:ext cx="1262264" cy="311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14CCE6A-9716-E42A-09E3-D594BC4A1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3062" y="2645132"/>
                  <a:ext cx="1262264" cy="3114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D0E790B3-6238-7481-06B9-CDEEA311AC14}"/>
              </a:ext>
            </a:extLst>
          </p:cNvPr>
          <p:cNvCxnSpPr>
            <a:cxnSpLocks/>
            <a:stCxn id="39" idx="2"/>
            <a:endCxn id="36" idx="1"/>
          </p:cNvCxnSpPr>
          <p:nvPr/>
        </p:nvCxnSpPr>
        <p:spPr>
          <a:xfrm rot="16200000" flipH="1">
            <a:off x="3639635" y="4677098"/>
            <a:ext cx="144413" cy="447497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C9F497C-7AED-1994-6D66-F24ACABC961B}"/>
              </a:ext>
            </a:extLst>
          </p:cNvPr>
          <p:cNvCxnSpPr>
            <a:cxnSpLocks/>
            <a:stCxn id="36" idx="2"/>
            <a:endCxn id="45" idx="1"/>
          </p:cNvCxnSpPr>
          <p:nvPr/>
        </p:nvCxnSpPr>
        <p:spPr>
          <a:xfrm>
            <a:off x="4506418" y="5222821"/>
            <a:ext cx="203" cy="511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69EC081-BE9D-7552-18F8-A815FCDDA682}"/>
              </a:ext>
            </a:extLst>
          </p:cNvPr>
          <p:cNvCxnSpPr>
            <a:cxnSpLocks/>
          </p:cNvCxnSpPr>
          <p:nvPr/>
        </p:nvCxnSpPr>
        <p:spPr>
          <a:xfrm>
            <a:off x="4506418" y="4207434"/>
            <a:ext cx="203" cy="511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BB50D45-B67D-BAE0-F312-913FC9876916}"/>
              </a:ext>
            </a:extLst>
          </p:cNvPr>
          <p:cNvSpPr txBox="1"/>
          <p:nvPr/>
        </p:nvSpPr>
        <p:spPr>
          <a:xfrm>
            <a:off x="9065380" y="4382365"/>
            <a:ext cx="505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ECB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CD4E5B1-7040-D479-E3D6-79436F8F81F4}"/>
              </a:ext>
            </a:extLst>
          </p:cNvPr>
          <p:cNvGrpSpPr/>
          <p:nvPr/>
        </p:nvGrpSpPr>
        <p:grpSpPr>
          <a:xfrm>
            <a:off x="6975329" y="3404277"/>
            <a:ext cx="1984335" cy="499534"/>
            <a:chOff x="6801304" y="2030622"/>
            <a:chExt cx="1984335" cy="49953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639A574-75F5-4D21-5457-87A254F89541}"/>
                </a:ext>
              </a:extLst>
            </p:cNvPr>
            <p:cNvGrpSpPr/>
            <p:nvPr/>
          </p:nvGrpSpPr>
          <p:grpSpPr>
            <a:xfrm>
              <a:off x="6801304" y="2030622"/>
              <a:ext cx="1984335" cy="499534"/>
              <a:chOff x="226716" y="1608227"/>
              <a:chExt cx="1984335" cy="499534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0C9E4166-E412-4476-5404-088B53E88869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4E17DF7-BC93-044A-A52C-B5FC43A671D5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2987EFF-3EFA-57D1-F420-6F120DA10D56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17092032-A158-4B02-1EB9-BF0F0B458C74}"/>
                      </a:ext>
                    </a:extLst>
                  </p:cNvPr>
                  <p:cNvSpPr txBox="1"/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17092032-A158-4B02-1EB9-BF0F0B458C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DFF3D7F-5FD2-2CA4-2442-F5689B6600F0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7120307" y="2280389"/>
              <a:ext cx="5236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49CB38D-0397-1162-B1A4-12036BD8C537}"/>
                  </a:ext>
                </a:extLst>
              </p:cNvPr>
              <p:cNvSpPr txBox="1"/>
              <p:nvPr/>
            </p:nvSpPr>
            <p:spPr>
              <a:xfrm>
                <a:off x="8137292" y="2520410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49CB38D-0397-1162-B1A4-12036BD8C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92" y="2520410"/>
                <a:ext cx="505314" cy="3393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1DABE3D-8B98-283B-5E11-E4B11ECBD0F3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 flipH="1">
            <a:off x="8388836" y="2859798"/>
            <a:ext cx="1113" cy="5444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12A4EF4-62CE-D835-D3E3-F2947186A452}"/>
                  </a:ext>
                </a:extLst>
              </p:cNvPr>
              <p:cNvSpPr txBox="1"/>
              <p:nvPr/>
            </p:nvSpPr>
            <p:spPr>
              <a:xfrm>
                <a:off x="8132790" y="4359729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12A4EF4-62CE-D835-D3E3-F2947186A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790" y="4359729"/>
                <a:ext cx="505314" cy="3393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D01C098-0234-F5D6-10B3-52681C942E6B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385447" y="3903811"/>
            <a:ext cx="3389" cy="45591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920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978280B-D284-496C-8B7C-51007AB34A5B}"/>
              </a:ext>
            </a:extLst>
          </p:cNvPr>
          <p:cNvGrpSpPr/>
          <p:nvPr/>
        </p:nvGrpSpPr>
        <p:grpSpPr>
          <a:xfrm>
            <a:off x="854229" y="4084423"/>
            <a:ext cx="1841810" cy="732734"/>
            <a:chOff x="369241" y="1375027"/>
            <a:chExt cx="1841810" cy="73273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A94EFA3-D742-174C-EFC9-9C76219FFD4E}"/>
                </a:ext>
              </a:extLst>
            </p:cNvPr>
            <p:cNvGrpSpPr/>
            <p:nvPr/>
          </p:nvGrpSpPr>
          <p:grpSpPr>
            <a:xfrm>
              <a:off x="1069395" y="1608227"/>
              <a:ext cx="1141656" cy="499534"/>
              <a:chOff x="5505086" y="2352375"/>
              <a:chExt cx="578309" cy="580584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E22462F-CB95-EC9D-3348-84BD4303EB61}"/>
                  </a:ext>
                </a:extLst>
              </p:cNvPr>
              <p:cNvSpPr/>
              <p:nvPr/>
            </p:nvSpPr>
            <p:spPr>
              <a:xfrm>
                <a:off x="5505086" y="2352375"/>
                <a:ext cx="578309" cy="5805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2202BE-4DFC-E243-3711-9D3B90B61BE7}"/>
                  </a:ext>
                </a:extLst>
              </p:cNvPr>
              <p:cNvSpPr txBox="1"/>
              <p:nvPr/>
            </p:nvSpPr>
            <p:spPr>
              <a:xfrm>
                <a:off x="5538694" y="2474823"/>
                <a:ext cx="511294" cy="357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Encrypt</a:t>
                </a:r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DDD15BF-BE86-3533-363F-17F941CB5C5C}"/>
                    </a:ext>
                  </a:extLst>
                </p:cNvPr>
                <p:cNvSpPr txBox="1"/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DDD15BF-BE86-3533-363F-17F941CB5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连接符: 肘形 5">
              <a:extLst>
                <a:ext uri="{FF2B5EF4-FFF2-40B4-BE49-F238E27FC236}">
                  <a16:creationId xmlns:a16="http://schemas.microsoft.com/office/drawing/2014/main" id="{D0619744-A157-ED1D-24F8-F43E308197F9}"/>
                </a:ext>
              </a:extLst>
            </p:cNvPr>
            <p:cNvCxnSpPr>
              <a:cxnSpLocks/>
              <a:stCxn id="5" idx="2"/>
              <a:endCxn id="8" idx="1"/>
            </p:cNvCxnSpPr>
            <p:nvPr/>
          </p:nvCxnSpPr>
          <p:spPr>
            <a:xfrm rot="16200000" flipH="1">
              <a:off x="773440" y="1562038"/>
              <a:ext cx="144413" cy="447497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6D5B568-41C3-4AAE-3D93-A8F16205FC2C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>
            <a:off x="2125211" y="4817157"/>
            <a:ext cx="4357" cy="68252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7DAFE46-CA2C-231C-A88F-4C0DCFA08426}"/>
                  </a:ext>
                </a:extLst>
              </p:cNvPr>
              <p:cNvSpPr txBox="1"/>
              <p:nvPr/>
            </p:nvSpPr>
            <p:spPr>
              <a:xfrm>
                <a:off x="1882658" y="5499684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7DAFE46-CA2C-231C-A88F-4C0DCFA08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658" y="5499684"/>
                <a:ext cx="493820" cy="461665"/>
              </a:xfrm>
              <a:prstGeom prst="rect">
                <a:avLst/>
              </a:prstGeom>
              <a:blipFill>
                <a:blip r:embed="rId3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6536297-7048-314B-57B1-E5C409619107}"/>
              </a:ext>
            </a:extLst>
          </p:cNvPr>
          <p:cNvCxnSpPr>
            <a:cxnSpLocks/>
            <a:stCxn id="25" idx="2"/>
            <a:endCxn id="32" idx="1"/>
          </p:cNvCxnSpPr>
          <p:nvPr/>
        </p:nvCxnSpPr>
        <p:spPr>
          <a:xfrm>
            <a:off x="2129568" y="5961349"/>
            <a:ext cx="1" cy="226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DF17FCBC-21B6-C312-B956-C4D26FC4280C}"/>
              </a:ext>
            </a:extLst>
          </p:cNvPr>
          <p:cNvCxnSpPr>
            <a:cxnSpLocks/>
            <a:stCxn id="36" idx="2"/>
            <a:endCxn id="25" idx="1"/>
          </p:cNvCxnSpPr>
          <p:nvPr/>
        </p:nvCxnSpPr>
        <p:spPr>
          <a:xfrm rot="16200000" flipH="1">
            <a:off x="1413570" y="5261428"/>
            <a:ext cx="201301" cy="736875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5CFAAAF-950D-1007-C2F4-503D9347477E}"/>
              </a:ext>
            </a:extLst>
          </p:cNvPr>
          <p:cNvGrpSpPr/>
          <p:nvPr/>
        </p:nvGrpSpPr>
        <p:grpSpPr>
          <a:xfrm>
            <a:off x="1605685" y="6186954"/>
            <a:ext cx="1047771" cy="309484"/>
            <a:chOff x="6063374" y="2818186"/>
            <a:chExt cx="1262265" cy="312511"/>
          </a:xfrm>
        </p:grpSpPr>
        <p:sp>
          <p:nvSpPr>
            <p:cNvPr id="32" name="流程图: 数据 31">
              <a:extLst>
                <a:ext uri="{FF2B5EF4-FFF2-40B4-BE49-F238E27FC236}">
                  <a16:creationId xmlns:a16="http://schemas.microsoft.com/office/drawing/2014/main" id="{B3DFDFB9-08DF-46D1-89EB-AD51874EDCB1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5D189CD-0A3D-0A2A-AC24-81373DEA9FFC}"/>
                    </a:ext>
                  </a:extLst>
                </p:cNvPr>
                <p:cNvSpPr txBox="1"/>
                <p:nvPr/>
              </p:nvSpPr>
              <p:spPr>
                <a:xfrm>
                  <a:off x="6063375" y="2818186"/>
                  <a:ext cx="1262264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5D189CD-0A3D-0A2A-AC24-81373DEA9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3375" y="2818186"/>
                  <a:ext cx="1262264" cy="310787"/>
                </a:xfrm>
                <a:prstGeom prst="rect">
                  <a:avLst/>
                </a:prstGeom>
                <a:blipFill>
                  <a:blip r:embed="rId4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9AF056A-2695-D0A5-7A96-C08292790073}"/>
              </a:ext>
            </a:extLst>
          </p:cNvPr>
          <p:cNvGrpSpPr/>
          <p:nvPr/>
        </p:nvGrpSpPr>
        <p:grpSpPr>
          <a:xfrm>
            <a:off x="621898" y="5221438"/>
            <a:ext cx="1055089" cy="313662"/>
            <a:chOff x="6054557" y="2813968"/>
            <a:chExt cx="1271082" cy="316729"/>
          </a:xfrm>
        </p:grpSpPr>
        <p:sp>
          <p:nvSpPr>
            <p:cNvPr id="35" name="流程图: 数据 34">
              <a:extLst>
                <a:ext uri="{FF2B5EF4-FFF2-40B4-BE49-F238E27FC236}">
                  <a16:creationId xmlns:a16="http://schemas.microsoft.com/office/drawing/2014/main" id="{628A0B71-08F1-EBF8-54F3-B661043B5DDF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23DD47C-B48B-72AC-DC70-B3EC8381FD80}"/>
                    </a:ext>
                  </a:extLst>
                </p:cNvPr>
                <p:cNvSpPr txBox="1"/>
                <p:nvPr/>
              </p:nvSpPr>
              <p:spPr>
                <a:xfrm>
                  <a:off x="6054557" y="2813968"/>
                  <a:ext cx="1262263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23DD47C-B48B-72AC-DC70-B3EC8381F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4557" y="2813968"/>
                  <a:ext cx="1262263" cy="31078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823CD14-BC85-874C-E2F8-D05599F46205}"/>
                  </a:ext>
                </a:extLst>
              </p:cNvPr>
              <p:cNvSpPr txBox="1"/>
              <p:nvPr/>
            </p:nvSpPr>
            <p:spPr>
              <a:xfrm>
                <a:off x="1768539" y="3656241"/>
                <a:ext cx="713343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𝑁𝑜𝑛𝑐𝑒</m:t>
                      </m:r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823CD14-BC85-874C-E2F8-D05599F46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539" y="3656241"/>
                <a:ext cx="713343" cy="339388"/>
              </a:xfrm>
              <a:prstGeom prst="rect">
                <a:avLst/>
              </a:prstGeom>
              <a:blipFill>
                <a:blip r:embed="rId6"/>
                <a:stretch>
                  <a:fillRect r="-1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5086B94-44FF-9393-1861-AD0F9944B92D}"/>
              </a:ext>
            </a:extLst>
          </p:cNvPr>
          <p:cNvCxnSpPr>
            <a:cxnSpLocks/>
            <a:stCxn id="53" idx="2"/>
            <a:endCxn id="8" idx="0"/>
          </p:cNvCxnSpPr>
          <p:nvPr/>
        </p:nvCxnSpPr>
        <p:spPr>
          <a:xfrm>
            <a:off x="2125211" y="3995629"/>
            <a:ext cx="0" cy="32199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825DE95-0BDE-C2D6-57DE-463DF44741DC}"/>
              </a:ext>
            </a:extLst>
          </p:cNvPr>
          <p:cNvGrpSpPr/>
          <p:nvPr/>
        </p:nvGrpSpPr>
        <p:grpSpPr>
          <a:xfrm>
            <a:off x="3512520" y="4083422"/>
            <a:ext cx="1841810" cy="732734"/>
            <a:chOff x="369241" y="1375027"/>
            <a:chExt cx="1841810" cy="73273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10EED2D-6616-F3C3-8C54-4EC84FBB3D38}"/>
                </a:ext>
              </a:extLst>
            </p:cNvPr>
            <p:cNvGrpSpPr/>
            <p:nvPr/>
          </p:nvGrpSpPr>
          <p:grpSpPr>
            <a:xfrm>
              <a:off x="1069395" y="1608227"/>
              <a:ext cx="1141656" cy="499534"/>
              <a:chOff x="5505086" y="2352375"/>
              <a:chExt cx="578309" cy="580584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C836333F-3E05-871F-AAD3-3EF400197F70}"/>
                  </a:ext>
                </a:extLst>
              </p:cNvPr>
              <p:cNvSpPr/>
              <p:nvPr/>
            </p:nvSpPr>
            <p:spPr>
              <a:xfrm>
                <a:off x="5505086" y="2352375"/>
                <a:ext cx="578309" cy="5805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FE538B0-163A-081F-8B53-433BA09AA0DD}"/>
                  </a:ext>
                </a:extLst>
              </p:cNvPr>
              <p:cNvSpPr txBox="1"/>
              <p:nvPr/>
            </p:nvSpPr>
            <p:spPr>
              <a:xfrm>
                <a:off x="5538694" y="2474823"/>
                <a:ext cx="511294" cy="357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Encrypt</a:t>
                </a:r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DCBCA2E-6450-CF01-9ADD-7831A8D2AA55}"/>
                    </a:ext>
                  </a:extLst>
                </p:cNvPr>
                <p:cNvSpPr txBox="1"/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DCBCA2E-6450-CF01-9ADD-7831A8D2A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连接符: 肘形 61">
              <a:extLst>
                <a:ext uri="{FF2B5EF4-FFF2-40B4-BE49-F238E27FC236}">
                  <a16:creationId xmlns:a16="http://schemas.microsoft.com/office/drawing/2014/main" id="{79CA04E2-1319-C5F9-D947-AF175FB4802E}"/>
                </a:ext>
              </a:extLst>
            </p:cNvPr>
            <p:cNvCxnSpPr>
              <a:cxnSpLocks/>
              <a:stCxn id="61" idx="2"/>
              <a:endCxn id="63" idx="1"/>
            </p:cNvCxnSpPr>
            <p:nvPr/>
          </p:nvCxnSpPr>
          <p:spPr>
            <a:xfrm rot="16200000" flipH="1">
              <a:off x="773440" y="1562038"/>
              <a:ext cx="144413" cy="447497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B0A5B7E-28E5-2567-D56C-3BFCFD7F3C3C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4783502" y="4816156"/>
            <a:ext cx="4357" cy="68252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977437F-A784-0171-E436-299D322E6BDE}"/>
                  </a:ext>
                </a:extLst>
              </p:cNvPr>
              <p:cNvSpPr txBox="1"/>
              <p:nvPr/>
            </p:nvSpPr>
            <p:spPr>
              <a:xfrm>
                <a:off x="4540949" y="5498683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977437F-A784-0171-E436-299D322E6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949" y="5498683"/>
                <a:ext cx="493820" cy="461665"/>
              </a:xfrm>
              <a:prstGeom prst="rect">
                <a:avLst/>
              </a:prstGeom>
              <a:blipFill>
                <a:blip r:embed="rId8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5263E96-B9FB-13F1-B307-2FFA693910C7}"/>
              </a:ext>
            </a:extLst>
          </p:cNvPr>
          <p:cNvCxnSpPr>
            <a:cxnSpLocks/>
            <a:stCxn id="66" idx="2"/>
            <a:endCxn id="71" idx="1"/>
          </p:cNvCxnSpPr>
          <p:nvPr/>
        </p:nvCxnSpPr>
        <p:spPr>
          <a:xfrm>
            <a:off x="4787859" y="5960348"/>
            <a:ext cx="1" cy="226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63F3D5D4-FC66-77C6-BD43-B4131047A366}"/>
              </a:ext>
            </a:extLst>
          </p:cNvPr>
          <p:cNvCxnSpPr>
            <a:cxnSpLocks/>
            <a:stCxn id="75" idx="2"/>
            <a:endCxn id="66" idx="1"/>
          </p:cNvCxnSpPr>
          <p:nvPr/>
        </p:nvCxnSpPr>
        <p:spPr>
          <a:xfrm rot="16200000" flipH="1">
            <a:off x="4076020" y="5264586"/>
            <a:ext cx="200301" cy="729557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83687AC-5997-2A00-52EC-2B8F6AB4D13E}"/>
              </a:ext>
            </a:extLst>
          </p:cNvPr>
          <p:cNvGrpSpPr/>
          <p:nvPr/>
        </p:nvGrpSpPr>
        <p:grpSpPr>
          <a:xfrm>
            <a:off x="4263974" y="6186956"/>
            <a:ext cx="1075822" cy="308483"/>
            <a:chOff x="6063374" y="2819197"/>
            <a:chExt cx="1296059" cy="311500"/>
          </a:xfrm>
        </p:grpSpPr>
        <p:sp>
          <p:nvSpPr>
            <p:cNvPr id="71" name="流程图: 数据 70">
              <a:extLst>
                <a:ext uri="{FF2B5EF4-FFF2-40B4-BE49-F238E27FC236}">
                  <a16:creationId xmlns:a16="http://schemas.microsoft.com/office/drawing/2014/main" id="{6B12BD8A-9860-31C0-4BB5-3D91A9907F7D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1FFBE83-4226-94E1-DDB8-7B49DB6884CC}"/>
                    </a:ext>
                  </a:extLst>
                </p:cNvPr>
                <p:cNvSpPr txBox="1"/>
                <p:nvPr/>
              </p:nvSpPr>
              <p:spPr>
                <a:xfrm>
                  <a:off x="6097169" y="2819197"/>
                  <a:ext cx="1262264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1FFBE83-4226-94E1-DDB8-7B49DB688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7169" y="2819197"/>
                  <a:ext cx="1262264" cy="310787"/>
                </a:xfrm>
                <a:prstGeom prst="rect">
                  <a:avLst/>
                </a:prstGeom>
                <a:blipFill>
                  <a:blip r:embed="rId9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799A9A9-6FF5-3B04-5860-69C29968EB5F}"/>
              </a:ext>
            </a:extLst>
          </p:cNvPr>
          <p:cNvGrpSpPr/>
          <p:nvPr/>
        </p:nvGrpSpPr>
        <p:grpSpPr>
          <a:xfrm>
            <a:off x="3287506" y="5221437"/>
            <a:ext cx="1047770" cy="312665"/>
            <a:chOff x="6063374" y="2814975"/>
            <a:chExt cx="1262265" cy="315722"/>
          </a:xfrm>
        </p:grpSpPr>
        <p:sp>
          <p:nvSpPr>
            <p:cNvPr id="74" name="流程图: 数据 73">
              <a:extLst>
                <a:ext uri="{FF2B5EF4-FFF2-40B4-BE49-F238E27FC236}">
                  <a16:creationId xmlns:a16="http://schemas.microsoft.com/office/drawing/2014/main" id="{AD5C6560-9EA1-C882-B8E1-9B926A705AEC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304AD65-CA94-6F5E-9EA8-AC1B4DB5826C}"/>
                    </a:ext>
                  </a:extLst>
                </p:cNvPr>
                <p:cNvSpPr txBox="1"/>
                <p:nvPr/>
              </p:nvSpPr>
              <p:spPr>
                <a:xfrm>
                  <a:off x="6063376" y="2814975"/>
                  <a:ext cx="1262263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304AD65-CA94-6F5E-9EA8-AC1B4DB58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3376" y="2814975"/>
                  <a:ext cx="1262263" cy="310787"/>
                </a:xfrm>
                <a:prstGeom prst="rect">
                  <a:avLst/>
                </a:prstGeom>
                <a:blipFill>
                  <a:blip r:embed="rId10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4751A440-D9C8-BE64-2703-B1AD4A54B73E}"/>
              </a:ext>
            </a:extLst>
          </p:cNvPr>
          <p:cNvCxnSpPr>
            <a:cxnSpLocks/>
            <a:stCxn id="8" idx="2"/>
            <a:endCxn id="63" idx="0"/>
          </p:cNvCxnSpPr>
          <p:nvPr/>
        </p:nvCxnSpPr>
        <p:spPr>
          <a:xfrm rot="5400000" flipH="1" flipV="1">
            <a:off x="3204088" y="3237744"/>
            <a:ext cx="500535" cy="2658291"/>
          </a:xfrm>
          <a:prstGeom prst="bentConnector5">
            <a:avLst>
              <a:gd name="adj1" fmla="val -45671"/>
              <a:gd name="adj2" fmla="val 31452"/>
              <a:gd name="adj3" fmla="val 177909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E02A477-68A1-1681-205D-C9260F64C9C6}"/>
              </a:ext>
            </a:extLst>
          </p:cNvPr>
          <p:cNvSpPr txBox="1"/>
          <p:nvPr/>
        </p:nvSpPr>
        <p:spPr>
          <a:xfrm>
            <a:off x="2606891" y="6568391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OFB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2FE93B9-C51A-691E-E413-67A5A5C94874}"/>
              </a:ext>
            </a:extLst>
          </p:cNvPr>
          <p:cNvSpPr/>
          <p:nvPr/>
        </p:nvSpPr>
        <p:spPr>
          <a:xfrm>
            <a:off x="560170" y="3656241"/>
            <a:ext cx="5437472" cy="1493243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7414E521-DA82-7E32-E3F7-D05247B0365F}"/>
              </a:ext>
            </a:extLst>
          </p:cNvPr>
          <p:cNvCxnSpPr>
            <a:cxnSpLocks/>
            <a:stCxn id="63" idx="2"/>
            <a:endCxn id="110" idx="2"/>
          </p:cNvCxnSpPr>
          <p:nvPr/>
        </p:nvCxnSpPr>
        <p:spPr>
          <a:xfrm rot="16200000" flipH="1">
            <a:off x="5191553" y="4408104"/>
            <a:ext cx="32446" cy="848549"/>
          </a:xfrm>
          <a:prstGeom prst="bentConnector3">
            <a:avLst>
              <a:gd name="adj1" fmla="val 804555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AC990701-8703-E435-C5AE-4B08E4FCF11F}"/>
                  </a:ext>
                </a:extLst>
              </p:cNvPr>
              <p:cNvSpPr txBox="1"/>
              <p:nvPr/>
            </p:nvSpPr>
            <p:spPr>
              <a:xfrm>
                <a:off x="5146675" y="4448492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AC990701-8703-E435-C5AE-4B08E4FCF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75" y="4448492"/>
                <a:ext cx="97075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7A5EB35-04F8-0004-D313-F2158724724C}"/>
                  </a:ext>
                </a:extLst>
              </p:cNvPr>
              <p:cNvSpPr txBox="1"/>
              <p:nvPr/>
            </p:nvSpPr>
            <p:spPr>
              <a:xfrm>
                <a:off x="7967901" y="3064824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7A5EB35-04F8-0004-D313-F2158724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901" y="3064824"/>
                <a:ext cx="493820" cy="461665"/>
              </a:xfrm>
              <a:prstGeom prst="rect">
                <a:avLst/>
              </a:prstGeom>
              <a:blipFill>
                <a:blip r:embed="rId12"/>
                <a:stretch>
                  <a:fillRect l="-7407" r="-7407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035347E-C7F9-03A6-0B0D-CD6A18CE1EF3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8214811" y="2530156"/>
            <a:ext cx="0" cy="53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149EE8A-E45E-B7BB-1718-C1C0C1F6274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120307" y="3295656"/>
            <a:ext cx="847594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44C7C2-C13A-82D3-C63C-617455197D7E}"/>
                  </a:ext>
                </a:extLst>
              </p:cNvPr>
              <p:cNvSpPr txBox="1"/>
              <p:nvPr/>
            </p:nvSpPr>
            <p:spPr>
              <a:xfrm>
                <a:off x="6780853" y="3089612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44C7C2-C13A-82D3-C63C-617455197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853" y="3089612"/>
                <a:ext cx="505314" cy="339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2CA2DD40-DBD0-06F6-4E68-13CE1C3F8638}"/>
              </a:ext>
            </a:extLst>
          </p:cNvPr>
          <p:cNvGrpSpPr/>
          <p:nvPr/>
        </p:nvGrpSpPr>
        <p:grpSpPr>
          <a:xfrm>
            <a:off x="6801304" y="2030622"/>
            <a:ext cx="1984335" cy="499534"/>
            <a:chOff x="6801304" y="2030622"/>
            <a:chExt cx="1984335" cy="49953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C56FA12-1A38-76F5-8F54-A210D537EB3C}"/>
                </a:ext>
              </a:extLst>
            </p:cNvPr>
            <p:cNvGrpSpPr/>
            <p:nvPr/>
          </p:nvGrpSpPr>
          <p:grpSpPr>
            <a:xfrm>
              <a:off x="6801304" y="2030622"/>
              <a:ext cx="1984335" cy="499534"/>
              <a:chOff x="226716" y="1608227"/>
              <a:chExt cx="1984335" cy="499534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3BDBAFC4-B7DF-2BE5-6FFB-AED6EBD24596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1683CA19-06F9-B069-FB85-BEC05262A28F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306C887-AB56-DC60-0B30-981A9EF58D50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B4E11C4A-646B-9776-3818-4804774D34CA}"/>
                      </a:ext>
                    </a:extLst>
                  </p:cNvPr>
                  <p:cNvSpPr txBox="1"/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B4E11C4A-646B-9776-3818-4804774D34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FE9BE06-1A00-9CE9-6605-C3A5C228593D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7120307" y="2280389"/>
              <a:ext cx="5236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B41683E-3913-31B6-5E1A-6A8A4DDCD03B}"/>
              </a:ext>
            </a:extLst>
          </p:cNvPr>
          <p:cNvCxnSpPr>
            <a:cxnSpLocks/>
            <a:stCxn id="14" idx="2"/>
            <a:endCxn id="45" idx="0"/>
          </p:cNvCxnSpPr>
          <p:nvPr/>
        </p:nvCxnSpPr>
        <p:spPr>
          <a:xfrm>
            <a:off x="8214811" y="3526489"/>
            <a:ext cx="2885" cy="6210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DFB504B-F94D-12FE-8946-F6F453146FCB}"/>
                  </a:ext>
                </a:extLst>
              </p:cNvPr>
              <p:cNvSpPr txBox="1"/>
              <p:nvPr/>
            </p:nvSpPr>
            <p:spPr>
              <a:xfrm>
                <a:off x="7965039" y="4147560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DFB504B-F94D-12FE-8946-F6F453146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039" y="4147560"/>
                <a:ext cx="505314" cy="3393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4F50CF0C-F225-0433-F1AA-E08025C9ABD4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 rot="5400000" flipH="1">
            <a:off x="7466877" y="2778556"/>
            <a:ext cx="1495867" cy="12700"/>
          </a:xfrm>
          <a:prstGeom prst="bentConnector5">
            <a:avLst>
              <a:gd name="adj1" fmla="val -15282"/>
              <a:gd name="adj2" fmla="val -8323488"/>
              <a:gd name="adj3" fmla="val 128866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3190CC0-49F5-67D1-57E1-3965888FAD67}"/>
                  </a:ext>
                </a:extLst>
              </p:cNvPr>
              <p:cNvSpPr txBox="1"/>
              <p:nvPr/>
            </p:nvSpPr>
            <p:spPr>
              <a:xfrm>
                <a:off x="3570832" y="1727720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3190CC0-49F5-67D1-57E1-3965888FA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832" y="1727720"/>
                <a:ext cx="493820" cy="461665"/>
              </a:xfrm>
              <a:prstGeom prst="rect">
                <a:avLst/>
              </a:prstGeom>
              <a:blipFill>
                <a:blip r:embed="rId16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1F9BA7-279C-9882-A995-82F968B280A8}"/>
              </a:ext>
            </a:extLst>
          </p:cNvPr>
          <p:cNvCxnSpPr>
            <a:cxnSpLocks/>
            <a:stCxn id="81" idx="2"/>
            <a:endCxn id="55" idx="0"/>
          </p:cNvCxnSpPr>
          <p:nvPr/>
        </p:nvCxnSpPr>
        <p:spPr>
          <a:xfrm>
            <a:off x="3817742" y="1193052"/>
            <a:ext cx="0" cy="53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6848DFB-DFFA-1085-5A4E-1F8997AB602B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2723238" y="1958552"/>
            <a:ext cx="847594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2BB0B68-EF50-BF43-C96F-C5EB5F3DFD6D}"/>
                  </a:ext>
                </a:extLst>
              </p:cNvPr>
              <p:cNvSpPr txBox="1"/>
              <p:nvPr/>
            </p:nvSpPr>
            <p:spPr>
              <a:xfrm>
                <a:off x="2383784" y="1752508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2BB0B68-EF50-BF43-C96F-C5EB5F3DF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784" y="1752508"/>
                <a:ext cx="505314" cy="339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组合 67">
            <a:extLst>
              <a:ext uri="{FF2B5EF4-FFF2-40B4-BE49-F238E27FC236}">
                <a16:creationId xmlns:a16="http://schemas.microsoft.com/office/drawing/2014/main" id="{F0FF5783-2BDD-10D6-39C1-685A84A6AD0E}"/>
              </a:ext>
            </a:extLst>
          </p:cNvPr>
          <p:cNvGrpSpPr/>
          <p:nvPr/>
        </p:nvGrpSpPr>
        <p:grpSpPr>
          <a:xfrm>
            <a:off x="2404235" y="693518"/>
            <a:ext cx="1984335" cy="499534"/>
            <a:chOff x="6801304" y="2030622"/>
            <a:chExt cx="1984335" cy="499534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8745E39-CDA5-2397-FE5A-4F4E2E4C0EE9}"/>
                </a:ext>
              </a:extLst>
            </p:cNvPr>
            <p:cNvGrpSpPr/>
            <p:nvPr/>
          </p:nvGrpSpPr>
          <p:grpSpPr>
            <a:xfrm>
              <a:off x="6801304" y="2030622"/>
              <a:ext cx="1984335" cy="499534"/>
              <a:chOff x="226716" y="1608227"/>
              <a:chExt cx="1984335" cy="499534"/>
            </a:xfrm>
          </p:grpSpPr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789EC9D5-8149-AF10-FFCA-A9F123435A31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97C240FB-C907-9CB9-686A-DB06F5D6E976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EA9900B8-0E9F-7AC4-4B42-563A45622A0D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B2A23995-9CE7-E271-D55B-446569D57198}"/>
                      </a:ext>
                    </a:extLst>
                  </p:cNvPr>
                  <p:cNvSpPr txBox="1"/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B2A23995-9CE7-E271-D55B-446569D571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716" y="1682804"/>
                    <a:ext cx="505314" cy="3385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327A19C4-0E01-F09E-0AEB-6B4B968B4835}"/>
                </a:ext>
              </a:extLst>
            </p:cNvPr>
            <p:cNvCxnSpPr>
              <a:cxnSpLocks/>
              <a:endCxn id="81" idx="1"/>
            </p:cNvCxnSpPr>
            <p:nvPr/>
          </p:nvCxnSpPr>
          <p:spPr>
            <a:xfrm>
              <a:off x="7120307" y="2280389"/>
              <a:ext cx="5236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B8E7412-FB77-DD11-1E79-C6704766A5BB}"/>
              </a:ext>
            </a:extLst>
          </p:cNvPr>
          <p:cNvCxnSpPr>
            <a:cxnSpLocks/>
            <a:stCxn id="55" idx="2"/>
            <a:endCxn id="84" idx="0"/>
          </p:cNvCxnSpPr>
          <p:nvPr/>
        </p:nvCxnSpPr>
        <p:spPr>
          <a:xfrm>
            <a:off x="3817742" y="2189385"/>
            <a:ext cx="2885" cy="6210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A9C1E19-CCB0-8C29-D6D3-5F9965B9FB8E}"/>
                  </a:ext>
                </a:extLst>
              </p:cNvPr>
              <p:cNvSpPr txBox="1"/>
              <p:nvPr/>
            </p:nvSpPr>
            <p:spPr>
              <a:xfrm>
                <a:off x="3567970" y="2810456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A9C1E19-CCB0-8C29-D6D3-5F9965B9F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970" y="2810456"/>
                <a:ext cx="505314" cy="339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944E0C14-1940-E27E-C89C-F215ED52E29B}"/>
              </a:ext>
            </a:extLst>
          </p:cNvPr>
          <p:cNvCxnSpPr>
            <a:cxnSpLocks/>
            <a:stCxn id="81" idx="2"/>
            <a:endCxn id="81" idx="0"/>
          </p:cNvCxnSpPr>
          <p:nvPr/>
        </p:nvCxnSpPr>
        <p:spPr>
          <a:xfrm rot="5400000" flipH="1">
            <a:off x="3567975" y="943285"/>
            <a:ext cx="499534" cy="12700"/>
          </a:xfrm>
          <a:prstGeom prst="bentConnector5">
            <a:avLst>
              <a:gd name="adj1" fmla="val -45763"/>
              <a:gd name="adj2" fmla="val -9778016"/>
              <a:gd name="adj3" fmla="val 145763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840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978280B-D284-496C-8B7C-51007AB34A5B}"/>
              </a:ext>
            </a:extLst>
          </p:cNvPr>
          <p:cNvGrpSpPr/>
          <p:nvPr/>
        </p:nvGrpSpPr>
        <p:grpSpPr>
          <a:xfrm>
            <a:off x="854229" y="4084423"/>
            <a:ext cx="1841810" cy="732734"/>
            <a:chOff x="369241" y="1375027"/>
            <a:chExt cx="1841810" cy="73273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A94EFA3-D742-174C-EFC9-9C76219FFD4E}"/>
                </a:ext>
              </a:extLst>
            </p:cNvPr>
            <p:cNvGrpSpPr/>
            <p:nvPr/>
          </p:nvGrpSpPr>
          <p:grpSpPr>
            <a:xfrm>
              <a:off x="1069395" y="1608227"/>
              <a:ext cx="1141656" cy="499534"/>
              <a:chOff x="5505086" y="2352375"/>
              <a:chExt cx="578309" cy="580584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E22462F-CB95-EC9D-3348-84BD4303EB61}"/>
                  </a:ext>
                </a:extLst>
              </p:cNvPr>
              <p:cNvSpPr/>
              <p:nvPr/>
            </p:nvSpPr>
            <p:spPr>
              <a:xfrm>
                <a:off x="5505086" y="2352375"/>
                <a:ext cx="578309" cy="5805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2202BE-4DFC-E243-3711-9D3B90B61BE7}"/>
                  </a:ext>
                </a:extLst>
              </p:cNvPr>
              <p:cNvSpPr txBox="1"/>
              <p:nvPr/>
            </p:nvSpPr>
            <p:spPr>
              <a:xfrm>
                <a:off x="5538694" y="2474823"/>
                <a:ext cx="511294" cy="357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Encrypt</a:t>
                </a:r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DDD15BF-BE86-3533-363F-17F941CB5C5C}"/>
                    </a:ext>
                  </a:extLst>
                </p:cNvPr>
                <p:cNvSpPr txBox="1"/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DDD15BF-BE86-3533-363F-17F941CB5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连接符: 肘形 5">
              <a:extLst>
                <a:ext uri="{FF2B5EF4-FFF2-40B4-BE49-F238E27FC236}">
                  <a16:creationId xmlns:a16="http://schemas.microsoft.com/office/drawing/2014/main" id="{D0619744-A157-ED1D-24F8-F43E308197F9}"/>
                </a:ext>
              </a:extLst>
            </p:cNvPr>
            <p:cNvCxnSpPr>
              <a:cxnSpLocks/>
              <a:stCxn id="5" idx="2"/>
              <a:endCxn id="8" idx="1"/>
            </p:cNvCxnSpPr>
            <p:nvPr/>
          </p:nvCxnSpPr>
          <p:spPr>
            <a:xfrm rot="16200000" flipH="1">
              <a:off x="773440" y="1562038"/>
              <a:ext cx="144413" cy="447497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6D5B568-41C3-4AAE-3D93-A8F16205FC2C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>
            <a:off x="2125211" y="4817157"/>
            <a:ext cx="4357" cy="68252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7DAFE46-CA2C-231C-A88F-4C0DCFA08426}"/>
                  </a:ext>
                </a:extLst>
              </p:cNvPr>
              <p:cNvSpPr txBox="1"/>
              <p:nvPr/>
            </p:nvSpPr>
            <p:spPr>
              <a:xfrm>
                <a:off x="1882658" y="5499684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7DAFE46-CA2C-231C-A88F-4C0DCFA08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658" y="5499684"/>
                <a:ext cx="493820" cy="461665"/>
              </a:xfrm>
              <a:prstGeom prst="rect">
                <a:avLst/>
              </a:prstGeom>
              <a:blipFill>
                <a:blip r:embed="rId3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6536297-7048-314B-57B1-E5C409619107}"/>
              </a:ext>
            </a:extLst>
          </p:cNvPr>
          <p:cNvCxnSpPr>
            <a:cxnSpLocks/>
            <a:stCxn id="25" idx="2"/>
            <a:endCxn id="32" idx="1"/>
          </p:cNvCxnSpPr>
          <p:nvPr/>
        </p:nvCxnSpPr>
        <p:spPr>
          <a:xfrm>
            <a:off x="2129568" y="5961349"/>
            <a:ext cx="1" cy="226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DF17FCBC-21B6-C312-B956-C4D26FC4280C}"/>
              </a:ext>
            </a:extLst>
          </p:cNvPr>
          <p:cNvCxnSpPr>
            <a:cxnSpLocks/>
            <a:stCxn id="36" idx="2"/>
            <a:endCxn id="25" idx="1"/>
          </p:cNvCxnSpPr>
          <p:nvPr/>
        </p:nvCxnSpPr>
        <p:spPr>
          <a:xfrm rot="16200000" flipH="1">
            <a:off x="1413570" y="5261428"/>
            <a:ext cx="201301" cy="736875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5CFAAAF-950D-1007-C2F4-503D9347477E}"/>
              </a:ext>
            </a:extLst>
          </p:cNvPr>
          <p:cNvGrpSpPr/>
          <p:nvPr/>
        </p:nvGrpSpPr>
        <p:grpSpPr>
          <a:xfrm>
            <a:off x="1605685" y="6186954"/>
            <a:ext cx="1047771" cy="309484"/>
            <a:chOff x="6063374" y="2818186"/>
            <a:chExt cx="1262265" cy="312511"/>
          </a:xfrm>
        </p:grpSpPr>
        <p:sp>
          <p:nvSpPr>
            <p:cNvPr id="32" name="流程图: 数据 31">
              <a:extLst>
                <a:ext uri="{FF2B5EF4-FFF2-40B4-BE49-F238E27FC236}">
                  <a16:creationId xmlns:a16="http://schemas.microsoft.com/office/drawing/2014/main" id="{B3DFDFB9-08DF-46D1-89EB-AD51874EDCB1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5D189CD-0A3D-0A2A-AC24-81373DEA9FFC}"/>
                    </a:ext>
                  </a:extLst>
                </p:cNvPr>
                <p:cNvSpPr txBox="1"/>
                <p:nvPr/>
              </p:nvSpPr>
              <p:spPr>
                <a:xfrm>
                  <a:off x="6063375" y="2818186"/>
                  <a:ext cx="1262264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5D189CD-0A3D-0A2A-AC24-81373DEA9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3375" y="2818186"/>
                  <a:ext cx="1262264" cy="310787"/>
                </a:xfrm>
                <a:prstGeom prst="rect">
                  <a:avLst/>
                </a:prstGeom>
                <a:blipFill>
                  <a:blip r:embed="rId4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9AF056A-2695-D0A5-7A96-C08292790073}"/>
              </a:ext>
            </a:extLst>
          </p:cNvPr>
          <p:cNvGrpSpPr/>
          <p:nvPr/>
        </p:nvGrpSpPr>
        <p:grpSpPr>
          <a:xfrm>
            <a:off x="621898" y="5221438"/>
            <a:ext cx="1055089" cy="313662"/>
            <a:chOff x="6054557" y="2813968"/>
            <a:chExt cx="1271082" cy="316729"/>
          </a:xfrm>
        </p:grpSpPr>
        <p:sp>
          <p:nvSpPr>
            <p:cNvPr id="35" name="流程图: 数据 34">
              <a:extLst>
                <a:ext uri="{FF2B5EF4-FFF2-40B4-BE49-F238E27FC236}">
                  <a16:creationId xmlns:a16="http://schemas.microsoft.com/office/drawing/2014/main" id="{628A0B71-08F1-EBF8-54F3-B661043B5DDF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23DD47C-B48B-72AC-DC70-B3EC8381FD80}"/>
                    </a:ext>
                  </a:extLst>
                </p:cNvPr>
                <p:cNvSpPr txBox="1"/>
                <p:nvPr/>
              </p:nvSpPr>
              <p:spPr>
                <a:xfrm>
                  <a:off x="6054557" y="2813968"/>
                  <a:ext cx="1262263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23DD47C-B48B-72AC-DC70-B3EC8381F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4557" y="2813968"/>
                  <a:ext cx="1262263" cy="31078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823CD14-BC85-874C-E2F8-D05599F46205}"/>
                  </a:ext>
                </a:extLst>
              </p:cNvPr>
              <p:cNvSpPr txBox="1"/>
              <p:nvPr/>
            </p:nvSpPr>
            <p:spPr>
              <a:xfrm>
                <a:off x="1712002" y="3789322"/>
                <a:ext cx="83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i="1">
                        <a:latin typeface="Cambria Math" panose="02040503050406030204" pitchFamily="18" charset="0"/>
                      </a:rPr>
                      <m:t>Count</m:t>
                    </m:r>
                  </m:oMath>
                </a14:m>
                <a:r>
                  <a:rPr lang="en-US" altLang="zh-CN" sz="1200"/>
                  <a:t>er</a:t>
                </a:r>
                <a:endParaRPr lang="zh-CN" altLang="en-US" sz="120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823CD14-BC85-874C-E2F8-D05599F46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002" y="3789322"/>
                <a:ext cx="838351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5086B94-44FF-9393-1861-AD0F9944B92D}"/>
              </a:ext>
            </a:extLst>
          </p:cNvPr>
          <p:cNvCxnSpPr>
            <a:cxnSpLocks/>
            <a:stCxn id="53" idx="2"/>
            <a:endCxn id="8" idx="0"/>
          </p:cNvCxnSpPr>
          <p:nvPr/>
        </p:nvCxnSpPr>
        <p:spPr>
          <a:xfrm flipH="1">
            <a:off x="2125211" y="4066321"/>
            <a:ext cx="5967" cy="25130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825DE95-0BDE-C2D6-57DE-463DF44741DC}"/>
              </a:ext>
            </a:extLst>
          </p:cNvPr>
          <p:cNvGrpSpPr/>
          <p:nvPr/>
        </p:nvGrpSpPr>
        <p:grpSpPr>
          <a:xfrm>
            <a:off x="3512520" y="4083422"/>
            <a:ext cx="1841810" cy="732734"/>
            <a:chOff x="369241" y="1375027"/>
            <a:chExt cx="1841810" cy="73273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10EED2D-6616-F3C3-8C54-4EC84FBB3D38}"/>
                </a:ext>
              </a:extLst>
            </p:cNvPr>
            <p:cNvGrpSpPr/>
            <p:nvPr/>
          </p:nvGrpSpPr>
          <p:grpSpPr>
            <a:xfrm>
              <a:off x="1069395" y="1608227"/>
              <a:ext cx="1141656" cy="499534"/>
              <a:chOff x="5505086" y="2352375"/>
              <a:chExt cx="578309" cy="580584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C836333F-3E05-871F-AAD3-3EF400197F70}"/>
                  </a:ext>
                </a:extLst>
              </p:cNvPr>
              <p:cNvSpPr/>
              <p:nvPr/>
            </p:nvSpPr>
            <p:spPr>
              <a:xfrm>
                <a:off x="5505086" y="2352375"/>
                <a:ext cx="578309" cy="5805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FE538B0-163A-081F-8B53-433BA09AA0DD}"/>
                  </a:ext>
                </a:extLst>
              </p:cNvPr>
              <p:cNvSpPr txBox="1"/>
              <p:nvPr/>
            </p:nvSpPr>
            <p:spPr>
              <a:xfrm>
                <a:off x="5538694" y="2474823"/>
                <a:ext cx="511294" cy="357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Encrypt</a:t>
                </a:r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DCBCA2E-6450-CF01-9ADD-7831A8D2AA55}"/>
                    </a:ext>
                  </a:extLst>
                </p:cNvPr>
                <p:cNvSpPr txBox="1"/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DCBCA2E-6450-CF01-9ADD-7831A8D2A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41" y="1375027"/>
                  <a:ext cx="50531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连接符: 肘形 61">
              <a:extLst>
                <a:ext uri="{FF2B5EF4-FFF2-40B4-BE49-F238E27FC236}">
                  <a16:creationId xmlns:a16="http://schemas.microsoft.com/office/drawing/2014/main" id="{79CA04E2-1319-C5F9-D947-AF175FB4802E}"/>
                </a:ext>
              </a:extLst>
            </p:cNvPr>
            <p:cNvCxnSpPr>
              <a:cxnSpLocks/>
              <a:stCxn id="61" idx="2"/>
              <a:endCxn id="63" idx="1"/>
            </p:cNvCxnSpPr>
            <p:nvPr/>
          </p:nvCxnSpPr>
          <p:spPr>
            <a:xfrm rot="16200000" flipH="1">
              <a:off x="773440" y="1562038"/>
              <a:ext cx="144413" cy="447497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B0A5B7E-28E5-2567-D56C-3BFCFD7F3C3C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4783502" y="4816156"/>
            <a:ext cx="4357" cy="68252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977437F-A784-0171-E436-299D322E6BDE}"/>
                  </a:ext>
                </a:extLst>
              </p:cNvPr>
              <p:cNvSpPr txBox="1"/>
              <p:nvPr/>
            </p:nvSpPr>
            <p:spPr>
              <a:xfrm>
                <a:off x="4540949" y="5498683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977437F-A784-0171-E436-299D322E6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949" y="5498683"/>
                <a:ext cx="493820" cy="461665"/>
              </a:xfrm>
              <a:prstGeom prst="rect">
                <a:avLst/>
              </a:prstGeom>
              <a:blipFill>
                <a:blip r:embed="rId8"/>
                <a:stretch>
                  <a:fillRect l="-8642" r="-617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5263E96-B9FB-13F1-B307-2FFA693910C7}"/>
              </a:ext>
            </a:extLst>
          </p:cNvPr>
          <p:cNvCxnSpPr>
            <a:cxnSpLocks/>
            <a:stCxn id="66" idx="2"/>
            <a:endCxn id="71" idx="1"/>
          </p:cNvCxnSpPr>
          <p:nvPr/>
        </p:nvCxnSpPr>
        <p:spPr>
          <a:xfrm>
            <a:off x="4787859" y="5960348"/>
            <a:ext cx="1" cy="226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63F3D5D4-FC66-77C6-BD43-B4131047A366}"/>
              </a:ext>
            </a:extLst>
          </p:cNvPr>
          <p:cNvCxnSpPr>
            <a:cxnSpLocks/>
            <a:stCxn id="75" idx="2"/>
            <a:endCxn id="66" idx="1"/>
          </p:cNvCxnSpPr>
          <p:nvPr/>
        </p:nvCxnSpPr>
        <p:spPr>
          <a:xfrm rot="16200000" flipH="1">
            <a:off x="4076020" y="5264586"/>
            <a:ext cx="200301" cy="729557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83687AC-5997-2A00-52EC-2B8F6AB4D13E}"/>
              </a:ext>
            </a:extLst>
          </p:cNvPr>
          <p:cNvGrpSpPr/>
          <p:nvPr/>
        </p:nvGrpSpPr>
        <p:grpSpPr>
          <a:xfrm>
            <a:off x="4263974" y="6186956"/>
            <a:ext cx="1075822" cy="308483"/>
            <a:chOff x="6063374" y="2819197"/>
            <a:chExt cx="1296059" cy="311500"/>
          </a:xfrm>
        </p:grpSpPr>
        <p:sp>
          <p:nvSpPr>
            <p:cNvPr id="71" name="流程图: 数据 70">
              <a:extLst>
                <a:ext uri="{FF2B5EF4-FFF2-40B4-BE49-F238E27FC236}">
                  <a16:creationId xmlns:a16="http://schemas.microsoft.com/office/drawing/2014/main" id="{6B12BD8A-9860-31C0-4BB5-3D91A9907F7D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1FFBE83-4226-94E1-DDB8-7B49DB6884CC}"/>
                    </a:ext>
                  </a:extLst>
                </p:cNvPr>
                <p:cNvSpPr txBox="1"/>
                <p:nvPr/>
              </p:nvSpPr>
              <p:spPr>
                <a:xfrm>
                  <a:off x="6097169" y="2819197"/>
                  <a:ext cx="1262264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1FFBE83-4226-94E1-DDB8-7B49DB688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7169" y="2819197"/>
                  <a:ext cx="1262264" cy="310787"/>
                </a:xfrm>
                <a:prstGeom prst="rect">
                  <a:avLst/>
                </a:prstGeom>
                <a:blipFill>
                  <a:blip r:embed="rId9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799A9A9-6FF5-3B04-5860-69C29968EB5F}"/>
              </a:ext>
            </a:extLst>
          </p:cNvPr>
          <p:cNvGrpSpPr/>
          <p:nvPr/>
        </p:nvGrpSpPr>
        <p:grpSpPr>
          <a:xfrm>
            <a:off x="3287506" y="5221437"/>
            <a:ext cx="1047770" cy="312665"/>
            <a:chOff x="6063374" y="2814975"/>
            <a:chExt cx="1262265" cy="315722"/>
          </a:xfrm>
        </p:grpSpPr>
        <p:sp>
          <p:nvSpPr>
            <p:cNvPr id="74" name="流程图: 数据 73">
              <a:extLst>
                <a:ext uri="{FF2B5EF4-FFF2-40B4-BE49-F238E27FC236}">
                  <a16:creationId xmlns:a16="http://schemas.microsoft.com/office/drawing/2014/main" id="{AD5C6560-9EA1-C882-B8E1-9B926A705AEC}"/>
                </a:ext>
              </a:extLst>
            </p:cNvPr>
            <p:cNvSpPr/>
            <p:nvPr/>
          </p:nvSpPr>
          <p:spPr>
            <a:xfrm>
              <a:off x="6063374" y="2819197"/>
              <a:ext cx="1262265" cy="311500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304AD65-CA94-6F5E-9EA8-AC1B4DB5826C}"/>
                    </a:ext>
                  </a:extLst>
                </p:cNvPr>
                <p:cNvSpPr txBox="1"/>
                <p:nvPr/>
              </p:nvSpPr>
              <p:spPr>
                <a:xfrm>
                  <a:off x="6063376" y="2814975"/>
                  <a:ext cx="1262263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304AD65-CA94-6F5E-9EA8-AC1B4DB58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3376" y="2814975"/>
                  <a:ext cx="1262263" cy="310787"/>
                </a:xfrm>
                <a:prstGeom prst="rect">
                  <a:avLst/>
                </a:prstGeom>
                <a:blipFill>
                  <a:blip r:embed="rId10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E02A477-68A1-1681-205D-C9260F64C9C6}"/>
              </a:ext>
            </a:extLst>
          </p:cNvPr>
          <p:cNvSpPr txBox="1"/>
          <p:nvPr/>
        </p:nvSpPr>
        <p:spPr>
          <a:xfrm>
            <a:off x="2606891" y="6568391"/>
            <a:ext cx="142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</a:p>
        </p:txBody>
      </p: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7414E521-DA82-7E32-E3F7-D05247B0365F}"/>
              </a:ext>
            </a:extLst>
          </p:cNvPr>
          <p:cNvCxnSpPr>
            <a:cxnSpLocks/>
            <a:stCxn id="63" idx="2"/>
            <a:endCxn id="110" idx="2"/>
          </p:cNvCxnSpPr>
          <p:nvPr/>
        </p:nvCxnSpPr>
        <p:spPr>
          <a:xfrm rot="16200000" flipH="1">
            <a:off x="5191553" y="4408104"/>
            <a:ext cx="32446" cy="848549"/>
          </a:xfrm>
          <a:prstGeom prst="bentConnector3">
            <a:avLst>
              <a:gd name="adj1" fmla="val 804555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AC990701-8703-E435-C5AE-4B08E4FCF11F}"/>
                  </a:ext>
                </a:extLst>
              </p:cNvPr>
              <p:cNvSpPr txBox="1"/>
              <p:nvPr/>
            </p:nvSpPr>
            <p:spPr>
              <a:xfrm>
                <a:off x="5146675" y="4448492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AC990701-8703-E435-C5AE-4B08E4FCF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75" y="4448492"/>
                <a:ext cx="97075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9D132C2-3193-EF5C-59F3-7A9684406906}"/>
              </a:ext>
            </a:extLst>
          </p:cNvPr>
          <p:cNvCxnSpPr>
            <a:cxnSpLocks/>
            <a:stCxn id="12" idx="2"/>
            <a:endCxn id="63" idx="0"/>
          </p:cNvCxnSpPr>
          <p:nvPr/>
        </p:nvCxnSpPr>
        <p:spPr>
          <a:xfrm flipH="1">
            <a:off x="4783502" y="4065718"/>
            <a:ext cx="2984" cy="25090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C39DCC2-5E56-C33F-3672-D1503CECF2AC}"/>
                  </a:ext>
                </a:extLst>
              </p:cNvPr>
              <p:cNvSpPr txBox="1"/>
              <p:nvPr/>
            </p:nvSpPr>
            <p:spPr>
              <a:xfrm>
                <a:off x="4218641" y="3788719"/>
                <a:ext cx="11356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i="1">
                        <a:latin typeface="Cambria Math" panose="02040503050406030204" pitchFamily="18" charset="0"/>
                      </a:rPr>
                      <m:t>Count</m:t>
                    </m:r>
                  </m:oMath>
                </a14:m>
                <a:r>
                  <a:rPr lang="en-US" altLang="zh-CN" sz="1200"/>
                  <a:t>er+1</a:t>
                </a:r>
                <a:endParaRPr lang="zh-CN" altLang="en-US" sz="120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C39DCC2-5E56-C33F-3672-D1503CECF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641" y="3788719"/>
                <a:ext cx="1135689" cy="276999"/>
              </a:xfrm>
              <a:prstGeom prst="rect">
                <a:avLst/>
              </a:prstGeom>
              <a:blipFill>
                <a:blip r:embed="rId1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BDEEF0-0396-015E-5439-7796481F57D8}"/>
                  </a:ext>
                </a:extLst>
              </p:cNvPr>
              <p:cNvSpPr txBox="1"/>
              <p:nvPr/>
            </p:nvSpPr>
            <p:spPr>
              <a:xfrm>
                <a:off x="7967901" y="3064824"/>
                <a:ext cx="493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BDEEF0-0396-015E-5439-7796481F5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901" y="3064824"/>
                <a:ext cx="493820" cy="461665"/>
              </a:xfrm>
              <a:prstGeom prst="rect">
                <a:avLst/>
              </a:prstGeom>
              <a:blipFill>
                <a:blip r:embed="rId13"/>
                <a:stretch>
                  <a:fillRect l="-7407" r="-7407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1EF62EC-8759-111B-D577-A3C942A6C6DE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>
            <a:off x="8214811" y="2530156"/>
            <a:ext cx="0" cy="53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339B7D9-42FC-5BC6-0A70-5905CE8A36FC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7120307" y="3295656"/>
            <a:ext cx="847594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811608-DD48-DFC0-230B-C9074928F014}"/>
                  </a:ext>
                </a:extLst>
              </p:cNvPr>
              <p:cNvSpPr txBox="1"/>
              <p:nvPr/>
            </p:nvSpPr>
            <p:spPr>
              <a:xfrm>
                <a:off x="6780853" y="3089612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811608-DD48-DFC0-230B-C9074928F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853" y="3089612"/>
                <a:ext cx="505314" cy="339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403E8BB2-91C7-DFE1-EBA1-06C150F9F754}"/>
              </a:ext>
            </a:extLst>
          </p:cNvPr>
          <p:cNvGrpSpPr/>
          <p:nvPr/>
        </p:nvGrpSpPr>
        <p:grpSpPr>
          <a:xfrm>
            <a:off x="6780853" y="2030622"/>
            <a:ext cx="2004786" cy="499534"/>
            <a:chOff x="6780853" y="2030622"/>
            <a:chExt cx="2004786" cy="499534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4838DE-2D53-95D1-14B1-E6A95100A854}"/>
                </a:ext>
              </a:extLst>
            </p:cNvPr>
            <p:cNvGrpSpPr/>
            <p:nvPr/>
          </p:nvGrpSpPr>
          <p:grpSpPr>
            <a:xfrm>
              <a:off x="6780853" y="2030622"/>
              <a:ext cx="2004786" cy="499534"/>
              <a:chOff x="206265" y="1608227"/>
              <a:chExt cx="2004786" cy="499534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3B341B06-2AAA-9F25-D47A-2275622C6749}"/>
                  </a:ext>
                </a:extLst>
              </p:cNvPr>
              <p:cNvGrpSpPr/>
              <p:nvPr/>
            </p:nvGrpSpPr>
            <p:grpSpPr>
              <a:xfrm>
                <a:off x="1069395" y="1608227"/>
                <a:ext cx="1141656" cy="499534"/>
                <a:chOff x="5505086" y="2352375"/>
                <a:chExt cx="578309" cy="580584"/>
              </a:xfrm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FFB54396-E1A3-8347-1A86-99D23DB7902A}"/>
                    </a:ext>
                  </a:extLst>
                </p:cNvPr>
                <p:cNvSpPr/>
                <p:nvPr/>
              </p:nvSpPr>
              <p:spPr>
                <a:xfrm>
                  <a:off x="5505086" y="2352375"/>
                  <a:ext cx="578309" cy="580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4838383-35C2-A8AD-4002-CFC86F8660E3}"/>
                    </a:ext>
                  </a:extLst>
                </p:cNvPr>
                <p:cNvSpPr txBox="1"/>
                <p:nvPr/>
              </p:nvSpPr>
              <p:spPr>
                <a:xfrm>
                  <a:off x="5538694" y="2474823"/>
                  <a:ext cx="511294" cy="357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Encrypt</a:t>
                  </a:r>
                  <a:endParaRPr lang="zh-CN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D2F81EBA-1362-9488-805F-CDD5957A757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5" y="1682804"/>
                    <a:ext cx="5053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D2F81EBA-1362-9488-805F-CDD5957A75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265" y="1682804"/>
                    <a:ext cx="505314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A6CDB1F-D342-C409-8B03-FA3DE684FE13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7120307" y="2280389"/>
              <a:ext cx="5236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0184C25-3109-2718-C71A-704A5CCDE853}"/>
              </a:ext>
            </a:extLst>
          </p:cNvPr>
          <p:cNvCxnSpPr>
            <a:cxnSpLocks/>
            <a:stCxn id="2" idx="2"/>
            <a:endCxn id="23" idx="0"/>
          </p:cNvCxnSpPr>
          <p:nvPr/>
        </p:nvCxnSpPr>
        <p:spPr>
          <a:xfrm>
            <a:off x="8214811" y="3526489"/>
            <a:ext cx="2885" cy="6210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33993CE-D609-55F4-2574-370896617810}"/>
                  </a:ext>
                </a:extLst>
              </p:cNvPr>
              <p:cNvSpPr txBox="1"/>
              <p:nvPr/>
            </p:nvSpPr>
            <p:spPr>
              <a:xfrm>
                <a:off x="7965039" y="4147560"/>
                <a:ext cx="505314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33993CE-D609-55F4-2574-370896617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039" y="4147560"/>
                <a:ext cx="505314" cy="339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06ED24-DDB4-EBB5-D04B-937D0502CDA6}"/>
              </a:ext>
            </a:extLst>
          </p:cNvPr>
          <p:cNvGrpSpPr/>
          <p:nvPr/>
        </p:nvGrpSpPr>
        <p:grpSpPr>
          <a:xfrm>
            <a:off x="7643983" y="965435"/>
            <a:ext cx="1141656" cy="499534"/>
            <a:chOff x="7890893" y="1029805"/>
            <a:chExt cx="1141656" cy="499534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58D6616-6A76-EF05-8E3A-03144D5D9BDB}"/>
                </a:ext>
              </a:extLst>
            </p:cNvPr>
            <p:cNvSpPr/>
            <p:nvPr/>
          </p:nvSpPr>
          <p:spPr>
            <a:xfrm>
              <a:off x="7890893" y="1029805"/>
              <a:ext cx="1141656" cy="49953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20F63FA-7A3C-AFE0-C249-6C18B52FD9A5}"/>
                </a:ext>
              </a:extLst>
            </p:cNvPr>
            <p:cNvSpPr txBox="1"/>
            <p:nvPr/>
          </p:nvSpPr>
          <p:spPr>
            <a:xfrm>
              <a:off x="7957239" y="1135159"/>
              <a:ext cx="1009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Counter</a:t>
              </a:r>
              <a:endParaRPr lang="zh-CN" altLang="en-US" sz="1400"/>
            </a:p>
          </p:txBody>
        </p:sp>
      </p:grp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D5E88E8-1314-B130-4423-A36FEB07808C}"/>
              </a:ext>
            </a:extLst>
          </p:cNvPr>
          <p:cNvCxnSpPr>
            <a:cxnSpLocks/>
            <a:stCxn id="29" idx="2"/>
            <a:endCxn id="19" idx="0"/>
          </p:cNvCxnSpPr>
          <p:nvPr/>
        </p:nvCxnSpPr>
        <p:spPr>
          <a:xfrm>
            <a:off x="8214811" y="1464969"/>
            <a:ext cx="0" cy="56565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A3358E0-B833-A1A1-F850-4BF137126C46}"/>
                  </a:ext>
                </a:extLst>
              </p:cNvPr>
              <p:cNvSpPr txBox="1"/>
              <p:nvPr/>
            </p:nvSpPr>
            <p:spPr>
              <a:xfrm>
                <a:off x="6697708" y="1045508"/>
                <a:ext cx="611541" cy="339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𝑡𝑖𝑐𝑘</m:t>
                      </m:r>
                    </m:oMath>
                  </m:oMathPara>
                </a14:m>
                <a:endParaRPr lang="zh-CN" altLang="en-US" sz="160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A3358E0-B833-A1A1-F850-4BF13712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708" y="1045508"/>
                <a:ext cx="611541" cy="339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82F829B-4F8F-F990-F8C3-73327C67B8F5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>
            <a:off x="7309249" y="1215202"/>
            <a:ext cx="3347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875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2887363" y="1228480"/>
            <a:ext cx="2865175" cy="70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密钥扩展</a:t>
            </a:r>
          </a:p>
          <a:p>
            <a:pPr>
              <a:lnSpc>
                <a:spcPct val="150000"/>
              </a:lnSpc>
            </a:pPr>
            <a:r>
              <a:rPr lang="zh-CN" altLang="en-US" sz="1200" b="0"/>
              <a:t>产生</a:t>
            </a:r>
            <a:r>
              <a:rPr lang="en-US" altLang="zh-CN" sz="1200" b="0"/>
              <a:t>16</a:t>
            </a:r>
            <a:r>
              <a:rPr lang="zh-CN" altLang="en-US" sz="1200" b="0"/>
              <a:t>轮</a:t>
            </a:r>
            <a:r>
              <a:rPr lang="en-US" altLang="zh-CN" sz="1200" b="0"/>
              <a:t>48</a:t>
            </a:r>
            <a:r>
              <a:rPr lang="zh-CN" altLang="en-US" sz="1200" b="0"/>
              <a:t>位长轮密钥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7D95E22-DE7A-D410-3A14-1B1FCBA24510}"/>
              </a:ext>
            </a:extLst>
          </p:cNvPr>
          <p:cNvCxnSpPr>
            <a:cxnSpLocks/>
            <a:stCxn id="38" idx="4"/>
            <a:endCxn id="37" idx="0"/>
          </p:cNvCxnSpPr>
          <p:nvPr/>
        </p:nvCxnSpPr>
        <p:spPr>
          <a:xfrm>
            <a:off x="8754510" y="820414"/>
            <a:ext cx="2" cy="36268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FB2663C-3A9E-4E2F-6636-635965BEF634}"/>
              </a:ext>
            </a:extLst>
          </p:cNvPr>
          <p:cNvGrpSpPr/>
          <p:nvPr/>
        </p:nvGrpSpPr>
        <p:grpSpPr>
          <a:xfrm>
            <a:off x="8031861" y="1173207"/>
            <a:ext cx="1445298" cy="533107"/>
            <a:chOff x="5431295" y="2781986"/>
            <a:chExt cx="732120" cy="619603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804FE0C-97A2-57B9-7B64-369F473EB1C3}"/>
                </a:ext>
              </a:extLst>
            </p:cNvPr>
            <p:cNvSpPr/>
            <p:nvPr/>
          </p:nvSpPr>
          <p:spPr>
            <a:xfrm>
              <a:off x="5431295" y="2781986"/>
              <a:ext cx="732120" cy="597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F67878B-00C2-0369-2F5A-3EB7A115E381}"/>
                </a:ext>
              </a:extLst>
            </p:cNvPr>
            <p:cNvSpPr txBox="1"/>
            <p:nvPr/>
          </p:nvSpPr>
          <p:spPr>
            <a:xfrm>
              <a:off x="5477654" y="2793477"/>
              <a:ext cx="639403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 Choice 1</a:t>
              </a:r>
              <a:endParaRPr lang="zh-CN" altLang="en-US" sz="140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2CA9E58-9E7A-FBA0-3D7F-42166D3EFCC3}"/>
              </a:ext>
            </a:extLst>
          </p:cNvPr>
          <p:cNvGrpSpPr/>
          <p:nvPr/>
        </p:nvGrpSpPr>
        <p:grpSpPr>
          <a:xfrm>
            <a:off x="7996896" y="391200"/>
            <a:ext cx="1515227" cy="429214"/>
            <a:chOff x="6012374" y="2765307"/>
            <a:chExt cx="1515227" cy="429214"/>
          </a:xfrm>
        </p:grpSpPr>
        <p:sp>
          <p:nvSpPr>
            <p:cNvPr id="38" name="流程图: 数据 37">
              <a:extLst>
                <a:ext uri="{FF2B5EF4-FFF2-40B4-BE49-F238E27FC236}">
                  <a16:creationId xmlns:a16="http://schemas.microsoft.com/office/drawing/2014/main" id="{2732ACCA-E71D-13BF-E7D4-CD483A814C99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5DF3AE1-2310-C8CF-8C95-ECCB5AA7E8A7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Key</m:t>
                        </m:r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5DF3AE1-2310-C8CF-8C95-ECCB5AA7E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9E3AE97-2B29-41BA-652A-B55D2DD8410A}"/>
              </a:ext>
            </a:extLst>
          </p:cNvPr>
          <p:cNvGrpSpPr/>
          <p:nvPr/>
        </p:nvGrpSpPr>
        <p:grpSpPr>
          <a:xfrm>
            <a:off x="6638776" y="2402194"/>
            <a:ext cx="1588869" cy="544459"/>
            <a:chOff x="5377205" y="2689120"/>
            <a:chExt cx="804846" cy="632798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57E25B7-4B61-2480-2CDC-31EAABF85E31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E88CF7B-869D-7FAA-462B-0EB36C6CE833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8166D59-B171-457A-E65B-43F2B5140B18}"/>
              </a:ext>
            </a:extLst>
          </p:cNvPr>
          <p:cNvCxnSpPr>
            <a:cxnSpLocks/>
            <a:stCxn id="37" idx="2"/>
            <a:endCxn id="55" idx="0"/>
          </p:cNvCxnSpPr>
          <p:nvPr/>
        </p:nvCxnSpPr>
        <p:spPr>
          <a:xfrm rot="5400000">
            <a:off x="7742976" y="1411898"/>
            <a:ext cx="717120" cy="1305953"/>
          </a:xfrm>
          <a:prstGeom prst="bentConnector3">
            <a:avLst>
              <a:gd name="adj1" fmla="val 3762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5FCE14B5-98E3-D06E-2467-442C1EA40E87}"/>
              </a:ext>
            </a:extLst>
          </p:cNvPr>
          <p:cNvCxnSpPr>
            <a:cxnSpLocks/>
            <a:stCxn id="37" idx="2"/>
            <a:endCxn id="129" idx="0"/>
          </p:cNvCxnSpPr>
          <p:nvPr/>
        </p:nvCxnSpPr>
        <p:spPr>
          <a:xfrm rot="16200000" flipH="1">
            <a:off x="9095054" y="1365771"/>
            <a:ext cx="723011" cy="1404095"/>
          </a:xfrm>
          <a:prstGeom prst="bentConnector3">
            <a:avLst>
              <a:gd name="adj1" fmla="val 37721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95188957-E775-05C2-0B07-59776F571E35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7448559" y="2946653"/>
            <a:ext cx="0" cy="347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49110EC5-E6A7-3C61-CE0B-258C6EBBD4D1}"/>
              </a:ext>
            </a:extLst>
          </p:cNvPr>
          <p:cNvGrpSpPr/>
          <p:nvPr/>
        </p:nvGrpSpPr>
        <p:grpSpPr>
          <a:xfrm>
            <a:off x="9348824" y="2408085"/>
            <a:ext cx="1588869" cy="544459"/>
            <a:chOff x="5377205" y="2689120"/>
            <a:chExt cx="804846" cy="632798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991827DC-BE67-263E-DBFA-127D8D49C126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C4C0ACE2-93D5-A300-AB49-02AFAA029763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9EE205DD-4477-341E-9CA8-DEC787A1DCB1}"/>
              </a:ext>
            </a:extLst>
          </p:cNvPr>
          <p:cNvGrpSpPr/>
          <p:nvPr/>
        </p:nvGrpSpPr>
        <p:grpSpPr>
          <a:xfrm>
            <a:off x="6617309" y="3986085"/>
            <a:ext cx="1588869" cy="544459"/>
            <a:chOff x="5377205" y="2689120"/>
            <a:chExt cx="804846" cy="632798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DF0D5058-A15B-C34D-847C-A87096AE5C70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8BEF4D22-6EA0-D898-E4EA-AB1647961A8F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cxnSp>
        <p:nvCxnSpPr>
          <p:cNvPr id="147" name="连接符: 肘形 146">
            <a:extLst>
              <a:ext uri="{FF2B5EF4-FFF2-40B4-BE49-F238E27FC236}">
                <a16:creationId xmlns:a16="http://schemas.microsoft.com/office/drawing/2014/main" id="{634D8E53-62A8-49B2-D34A-36639976F0EA}"/>
              </a:ext>
            </a:extLst>
          </p:cNvPr>
          <p:cNvCxnSpPr>
            <a:cxnSpLocks/>
            <a:stCxn id="55" idx="2"/>
            <a:endCxn id="152" idx="3"/>
          </p:cNvCxnSpPr>
          <p:nvPr/>
        </p:nvCxnSpPr>
        <p:spPr>
          <a:xfrm rot="5400000">
            <a:off x="6693725" y="2315767"/>
            <a:ext cx="123948" cy="1385720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C9F72045-3425-6D2F-E7A4-CD19AB15675B}"/>
              </a:ext>
            </a:extLst>
          </p:cNvPr>
          <p:cNvGrpSpPr/>
          <p:nvPr/>
        </p:nvGrpSpPr>
        <p:grpSpPr>
          <a:xfrm>
            <a:off x="4617541" y="2813569"/>
            <a:ext cx="1445298" cy="533107"/>
            <a:chOff x="5431295" y="2781986"/>
            <a:chExt cx="732120" cy="619603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9F532DD2-D233-1737-769F-530AB5D832B3}"/>
                </a:ext>
              </a:extLst>
            </p:cNvPr>
            <p:cNvSpPr/>
            <p:nvPr/>
          </p:nvSpPr>
          <p:spPr>
            <a:xfrm>
              <a:off x="5431295" y="2781986"/>
              <a:ext cx="732120" cy="597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BEC107A9-ACD6-6C7E-BECE-5AED320E1513}"/>
                </a:ext>
              </a:extLst>
            </p:cNvPr>
            <p:cNvSpPr txBox="1"/>
            <p:nvPr/>
          </p:nvSpPr>
          <p:spPr>
            <a:xfrm>
              <a:off x="5477654" y="2793477"/>
              <a:ext cx="639403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 Choice 2</a:t>
              </a:r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A778030-E564-8C52-2EAA-A3ACDF792679}"/>
                  </a:ext>
                </a:extLst>
              </p:cNvPr>
              <p:cNvSpPr txBox="1"/>
              <p:nvPr/>
            </p:nvSpPr>
            <p:spPr>
              <a:xfrm>
                <a:off x="5971323" y="3121223"/>
                <a:ext cx="855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A778030-E564-8C52-2EAA-A3ACDF792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323" y="3121223"/>
                <a:ext cx="85567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893DB52-8A95-088E-2317-8A4727669FDC}"/>
                  </a:ext>
                </a:extLst>
              </p:cNvPr>
              <p:cNvSpPr txBox="1"/>
              <p:nvPr/>
            </p:nvSpPr>
            <p:spPr>
              <a:xfrm>
                <a:off x="8694167" y="1642365"/>
                <a:ext cx="7518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893DB52-8A95-088E-2317-8A4727669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167" y="1642365"/>
                <a:ext cx="75182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EE6094D4-0797-5964-38A3-A8DE56591A62}"/>
              </a:ext>
            </a:extLst>
          </p:cNvPr>
          <p:cNvCxnSpPr>
            <a:cxnSpLocks/>
            <a:stCxn id="152" idx="1"/>
            <a:endCxn id="210" idx="3"/>
          </p:cNvCxnSpPr>
          <p:nvPr/>
        </p:nvCxnSpPr>
        <p:spPr>
          <a:xfrm flipH="1">
            <a:off x="3935645" y="3070601"/>
            <a:ext cx="681896" cy="6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A4175432-05D1-4CEB-F873-3C83D6FCD48E}"/>
                  </a:ext>
                </a:extLst>
              </p:cNvPr>
              <p:cNvSpPr txBox="1"/>
              <p:nvPr/>
            </p:nvSpPr>
            <p:spPr>
              <a:xfrm>
                <a:off x="6361153" y="2023340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A4175432-05D1-4CEB-F873-3C83D6FCD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153" y="2023340"/>
                <a:ext cx="126226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2B1CB8B0-499F-ABCC-E84B-F5262023F8A5}"/>
                  </a:ext>
                </a:extLst>
              </p:cNvPr>
              <p:cNvSpPr txBox="1"/>
              <p:nvPr/>
            </p:nvSpPr>
            <p:spPr>
              <a:xfrm>
                <a:off x="9070078" y="2042142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2B1CB8B0-499F-ABCC-E84B-F5262023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078" y="2042142"/>
                <a:ext cx="126226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827766B9-C020-4E49-D055-0AB86158F051}"/>
              </a:ext>
            </a:extLst>
          </p:cNvPr>
          <p:cNvCxnSpPr>
            <a:cxnSpLocks/>
          </p:cNvCxnSpPr>
          <p:nvPr/>
        </p:nvCxnSpPr>
        <p:spPr>
          <a:xfrm>
            <a:off x="7448558" y="3638503"/>
            <a:ext cx="0" cy="347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4E62A5AC-D632-E85A-40D1-1D7D210FBADD}"/>
                  </a:ext>
                </a:extLst>
              </p:cNvPr>
              <p:cNvSpPr txBox="1"/>
              <p:nvPr/>
            </p:nvSpPr>
            <p:spPr>
              <a:xfrm>
                <a:off x="6954506" y="3265779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4E62A5AC-D632-E85A-40D1-1D7D210FB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06" y="3265779"/>
                <a:ext cx="97075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24956A5-EA6A-6991-9170-232835BAD224}"/>
                  </a:ext>
                </a:extLst>
              </p:cNvPr>
              <p:cNvSpPr txBox="1"/>
              <p:nvPr/>
            </p:nvSpPr>
            <p:spPr>
              <a:xfrm>
                <a:off x="6361153" y="3606392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24956A5-EA6A-6991-9170-232835BAD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153" y="3606392"/>
                <a:ext cx="126226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604833DF-3C55-4D56-7B58-072F761134C3}"/>
              </a:ext>
            </a:extLst>
          </p:cNvPr>
          <p:cNvCxnSpPr>
            <a:cxnSpLocks/>
          </p:cNvCxnSpPr>
          <p:nvPr/>
        </p:nvCxnSpPr>
        <p:spPr>
          <a:xfrm>
            <a:off x="10157841" y="2942991"/>
            <a:ext cx="0" cy="347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7F53173A-B078-FCCF-9ECD-6728002234C1}"/>
              </a:ext>
            </a:extLst>
          </p:cNvPr>
          <p:cNvGrpSpPr/>
          <p:nvPr/>
        </p:nvGrpSpPr>
        <p:grpSpPr>
          <a:xfrm>
            <a:off x="9326591" y="3982423"/>
            <a:ext cx="1588869" cy="544459"/>
            <a:chOff x="5377205" y="2689120"/>
            <a:chExt cx="804846" cy="632798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1325830A-27F8-BAC1-985C-B0A32393EF9F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EAEE8182-5A7B-02EE-F3E7-C3339BFC870E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21508F74-BBC4-EB4A-2F7B-8E3EC1761123}"/>
              </a:ext>
            </a:extLst>
          </p:cNvPr>
          <p:cNvCxnSpPr>
            <a:cxnSpLocks/>
          </p:cNvCxnSpPr>
          <p:nvPr/>
        </p:nvCxnSpPr>
        <p:spPr>
          <a:xfrm>
            <a:off x="10157840" y="3634841"/>
            <a:ext cx="0" cy="347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76C765A9-AC78-DB48-7FA0-39D408C83AC8}"/>
                  </a:ext>
                </a:extLst>
              </p:cNvPr>
              <p:cNvSpPr txBox="1"/>
              <p:nvPr/>
            </p:nvSpPr>
            <p:spPr>
              <a:xfrm>
                <a:off x="9663788" y="3262117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76C765A9-AC78-DB48-7FA0-39D408C83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788" y="3262117"/>
                <a:ext cx="97075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D1BBC0F-2776-9313-A645-6013ED61CEB7}"/>
                  </a:ext>
                </a:extLst>
              </p:cNvPr>
              <p:cNvSpPr txBox="1"/>
              <p:nvPr/>
            </p:nvSpPr>
            <p:spPr>
              <a:xfrm>
                <a:off x="9070435" y="3602730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D1BBC0F-2776-9313-A645-6013ED61C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435" y="3602730"/>
                <a:ext cx="126226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AF2EC533-DC36-B96B-3195-FC6661C58D29}"/>
              </a:ext>
            </a:extLst>
          </p:cNvPr>
          <p:cNvCxnSpPr>
            <a:cxnSpLocks/>
          </p:cNvCxnSpPr>
          <p:nvPr/>
        </p:nvCxnSpPr>
        <p:spPr>
          <a:xfrm>
            <a:off x="7448558" y="4526324"/>
            <a:ext cx="0" cy="347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6B50C301-B4F6-1A6A-1BCB-CD686072F2DA}"/>
              </a:ext>
            </a:extLst>
          </p:cNvPr>
          <p:cNvCxnSpPr>
            <a:cxnSpLocks/>
          </p:cNvCxnSpPr>
          <p:nvPr/>
        </p:nvCxnSpPr>
        <p:spPr>
          <a:xfrm flipH="1" flipV="1">
            <a:off x="7448558" y="3071852"/>
            <a:ext cx="2683967" cy="827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E1D606F9-B27A-B80B-86F6-1194EB999CEC}"/>
              </a:ext>
            </a:extLst>
          </p:cNvPr>
          <p:cNvGrpSpPr/>
          <p:nvPr/>
        </p:nvGrpSpPr>
        <p:grpSpPr>
          <a:xfrm>
            <a:off x="2778100" y="2865516"/>
            <a:ext cx="1257747" cy="425057"/>
            <a:chOff x="6012374" y="2765307"/>
            <a:chExt cx="1515227" cy="429214"/>
          </a:xfrm>
        </p:grpSpPr>
        <p:sp>
          <p:nvSpPr>
            <p:cNvPr id="209" name="流程图: 数据 208">
              <a:extLst>
                <a:ext uri="{FF2B5EF4-FFF2-40B4-BE49-F238E27FC236}">
                  <a16:creationId xmlns:a16="http://schemas.microsoft.com/office/drawing/2014/main" id="{189394B2-CFA1-D353-E0BA-FE281067F956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57293863-1095-0F65-53A6-B0DE347292DB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RK</m:t>
                            </m:r>
                          </m:e>
                          <m:sub>
                            <m: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57293863-1095-0F65-53A6-B0DE34729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2" name="连接符: 肘形 211">
            <a:extLst>
              <a:ext uri="{FF2B5EF4-FFF2-40B4-BE49-F238E27FC236}">
                <a16:creationId xmlns:a16="http://schemas.microsoft.com/office/drawing/2014/main" id="{B5EE2AF7-B090-710B-0BC7-7BC9CCAE0BA7}"/>
              </a:ext>
            </a:extLst>
          </p:cNvPr>
          <p:cNvCxnSpPr>
            <a:cxnSpLocks/>
            <a:endCxn id="214" idx="3"/>
          </p:cNvCxnSpPr>
          <p:nvPr/>
        </p:nvCxnSpPr>
        <p:spPr>
          <a:xfrm rot="5400000">
            <a:off x="6693725" y="3884572"/>
            <a:ext cx="123948" cy="1385720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590E2DAE-1969-DA71-6F76-9D969A11A420}"/>
              </a:ext>
            </a:extLst>
          </p:cNvPr>
          <p:cNvGrpSpPr/>
          <p:nvPr/>
        </p:nvGrpSpPr>
        <p:grpSpPr>
          <a:xfrm>
            <a:off x="4617541" y="4382374"/>
            <a:ext cx="1445298" cy="533107"/>
            <a:chOff x="5431295" y="2781986"/>
            <a:chExt cx="732120" cy="619603"/>
          </a:xfrm>
        </p:grpSpPr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3EAA128C-2DE7-D502-0EF3-A7FE95DEA999}"/>
                </a:ext>
              </a:extLst>
            </p:cNvPr>
            <p:cNvSpPr/>
            <p:nvPr/>
          </p:nvSpPr>
          <p:spPr>
            <a:xfrm>
              <a:off x="5431295" y="2781986"/>
              <a:ext cx="732120" cy="597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51279C41-C8A3-6032-E097-F3381A7A8444}"/>
                </a:ext>
              </a:extLst>
            </p:cNvPr>
            <p:cNvSpPr txBox="1"/>
            <p:nvPr/>
          </p:nvSpPr>
          <p:spPr>
            <a:xfrm>
              <a:off x="5477654" y="2793477"/>
              <a:ext cx="639403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 Choice 2</a:t>
              </a:r>
              <a:endParaRPr lang="zh-CN" altLang="en-US" sz="1400"/>
            </a:p>
          </p:txBody>
        </p:sp>
      </p:grp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E643F85D-0198-330B-ED87-A44B28A4A719}"/>
              </a:ext>
            </a:extLst>
          </p:cNvPr>
          <p:cNvCxnSpPr>
            <a:cxnSpLocks/>
            <a:stCxn id="214" idx="1"/>
            <a:endCxn id="220" idx="3"/>
          </p:cNvCxnSpPr>
          <p:nvPr/>
        </p:nvCxnSpPr>
        <p:spPr>
          <a:xfrm flipH="1">
            <a:off x="3925864" y="4639406"/>
            <a:ext cx="691677" cy="17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37E9FCBA-6DDC-7C3C-8FAF-EAB143E6BC00}"/>
              </a:ext>
            </a:extLst>
          </p:cNvPr>
          <p:cNvCxnSpPr>
            <a:cxnSpLocks/>
          </p:cNvCxnSpPr>
          <p:nvPr/>
        </p:nvCxnSpPr>
        <p:spPr>
          <a:xfrm flipH="1" flipV="1">
            <a:off x="7448558" y="4640657"/>
            <a:ext cx="2683967" cy="827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036ADF1C-93AB-E524-A337-D96EE506AF1E}"/>
              </a:ext>
            </a:extLst>
          </p:cNvPr>
          <p:cNvGrpSpPr/>
          <p:nvPr/>
        </p:nvGrpSpPr>
        <p:grpSpPr>
          <a:xfrm>
            <a:off x="2655329" y="4416470"/>
            <a:ext cx="1380518" cy="460752"/>
            <a:chOff x="6012374" y="2765307"/>
            <a:chExt cx="1515227" cy="429214"/>
          </a:xfrm>
        </p:grpSpPr>
        <p:sp>
          <p:nvSpPr>
            <p:cNvPr id="219" name="流程图: 数据 218">
              <a:extLst>
                <a:ext uri="{FF2B5EF4-FFF2-40B4-BE49-F238E27FC236}">
                  <a16:creationId xmlns:a16="http://schemas.microsoft.com/office/drawing/2014/main" id="{7A9AC8C4-DB90-50FF-E0C9-8E7C33982C7E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A617AA6B-0140-315E-6D9C-894565E249B4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107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RK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A617AA6B-0140-315E-6D9C-894565E24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107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9650A8CD-6BA5-6351-DD12-604F3102055D}"/>
              </a:ext>
            </a:extLst>
          </p:cNvPr>
          <p:cNvCxnSpPr>
            <a:cxnSpLocks/>
          </p:cNvCxnSpPr>
          <p:nvPr/>
        </p:nvCxnSpPr>
        <p:spPr>
          <a:xfrm>
            <a:off x="10168390" y="4526324"/>
            <a:ext cx="0" cy="347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5469A906-70A4-E0E0-7721-44F55AB13550}"/>
                  </a:ext>
                </a:extLst>
              </p:cNvPr>
              <p:cNvSpPr txBox="1"/>
              <p:nvPr/>
            </p:nvSpPr>
            <p:spPr>
              <a:xfrm>
                <a:off x="5989417" y="4713654"/>
                <a:ext cx="855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5469A906-70A4-E0E0-7721-44F55AB13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417" y="4713654"/>
                <a:ext cx="85567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FAE72EBA-F13A-60DE-FFDD-18233B7713D4}"/>
                  </a:ext>
                </a:extLst>
              </p:cNvPr>
              <p:cNvSpPr txBox="1"/>
              <p:nvPr/>
            </p:nvSpPr>
            <p:spPr>
              <a:xfrm>
                <a:off x="6954506" y="4892047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FAE72EBA-F13A-60DE-FFDD-18233B771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06" y="4892047"/>
                <a:ext cx="970751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64103A4C-2BC5-C195-02C2-F89F516A1282}"/>
                  </a:ext>
                </a:extLst>
              </p:cNvPr>
              <p:cNvSpPr txBox="1"/>
              <p:nvPr/>
            </p:nvSpPr>
            <p:spPr>
              <a:xfrm>
                <a:off x="9663787" y="4892047"/>
                <a:ext cx="970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64103A4C-2BC5-C195-02C2-F89F516A1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787" y="4892047"/>
                <a:ext cx="970751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294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6600083" y="5510869"/>
            <a:ext cx="2865175" cy="70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整体结构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加解密结构相同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轮密钥注入顺序相反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A778030-E564-8C52-2EAA-A3ACDF792679}"/>
                  </a:ext>
                </a:extLst>
              </p:cNvPr>
              <p:cNvSpPr txBox="1"/>
              <p:nvPr/>
            </p:nvSpPr>
            <p:spPr>
              <a:xfrm>
                <a:off x="8504074" y="1304189"/>
                <a:ext cx="855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A778030-E564-8C52-2EAA-A3ACDF792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074" y="1304189"/>
                <a:ext cx="85567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EE6094D4-0797-5964-38A3-A8DE56591A62}"/>
              </a:ext>
            </a:extLst>
          </p:cNvPr>
          <p:cNvCxnSpPr>
            <a:cxnSpLocks/>
            <a:stCxn id="9" idx="1"/>
            <a:endCxn id="31" idx="3"/>
          </p:cNvCxnSpPr>
          <p:nvPr/>
        </p:nvCxnSpPr>
        <p:spPr>
          <a:xfrm flipH="1">
            <a:off x="6936326" y="1977992"/>
            <a:ext cx="7871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6C5CBDFD-D03D-26E3-3490-22466C07BB49}"/>
              </a:ext>
            </a:extLst>
          </p:cNvPr>
          <p:cNvGrpSpPr/>
          <p:nvPr/>
        </p:nvGrpSpPr>
        <p:grpSpPr>
          <a:xfrm>
            <a:off x="7723431" y="1716382"/>
            <a:ext cx="1588869" cy="544459"/>
            <a:chOff x="5377205" y="2689120"/>
            <a:chExt cx="804846" cy="63279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3361220-18B8-C7F8-D2DB-1B2E0B3A0AD2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60926EC-A305-6A43-29C7-BA75C0386599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1A828C90-8CE1-D08E-362A-FF58E4B328ED}"/>
              </a:ext>
            </a:extLst>
          </p:cNvPr>
          <p:cNvGrpSpPr/>
          <p:nvPr/>
        </p:nvGrpSpPr>
        <p:grpSpPr>
          <a:xfrm>
            <a:off x="8496401" y="244174"/>
            <a:ext cx="1262263" cy="441124"/>
            <a:chOff x="8883746" y="646734"/>
            <a:chExt cx="1262263" cy="441124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7D95E22-DE7A-D410-3A14-1B1FCBA24510}"/>
                </a:ext>
              </a:extLst>
            </p:cNvPr>
            <p:cNvCxnSpPr>
              <a:cxnSpLocks/>
            </p:cNvCxnSpPr>
            <p:nvPr/>
          </p:nvCxnSpPr>
          <p:spPr>
            <a:xfrm>
              <a:off x="8891419" y="725178"/>
              <a:ext cx="2" cy="36268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97D0B5B-9320-5918-28ED-7625FC17E202}"/>
                    </a:ext>
                  </a:extLst>
                </p:cNvPr>
                <p:cNvSpPr txBox="1"/>
                <p:nvPr/>
              </p:nvSpPr>
              <p:spPr>
                <a:xfrm>
                  <a:off x="8883746" y="646734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Key</m:t>
                        </m:r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97D0B5B-9320-5918-28ED-7625FC17E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3746" y="646734"/>
                  <a:ext cx="1262263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BAB2BCE-7F94-04F8-D1E0-45ED3A5EA57C}"/>
              </a:ext>
            </a:extLst>
          </p:cNvPr>
          <p:cNvGrpSpPr/>
          <p:nvPr/>
        </p:nvGrpSpPr>
        <p:grpSpPr>
          <a:xfrm>
            <a:off x="7717315" y="731463"/>
            <a:ext cx="1573518" cy="523220"/>
            <a:chOff x="5374107" y="2689120"/>
            <a:chExt cx="797070" cy="6081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C3DA0D7-CA1E-2B3B-3FA8-C8A3BF6A6CDF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C8CFEE2-BD8C-733B-9C0F-9061E03FB8D4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</a:t>
              </a:r>
            </a:p>
            <a:p>
              <a:pPr algn="ctr"/>
              <a:r>
                <a:rPr lang="en-US" altLang="zh-CN" sz="1400"/>
                <a:t>Choice 1</a:t>
              </a:r>
              <a:endParaRPr lang="zh-CN" altLang="en-US" sz="140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DA27260-9309-F276-D958-5D2BFB26DA2C}"/>
              </a:ext>
            </a:extLst>
          </p:cNvPr>
          <p:cNvGrpSpPr/>
          <p:nvPr/>
        </p:nvGrpSpPr>
        <p:grpSpPr>
          <a:xfrm>
            <a:off x="5378153" y="1716382"/>
            <a:ext cx="1573518" cy="523220"/>
            <a:chOff x="5374107" y="2689120"/>
            <a:chExt cx="797070" cy="60811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A846190-8F61-9F2F-5A8D-3672010E11C1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0AA5038-60D0-7CB4-A618-A58D003D5A14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</a:t>
              </a:r>
            </a:p>
            <a:p>
              <a:pPr algn="ctr"/>
              <a:r>
                <a:rPr lang="en-US" altLang="zh-CN" sz="1400"/>
                <a:t>Choice 2</a:t>
              </a:r>
              <a:endParaRPr lang="zh-CN" altLang="en-US" sz="140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94E1BE3-428E-1578-9DBE-26345209B8CA}"/>
              </a:ext>
            </a:extLst>
          </p:cNvPr>
          <p:cNvGrpSpPr/>
          <p:nvPr/>
        </p:nvGrpSpPr>
        <p:grpSpPr>
          <a:xfrm>
            <a:off x="2622020" y="1721833"/>
            <a:ext cx="1573518" cy="523220"/>
            <a:chOff x="5374107" y="2689120"/>
            <a:chExt cx="797070" cy="608113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D16ABEDE-45A0-EC9A-A69D-C36853CFFA0A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AC1CD76-C49B-7566-C9FE-4C66A11D90D5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Feistel</a:t>
              </a:r>
            </a:p>
            <a:p>
              <a:pPr algn="ctr"/>
              <a:r>
                <a:rPr lang="en-US" altLang="zh-CN" sz="1400"/>
                <a:t>Round 1</a:t>
              </a:r>
              <a:endParaRPr lang="zh-CN" altLang="en-US" sz="140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1FC21CB-974D-5E0E-9EFD-10334A03B7B0}"/>
              </a:ext>
            </a:extLst>
          </p:cNvPr>
          <p:cNvGrpSpPr/>
          <p:nvPr/>
        </p:nvGrpSpPr>
        <p:grpSpPr>
          <a:xfrm>
            <a:off x="2622018" y="728959"/>
            <a:ext cx="1573520" cy="523220"/>
            <a:chOff x="5374106" y="2689120"/>
            <a:chExt cx="797071" cy="608113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3B13DA3-0C36-25EB-056E-4F5A51E131AD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D8790FE-E3FD-B783-C2FD-5144A1C7D98E}"/>
                </a:ext>
              </a:extLst>
            </p:cNvPr>
            <p:cNvSpPr txBox="1"/>
            <p:nvPr/>
          </p:nvSpPr>
          <p:spPr>
            <a:xfrm>
              <a:off x="5374106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Initial</a:t>
              </a:r>
            </a:p>
            <a:p>
              <a:pPr algn="ctr"/>
              <a:r>
                <a:rPr lang="en-US" altLang="zh-CN" sz="1400"/>
                <a:t>Permutation</a:t>
              </a:r>
              <a:endParaRPr lang="zh-CN" altLang="en-US" sz="140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546DE16-9EDB-BFDC-E0DA-C950245582C5}"/>
              </a:ext>
            </a:extLst>
          </p:cNvPr>
          <p:cNvGrpSpPr/>
          <p:nvPr/>
        </p:nvGrpSpPr>
        <p:grpSpPr>
          <a:xfrm>
            <a:off x="3401104" y="246071"/>
            <a:ext cx="1262263" cy="424386"/>
            <a:chOff x="3237803" y="762815"/>
            <a:chExt cx="1262263" cy="424386"/>
          </a:xfrm>
        </p:grpSpPr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064D5B9-C169-F841-BA44-B5466ACE892C}"/>
                </a:ext>
              </a:extLst>
            </p:cNvPr>
            <p:cNvCxnSpPr>
              <a:cxnSpLocks/>
            </p:cNvCxnSpPr>
            <p:nvPr/>
          </p:nvCxnSpPr>
          <p:spPr>
            <a:xfrm>
              <a:off x="3254346" y="824521"/>
              <a:ext cx="2" cy="36268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1A41319-5C01-1E31-7254-86DCA5306BF1}"/>
                    </a:ext>
                  </a:extLst>
                </p:cNvPr>
                <p:cNvSpPr txBox="1"/>
                <p:nvPr/>
              </p:nvSpPr>
              <p:spPr>
                <a:xfrm>
                  <a:off x="3237803" y="762815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Msg</m:t>
                        </m:r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1A41319-5C01-1E31-7254-86DCA5306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7803" y="762815"/>
                  <a:ext cx="126226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84A8DFD-EAC2-562B-2B4F-684A038CAEE2}"/>
                  </a:ext>
                </a:extLst>
              </p:cNvPr>
              <p:cNvSpPr txBox="1"/>
              <p:nvPr/>
            </p:nvSpPr>
            <p:spPr>
              <a:xfrm>
                <a:off x="4190924" y="1647131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84A8DFD-EAC2-562B-2B4F-684A038CA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24" y="1647131"/>
                <a:ext cx="126226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AFE81EE-C7FB-3138-B877-2ADB020CEAD4}"/>
              </a:ext>
            </a:extLst>
          </p:cNvPr>
          <p:cNvCxnSpPr>
            <a:cxnSpLocks/>
          </p:cNvCxnSpPr>
          <p:nvPr/>
        </p:nvCxnSpPr>
        <p:spPr>
          <a:xfrm flipH="1" flipV="1">
            <a:off x="4210886" y="1977989"/>
            <a:ext cx="1174450" cy="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79B195E-673B-0A00-493B-15DBC9BD3492}"/>
              </a:ext>
            </a:extLst>
          </p:cNvPr>
          <p:cNvCxnSpPr>
            <a:cxnSpLocks/>
            <a:stCxn id="27" idx="2"/>
            <a:endCxn id="9" idx="0"/>
          </p:cNvCxnSpPr>
          <p:nvPr/>
        </p:nvCxnSpPr>
        <p:spPr>
          <a:xfrm>
            <a:off x="8507132" y="1254682"/>
            <a:ext cx="0" cy="4617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071DAC8-CB37-8004-916C-F91048D15365}"/>
              </a:ext>
            </a:extLst>
          </p:cNvPr>
          <p:cNvCxnSpPr>
            <a:cxnSpLocks/>
            <a:stCxn id="43" idx="2"/>
            <a:endCxn id="34" idx="0"/>
          </p:cNvCxnSpPr>
          <p:nvPr/>
        </p:nvCxnSpPr>
        <p:spPr>
          <a:xfrm>
            <a:off x="3401105" y="1252179"/>
            <a:ext cx="2" cy="4696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B99C7AC1-96C7-56D5-5D14-FFC2892E0824}"/>
              </a:ext>
            </a:extLst>
          </p:cNvPr>
          <p:cNvGrpSpPr/>
          <p:nvPr/>
        </p:nvGrpSpPr>
        <p:grpSpPr>
          <a:xfrm>
            <a:off x="2946244" y="3235841"/>
            <a:ext cx="6057178" cy="996464"/>
            <a:chOff x="2915727" y="2642159"/>
            <a:chExt cx="6057178" cy="996464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8BDF79C1-1575-004C-BB27-0196235FE6C0}"/>
                </a:ext>
              </a:extLst>
            </p:cNvPr>
            <p:cNvGrpSpPr/>
            <p:nvPr/>
          </p:nvGrpSpPr>
          <p:grpSpPr>
            <a:xfrm>
              <a:off x="2915727" y="2642159"/>
              <a:ext cx="970751" cy="984568"/>
              <a:chOff x="1548016" y="1308165"/>
              <a:chExt cx="970751" cy="984568"/>
            </a:xfrm>
          </p:grpSpPr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57E96EA8-E4A8-E564-535A-5CF16F081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3393" y="1308165"/>
                <a:ext cx="0" cy="3475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33741FC7-75D1-5F69-418B-3E3DEDC730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3392" y="1945151"/>
                <a:ext cx="0" cy="3475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C610042C-B265-6475-5134-256ECDDB09C9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016" y="1600394"/>
                    <a:ext cx="97075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sz="2000" b="1"/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C610042C-B265-6475-5134-256ECDDB09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8016" y="1600394"/>
                    <a:ext cx="970751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49592477-2F83-90C2-00CF-0A5F975C6CC0}"/>
                </a:ext>
              </a:extLst>
            </p:cNvPr>
            <p:cNvGrpSpPr/>
            <p:nvPr/>
          </p:nvGrpSpPr>
          <p:grpSpPr>
            <a:xfrm>
              <a:off x="8002154" y="2654055"/>
              <a:ext cx="970751" cy="984568"/>
              <a:chOff x="1548016" y="1308165"/>
              <a:chExt cx="970751" cy="984568"/>
            </a:xfrm>
          </p:grpSpPr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AD3C1367-7696-C18D-E730-6597C50837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3393" y="1308165"/>
                <a:ext cx="0" cy="3475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69">
                <a:extLst>
                  <a:ext uri="{FF2B5EF4-FFF2-40B4-BE49-F238E27FC236}">
                    <a16:creationId xmlns:a16="http://schemas.microsoft.com/office/drawing/2014/main" id="{DD43B834-3126-EACA-FFC1-B13AB92A2E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3392" y="1945151"/>
                <a:ext cx="0" cy="3475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A79A8CF-04AB-B97C-C0CC-DF59B5B973B9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016" y="1600394"/>
                    <a:ext cx="97075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altLang="zh-CN" sz="2000" b="1"/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A79A8CF-04AB-B97C-C0CC-DF59B5B973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8016" y="1600394"/>
                    <a:ext cx="970751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A8A1079-0757-1491-1B03-575832BF11C9}"/>
              </a:ext>
            </a:extLst>
          </p:cNvPr>
          <p:cNvCxnSpPr>
            <a:cxnSpLocks/>
            <a:stCxn id="77" idx="1"/>
            <a:endCxn id="82" idx="3"/>
          </p:cNvCxnSpPr>
          <p:nvPr/>
        </p:nvCxnSpPr>
        <p:spPr>
          <a:xfrm flipH="1">
            <a:off x="6936326" y="2962910"/>
            <a:ext cx="7871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ABEE4F3E-7D69-3501-2E0A-99131D703BC3}"/>
              </a:ext>
            </a:extLst>
          </p:cNvPr>
          <p:cNvGrpSpPr/>
          <p:nvPr/>
        </p:nvGrpSpPr>
        <p:grpSpPr>
          <a:xfrm>
            <a:off x="7723431" y="2701300"/>
            <a:ext cx="1588869" cy="544459"/>
            <a:chOff x="5377205" y="2689120"/>
            <a:chExt cx="804846" cy="632798"/>
          </a:xfrm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D0F5C13C-08D6-8235-4857-934CC063C465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BCE2BE57-BC93-ADE1-B780-6B13DB2BC685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9C56DE1-2B99-286B-8712-C2DB673B9C53}"/>
              </a:ext>
            </a:extLst>
          </p:cNvPr>
          <p:cNvGrpSpPr/>
          <p:nvPr/>
        </p:nvGrpSpPr>
        <p:grpSpPr>
          <a:xfrm>
            <a:off x="5378153" y="2701300"/>
            <a:ext cx="1573518" cy="523220"/>
            <a:chOff x="5374107" y="2689120"/>
            <a:chExt cx="797070" cy="608113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A0DABCE5-2F17-B222-E90A-8440088E9CEB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62BD80-82E7-30D5-5677-2ADE220F8C33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</a:t>
              </a:r>
            </a:p>
            <a:p>
              <a:pPr algn="ctr"/>
              <a:r>
                <a:rPr lang="en-US" altLang="zh-CN" sz="1400"/>
                <a:t>Choice 2</a:t>
              </a:r>
              <a:endParaRPr lang="zh-CN" altLang="en-US" sz="140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E420FB7C-73ED-6908-3CC9-72D660FE433D}"/>
              </a:ext>
            </a:extLst>
          </p:cNvPr>
          <p:cNvGrpSpPr/>
          <p:nvPr/>
        </p:nvGrpSpPr>
        <p:grpSpPr>
          <a:xfrm>
            <a:off x="2622020" y="2706751"/>
            <a:ext cx="1573518" cy="523220"/>
            <a:chOff x="5374107" y="2689120"/>
            <a:chExt cx="797070" cy="608113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DCF10FC2-A92E-FB04-D2DC-FE0FCCDED6DF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C26196A6-2AC3-AF8A-1DA6-6DFD695D4E1C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Feistel</a:t>
              </a:r>
            </a:p>
            <a:p>
              <a:pPr algn="ctr"/>
              <a:r>
                <a:rPr lang="en-US" altLang="zh-CN" sz="1400"/>
                <a:t>Round 2</a:t>
              </a:r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A1D176CC-6A28-EA7F-8606-E8DF60B6FE3D}"/>
                  </a:ext>
                </a:extLst>
              </p:cNvPr>
              <p:cNvSpPr txBox="1"/>
              <p:nvPr/>
            </p:nvSpPr>
            <p:spPr>
              <a:xfrm>
                <a:off x="4190924" y="2632049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A1D176CC-6A28-EA7F-8606-E8DF60B6F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24" y="2632049"/>
                <a:ext cx="126226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7B50F314-695E-1898-70A2-921A272BD555}"/>
              </a:ext>
            </a:extLst>
          </p:cNvPr>
          <p:cNvCxnSpPr>
            <a:cxnSpLocks/>
          </p:cNvCxnSpPr>
          <p:nvPr/>
        </p:nvCxnSpPr>
        <p:spPr>
          <a:xfrm flipH="1" flipV="1">
            <a:off x="4210886" y="2962907"/>
            <a:ext cx="1174450" cy="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C149725B-5393-5841-A8A9-C99233C3534A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8507132" y="2239600"/>
            <a:ext cx="0" cy="4617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5377A34-17AC-E8E0-CA54-A3C058D2BBDC}"/>
              </a:ext>
            </a:extLst>
          </p:cNvPr>
          <p:cNvCxnSpPr>
            <a:cxnSpLocks/>
            <a:endCxn id="85" idx="0"/>
          </p:cNvCxnSpPr>
          <p:nvPr/>
        </p:nvCxnSpPr>
        <p:spPr>
          <a:xfrm>
            <a:off x="3401105" y="2237097"/>
            <a:ext cx="2" cy="4696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42CBBEC7-7F63-ED3C-32EA-E257F60590ED}"/>
              </a:ext>
            </a:extLst>
          </p:cNvPr>
          <p:cNvCxnSpPr>
            <a:cxnSpLocks/>
            <a:stCxn id="96" idx="1"/>
            <a:endCxn id="100" idx="3"/>
          </p:cNvCxnSpPr>
          <p:nvPr/>
        </p:nvCxnSpPr>
        <p:spPr>
          <a:xfrm flipH="1">
            <a:off x="6936507" y="4488951"/>
            <a:ext cx="7871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DC49ECA0-CA1A-F073-AD7C-E40A3569A2B0}"/>
              </a:ext>
            </a:extLst>
          </p:cNvPr>
          <p:cNvGrpSpPr/>
          <p:nvPr/>
        </p:nvGrpSpPr>
        <p:grpSpPr>
          <a:xfrm>
            <a:off x="7723612" y="4227341"/>
            <a:ext cx="1588869" cy="544459"/>
            <a:chOff x="5377205" y="2689120"/>
            <a:chExt cx="804846" cy="632798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B01D4EF-DC24-C1ED-D1D7-062C43FD1D7B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8E2AE586-59D5-6204-8D15-00C781C0A6B9}"/>
                </a:ext>
              </a:extLst>
            </p:cNvPr>
            <p:cNvSpPr txBox="1"/>
            <p:nvPr/>
          </p:nvSpPr>
          <p:spPr>
            <a:xfrm>
              <a:off x="5392754" y="2713806"/>
              <a:ext cx="789297" cy="608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Left Circular Shift</a:t>
              </a:r>
              <a:endParaRPr lang="zh-CN" altLang="en-US" sz="1400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3957D2DF-BCA8-9020-3155-3D7592172303}"/>
              </a:ext>
            </a:extLst>
          </p:cNvPr>
          <p:cNvGrpSpPr/>
          <p:nvPr/>
        </p:nvGrpSpPr>
        <p:grpSpPr>
          <a:xfrm>
            <a:off x="5378334" y="4227341"/>
            <a:ext cx="1573518" cy="523220"/>
            <a:chOff x="5374107" y="2689120"/>
            <a:chExt cx="797070" cy="608113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E813AFF-DF61-84AA-04AF-8B3FD1703BA8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400D8E0-38D1-9060-7F34-BCA4B618CD51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Permuted</a:t>
              </a:r>
            </a:p>
            <a:p>
              <a:pPr algn="ctr"/>
              <a:r>
                <a:rPr lang="en-US" altLang="zh-CN" sz="1400"/>
                <a:t>Choice 2</a:t>
              </a:r>
              <a:endParaRPr lang="zh-CN" altLang="en-US" sz="1400"/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CD926AC4-1C3B-D858-7C99-78887E976588}"/>
              </a:ext>
            </a:extLst>
          </p:cNvPr>
          <p:cNvGrpSpPr/>
          <p:nvPr/>
        </p:nvGrpSpPr>
        <p:grpSpPr>
          <a:xfrm>
            <a:off x="2622201" y="4232792"/>
            <a:ext cx="1573518" cy="523220"/>
            <a:chOff x="5374107" y="2689120"/>
            <a:chExt cx="797070" cy="608113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3666C802-D6B1-7F40-974E-112069E69A55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748B76EB-BBA8-8690-D836-D9C62327383F}"/>
                </a:ext>
              </a:extLst>
            </p:cNvPr>
            <p:cNvSpPr txBox="1"/>
            <p:nvPr/>
          </p:nvSpPr>
          <p:spPr>
            <a:xfrm>
              <a:off x="5374107" y="2689120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Feistel</a:t>
              </a:r>
            </a:p>
            <a:p>
              <a:pPr algn="ctr"/>
              <a:r>
                <a:rPr lang="en-US" altLang="zh-CN" sz="1400"/>
                <a:t>Round 2</a:t>
              </a:r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B69E439F-EC30-C25A-A95A-F1F83E70745E}"/>
                  </a:ext>
                </a:extLst>
              </p:cNvPr>
              <p:cNvSpPr txBox="1"/>
              <p:nvPr/>
            </p:nvSpPr>
            <p:spPr>
              <a:xfrm>
                <a:off x="4191105" y="4158090"/>
                <a:ext cx="12622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B69E439F-EC30-C25A-A95A-F1F83E707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105" y="4158090"/>
                <a:ext cx="126226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BD893B00-12CF-E9D8-70EC-2A8625E195DC}"/>
              </a:ext>
            </a:extLst>
          </p:cNvPr>
          <p:cNvCxnSpPr>
            <a:cxnSpLocks/>
          </p:cNvCxnSpPr>
          <p:nvPr/>
        </p:nvCxnSpPr>
        <p:spPr>
          <a:xfrm flipH="1" flipV="1">
            <a:off x="4211067" y="4488948"/>
            <a:ext cx="1174450" cy="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7F1378D2-8C8C-8D97-2924-3BB17C165BE5}"/>
              </a:ext>
            </a:extLst>
          </p:cNvPr>
          <p:cNvGrpSpPr/>
          <p:nvPr/>
        </p:nvGrpSpPr>
        <p:grpSpPr>
          <a:xfrm>
            <a:off x="2646361" y="5094039"/>
            <a:ext cx="1567402" cy="523219"/>
            <a:chOff x="5377205" y="2689120"/>
            <a:chExt cx="793972" cy="608112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2E1598E-73E4-34C1-3ED4-32377BD62384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D8CCE5B3-AC57-3259-0897-6ED790AEEF36}"/>
                </a:ext>
              </a:extLst>
            </p:cNvPr>
            <p:cNvSpPr txBox="1"/>
            <p:nvPr/>
          </p:nvSpPr>
          <p:spPr>
            <a:xfrm>
              <a:off x="5377205" y="2798137"/>
              <a:ext cx="789297" cy="393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/>
                <a:t>Swap L, R</a:t>
              </a: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B8403A27-FA94-A7B2-4A42-4F487769CFE8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3430062" y="4768394"/>
            <a:ext cx="0" cy="3256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FF3EF3B-EEC1-62B7-7F77-0E4FB1D6396C}"/>
              </a:ext>
            </a:extLst>
          </p:cNvPr>
          <p:cNvGrpSpPr/>
          <p:nvPr/>
        </p:nvGrpSpPr>
        <p:grpSpPr>
          <a:xfrm>
            <a:off x="2646361" y="5942904"/>
            <a:ext cx="1567402" cy="535602"/>
            <a:chOff x="5377205" y="2689120"/>
            <a:chExt cx="793972" cy="622504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FFDCE1CB-B0DC-0E4A-5B77-FC7CD9BBE4D8}"/>
                </a:ext>
              </a:extLst>
            </p:cNvPr>
            <p:cNvSpPr/>
            <p:nvPr/>
          </p:nvSpPr>
          <p:spPr>
            <a:xfrm>
              <a:off x="5377205" y="2689120"/>
              <a:ext cx="793972" cy="6081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F9AD132B-24A4-DC79-0243-7A63C28619BC}"/>
                </a:ext>
              </a:extLst>
            </p:cNvPr>
            <p:cNvSpPr txBox="1"/>
            <p:nvPr/>
          </p:nvSpPr>
          <p:spPr>
            <a:xfrm>
              <a:off x="5381278" y="2703511"/>
              <a:ext cx="789297" cy="6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Inv Initial</a:t>
              </a:r>
            </a:p>
            <a:p>
              <a:pPr algn="ctr"/>
              <a:r>
                <a:rPr lang="en-US" altLang="zh-CN" sz="1400"/>
                <a:t>Permutation</a:t>
              </a:r>
            </a:p>
          </p:txBody>
        </p:sp>
      </p:grp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6DDE8D4B-55D8-AE2D-0FE6-E27B294DE71D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3430062" y="5617258"/>
            <a:ext cx="0" cy="3256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C2A8C349-F51C-70DF-ACE6-4ACA7E379754}"/>
              </a:ext>
            </a:extLst>
          </p:cNvPr>
          <p:cNvGrpSpPr/>
          <p:nvPr/>
        </p:nvGrpSpPr>
        <p:grpSpPr>
          <a:xfrm>
            <a:off x="4212575" y="5866674"/>
            <a:ext cx="1414832" cy="350222"/>
            <a:chOff x="1875487" y="699287"/>
            <a:chExt cx="1414832" cy="350222"/>
          </a:xfrm>
        </p:grpSpPr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A4C81285-9261-D83B-5281-957DC3003B61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>
              <a:off x="1875487" y="1049509"/>
              <a:ext cx="67288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5E5D762B-5E97-F59F-7844-A96F97D0DF6D}"/>
                    </a:ext>
                  </a:extLst>
                </p:cNvPr>
                <p:cNvSpPr txBox="1"/>
                <p:nvPr/>
              </p:nvSpPr>
              <p:spPr>
                <a:xfrm>
                  <a:off x="2028056" y="699287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Cipher</m:t>
                        </m:r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5E5D762B-5E97-F59F-7844-A96F97D0D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056" y="699287"/>
                  <a:ext cx="1262263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0957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/>
              <p:nvPr/>
            </p:nvSpPr>
            <p:spPr>
              <a:xfrm>
                <a:off x="8139325" y="4416136"/>
                <a:ext cx="231562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单轮结构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14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⊕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𝐹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)</m:t>
                      </m:r>
                    </m:oMath>
                  </m:oMathPara>
                </a14:m>
                <a:endPara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325" y="4416136"/>
                <a:ext cx="2315626" cy="1107996"/>
              </a:xfrm>
              <a:prstGeom prst="rect">
                <a:avLst/>
              </a:prstGeo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8166D59-B171-457A-E65B-43F2B5140B18}"/>
              </a:ext>
            </a:extLst>
          </p:cNvPr>
          <p:cNvCxnSpPr>
            <a:cxnSpLocks/>
            <a:stCxn id="6" idx="4"/>
            <a:endCxn id="52" idx="0"/>
          </p:cNvCxnSpPr>
          <p:nvPr/>
        </p:nvCxnSpPr>
        <p:spPr>
          <a:xfrm rot="5400000">
            <a:off x="3691863" y="2656734"/>
            <a:ext cx="5139814" cy="1445943"/>
          </a:xfrm>
          <a:prstGeom prst="bentConnector3">
            <a:avLst>
              <a:gd name="adj1" fmla="val 5702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893DB52-8A95-088E-2317-8A4727669FDC}"/>
                  </a:ext>
                </a:extLst>
              </p:cNvPr>
              <p:cNvSpPr txBox="1"/>
              <p:nvPr/>
            </p:nvSpPr>
            <p:spPr>
              <a:xfrm>
                <a:off x="6984727" y="1925952"/>
                <a:ext cx="7518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8 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893DB52-8A95-088E-2317-8A4727669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727" y="1925952"/>
                <a:ext cx="75182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E643F85D-0198-330B-ED87-A44B28A4A719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6984732" y="809798"/>
            <a:ext cx="9" cy="58377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D4813C-2B5C-F2DD-193A-3AEF76951652}"/>
              </a:ext>
            </a:extLst>
          </p:cNvPr>
          <p:cNvGrpSpPr/>
          <p:nvPr/>
        </p:nvGrpSpPr>
        <p:grpSpPr>
          <a:xfrm>
            <a:off x="4601788" y="380584"/>
            <a:ext cx="1515227" cy="429214"/>
            <a:chOff x="6012374" y="2765307"/>
            <a:chExt cx="1515227" cy="429214"/>
          </a:xfrm>
        </p:grpSpPr>
        <p:sp>
          <p:nvSpPr>
            <p:cNvPr id="3" name="流程图: 数据 2">
              <a:extLst>
                <a:ext uri="{FF2B5EF4-FFF2-40B4-BE49-F238E27FC236}">
                  <a16:creationId xmlns:a16="http://schemas.microsoft.com/office/drawing/2014/main" id="{E0A3637E-A154-CF55-1385-4F7BD634B517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355943-7042-4E53-5F5F-067E2820D33A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084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355943-7042-4E53-5F5F-067E2820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084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9F9E442-39F7-D1A3-F9C6-F9247C790FC4}"/>
              </a:ext>
            </a:extLst>
          </p:cNvPr>
          <p:cNvGrpSpPr/>
          <p:nvPr/>
        </p:nvGrpSpPr>
        <p:grpSpPr>
          <a:xfrm>
            <a:off x="6227127" y="380584"/>
            <a:ext cx="1515227" cy="429214"/>
            <a:chOff x="6012374" y="2765307"/>
            <a:chExt cx="1515227" cy="429214"/>
          </a:xfrm>
        </p:grpSpPr>
        <p:sp>
          <p:nvSpPr>
            <p:cNvPr id="6" name="流程图: 数据 5">
              <a:extLst>
                <a:ext uri="{FF2B5EF4-FFF2-40B4-BE49-F238E27FC236}">
                  <a16:creationId xmlns:a16="http://schemas.microsoft.com/office/drawing/2014/main" id="{FF5E3AEF-7BF3-2F5E-1BE3-2E9250D70C92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E99EFDA-57AB-40DA-301A-72462A8B695F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E99EFDA-57AB-40DA-301A-72462A8B69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BE9CB18-A137-B5F6-BCF2-57DF2B5F97C0}"/>
              </a:ext>
            </a:extLst>
          </p:cNvPr>
          <p:cNvGrpSpPr/>
          <p:nvPr/>
        </p:nvGrpSpPr>
        <p:grpSpPr>
          <a:xfrm>
            <a:off x="6262084" y="1393577"/>
            <a:ext cx="1445298" cy="523219"/>
            <a:chOff x="5431295" y="2781986"/>
            <a:chExt cx="732120" cy="60811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3A8175C-05BB-B300-5AB3-53A15C4F9342}"/>
                </a:ext>
              </a:extLst>
            </p:cNvPr>
            <p:cNvSpPr/>
            <p:nvPr/>
          </p:nvSpPr>
          <p:spPr>
            <a:xfrm>
              <a:off x="5431295" y="2781986"/>
              <a:ext cx="732120" cy="597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FDBBD7B-FAC5-9EE4-2C6C-854183048605}"/>
                </a:ext>
              </a:extLst>
            </p:cNvPr>
            <p:cNvSpPr txBox="1"/>
            <p:nvPr/>
          </p:nvSpPr>
          <p:spPr>
            <a:xfrm>
              <a:off x="5454474" y="2781986"/>
              <a:ext cx="685761" cy="608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Expansion Permutation</a:t>
              </a:r>
              <a:endParaRPr lang="zh-CN" altLang="en-US" sz="140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72E6D65-DD3D-357B-F61D-765760FF38E4}"/>
              </a:ext>
            </a:extLst>
          </p:cNvPr>
          <p:cNvGrpSpPr/>
          <p:nvPr/>
        </p:nvGrpSpPr>
        <p:grpSpPr>
          <a:xfrm>
            <a:off x="6522000" y="2330469"/>
            <a:ext cx="925453" cy="431124"/>
            <a:chOff x="5546354" y="2822339"/>
            <a:chExt cx="468791" cy="50107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68A0362-DCED-5F77-3F4F-BDAB1F3CD06A}"/>
                </a:ext>
              </a:extLst>
            </p:cNvPr>
            <p:cNvSpPr/>
            <p:nvPr/>
          </p:nvSpPr>
          <p:spPr>
            <a:xfrm>
              <a:off x="5546354" y="2822339"/>
              <a:ext cx="468788" cy="501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1356620-54B5-0E13-33C6-B6BE7A346E5C}"/>
                </a:ext>
              </a:extLst>
            </p:cNvPr>
            <p:cNvSpPr txBox="1"/>
            <p:nvPr/>
          </p:nvSpPr>
          <p:spPr>
            <a:xfrm>
              <a:off x="5546357" y="2858248"/>
              <a:ext cx="468788" cy="429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XOR</a:t>
              </a:r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316B506-CB5E-7EC6-3BE7-01C87E4BAF7C}"/>
              </a:ext>
            </a:extLst>
          </p:cNvPr>
          <p:cNvGrpSpPr/>
          <p:nvPr/>
        </p:nvGrpSpPr>
        <p:grpSpPr>
          <a:xfrm>
            <a:off x="6262078" y="3175266"/>
            <a:ext cx="1445298" cy="523219"/>
            <a:chOff x="5431295" y="2781986"/>
            <a:chExt cx="732120" cy="60811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AAD97E1-1E79-0217-614B-24923DC1A8C0}"/>
                </a:ext>
              </a:extLst>
            </p:cNvPr>
            <p:cNvSpPr/>
            <p:nvPr/>
          </p:nvSpPr>
          <p:spPr>
            <a:xfrm>
              <a:off x="5431295" y="2781986"/>
              <a:ext cx="732120" cy="597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0F7D8AF-A2A5-60AB-D97E-05BC7B86DEC1}"/>
                </a:ext>
              </a:extLst>
            </p:cNvPr>
            <p:cNvSpPr txBox="1"/>
            <p:nvPr/>
          </p:nvSpPr>
          <p:spPr>
            <a:xfrm>
              <a:off x="5431295" y="2781986"/>
              <a:ext cx="732120" cy="608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S-Box Substitution</a:t>
              </a:r>
              <a:endParaRPr lang="zh-CN" altLang="en-US" sz="140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6E141F7-F67D-7927-626C-0A75435F89DE}"/>
              </a:ext>
            </a:extLst>
          </p:cNvPr>
          <p:cNvGrpSpPr/>
          <p:nvPr/>
        </p:nvGrpSpPr>
        <p:grpSpPr>
          <a:xfrm>
            <a:off x="6262078" y="4092916"/>
            <a:ext cx="1445298" cy="514063"/>
            <a:chOff x="5431295" y="2781986"/>
            <a:chExt cx="732120" cy="59746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DFF7BCE-F997-4BA6-F9EE-80B27A7B3957}"/>
                </a:ext>
              </a:extLst>
            </p:cNvPr>
            <p:cNvSpPr/>
            <p:nvPr/>
          </p:nvSpPr>
          <p:spPr>
            <a:xfrm>
              <a:off x="5431295" y="2781986"/>
              <a:ext cx="732120" cy="5974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C4E309A-AD0E-5178-D5A8-4052C93366C0}"/>
                </a:ext>
              </a:extLst>
            </p:cNvPr>
            <p:cNvSpPr txBox="1"/>
            <p:nvPr/>
          </p:nvSpPr>
          <p:spPr>
            <a:xfrm>
              <a:off x="5431295" y="2889832"/>
              <a:ext cx="732120" cy="393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/>
                <a:t>Permutation</a:t>
              </a:r>
              <a:endParaRPr lang="zh-CN" altLang="en-US" sz="160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9958A52-F158-1C84-8332-BC3B01344168}"/>
              </a:ext>
            </a:extLst>
          </p:cNvPr>
          <p:cNvGrpSpPr/>
          <p:nvPr/>
        </p:nvGrpSpPr>
        <p:grpSpPr>
          <a:xfrm>
            <a:off x="8076097" y="2330469"/>
            <a:ext cx="1270535" cy="429214"/>
            <a:chOff x="6144623" y="2765307"/>
            <a:chExt cx="1394512" cy="399835"/>
          </a:xfrm>
        </p:grpSpPr>
        <p:sp>
          <p:nvSpPr>
            <p:cNvPr id="21" name="流程图: 数据 20">
              <a:extLst>
                <a:ext uri="{FF2B5EF4-FFF2-40B4-BE49-F238E27FC236}">
                  <a16:creationId xmlns:a16="http://schemas.microsoft.com/office/drawing/2014/main" id="{AAD55967-E64D-8275-7BD7-98FF8F1BD865}"/>
                </a:ext>
              </a:extLst>
            </p:cNvPr>
            <p:cNvSpPr/>
            <p:nvPr/>
          </p:nvSpPr>
          <p:spPr>
            <a:xfrm>
              <a:off x="6144623" y="2765307"/>
              <a:ext cx="1394512" cy="399835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9DAD954-AF40-EA9E-82A3-EF8DFC522F81}"/>
                    </a:ext>
                  </a:extLst>
                </p:cNvPr>
                <p:cNvSpPr txBox="1"/>
                <p:nvPr/>
              </p:nvSpPr>
              <p:spPr>
                <a:xfrm>
                  <a:off x="6210747" y="2821869"/>
                  <a:ext cx="1262263" cy="2867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RK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9DAD954-AF40-EA9E-82A3-EF8DFC522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747" y="2821869"/>
                  <a:ext cx="1262263" cy="2867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7E2B724-5C9E-EE12-BEB3-C56304C94A37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6984724" y="1916796"/>
            <a:ext cx="8" cy="41367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0542AB1-97FF-9565-B307-CAF7F28F006D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6984724" y="2761593"/>
            <a:ext cx="3" cy="41367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E094E2C-83D0-F5FB-9621-A162686CF2D8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6984727" y="3698485"/>
            <a:ext cx="0" cy="3944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F401E0D-DF86-5A6B-9080-F6E8FA1F8453}"/>
                  </a:ext>
                </a:extLst>
              </p:cNvPr>
              <p:cNvSpPr txBox="1"/>
              <p:nvPr/>
            </p:nvSpPr>
            <p:spPr>
              <a:xfrm>
                <a:off x="6984727" y="3689329"/>
                <a:ext cx="7518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F401E0D-DF86-5A6B-9080-F6E8FA1F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727" y="3689329"/>
                <a:ext cx="75182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3668ACAB-4C68-4F19-8DB5-7AF4575E6EF1}"/>
              </a:ext>
            </a:extLst>
          </p:cNvPr>
          <p:cNvGrpSpPr/>
          <p:nvPr/>
        </p:nvGrpSpPr>
        <p:grpSpPr>
          <a:xfrm>
            <a:off x="6529334" y="5033847"/>
            <a:ext cx="925453" cy="431124"/>
            <a:chOff x="5546354" y="2822339"/>
            <a:chExt cx="468791" cy="501073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A2361BB-7FA0-6473-FB95-5CE8984A506A}"/>
                </a:ext>
              </a:extLst>
            </p:cNvPr>
            <p:cNvSpPr/>
            <p:nvPr/>
          </p:nvSpPr>
          <p:spPr>
            <a:xfrm>
              <a:off x="5546354" y="2822339"/>
              <a:ext cx="468788" cy="5010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2BBA857-5CFC-EF3F-DC92-87219030CF83}"/>
                </a:ext>
              </a:extLst>
            </p:cNvPr>
            <p:cNvSpPr txBox="1"/>
            <p:nvPr/>
          </p:nvSpPr>
          <p:spPr>
            <a:xfrm>
              <a:off x="5546357" y="2858248"/>
              <a:ext cx="468788" cy="429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XOR</a:t>
              </a:r>
              <a:endParaRPr lang="zh-CN" altLang="en-US"/>
            </a:p>
          </p:txBody>
        </p:sp>
      </p:grp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31E1052-E0CA-E8E6-6C95-4633A12A7945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6992058" y="4620174"/>
            <a:ext cx="8" cy="41367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675741C-06DA-0267-E107-F2B2B5741020}"/>
              </a:ext>
            </a:extLst>
          </p:cNvPr>
          <p:cNvGrpSpPr/>
          <p:nvPr/>
        </p:nvGrpSpPr>
        <p:grpSpPr>
          <a:xfrm>
            <a:off x="4629662" y="5949612"/>
            <a:ext cx="1515227" cy="429214"/>
            <a:chOff x="6012374" y="2765307"/>
            <a:chExt cx="1515227" cy="429214"/>
          </a:xfrm>
        </p:grpSpPr>
        <p:sp>
          <p:nvSpPr>
            <p:cNvPr id="52" name="流程图: 数据 51">
              <a:extLst>
                <a:ext uri="{FF2B5EF4-FFF2-40B4-BE49-F238E27FC236}">
                  <a16:creationId xmlns:a16="http://schemas.microsoft.com/office/drawing/2014/main" id="{A7FB299F-6E0A-3813-9A20-8E695745A79F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C468610-CF6D-DEA3-53F9-F80195EBF28A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084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C468610-CF6D-DEA3-53F9-F80195EBF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0848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CE3CA6B3-BB96-C8A7-EE73-14AABD80BD89}"/>
              </a:ext>
            </a:extLst>
          </p:cNvPr>
          <p:cNvGrpSpPr/>
          <p:nvPr/>
        </p:nvGrpSpPr>
        <p:grpSpPr>
          <a:xfrm>
            <a:off x="6234443" y="5932222"/>
            <a:ext cx="1515227" cy="429214"/>
            <a:chOff x="6012374" y="2765307"/>
            <a:chExt cx="1515227" cy="429214"/>
          </a:xfrm>
        </p:grpSpPr>
        <p:sp>
          <p:nvSpPr>
            <p:cNvPr id="58" name="流程图: 数据 57">
              <a:extLst>
                <a:ext uri="{FF2B5EF4-FFF2-40B4-BE49-F238E27FC236}">
                  <a16:creationId xmlns:a16="http://schemas.microsoft.com/office/drawing/2014/main" id="{8B7D9706-5728-B829-E216-98AA9C54AE4D}"/>
                </a:ext>
              </a:extLst>
            </p:cNvPr>
            <p:cNvSpPr/>
            <p:nvPr/>
          </p:nvSpPr>
          <p:spPr>
            <a:xfrm>
              <a:off x="6012374" y="2765307"/>
              <a:ext cx="1515227" cy="429214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62BB316-358D-1353-0EB4-ECF7FFF2CAED}"/>
                    </a:ext>
                  </a:extLst>
                </p:cNvPr>
                <p:cNvSpPr txBox="1"/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40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62BB316-358D-1353-0EB4-ECF7FFF2C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623" y="2819198"/>
                  <a:ext cx="1262263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65C219C6-8144-F4A5-41B7-0A574EB936B5}"/>
              </a:ext>
            </a:extLst>
          </p:cNvPr>
          <p:cNvCxnSpPr>
            <a:cxnSpLocks/>
            <a:stCxn id="3" idx="3"/>
            <a:endCxn id="48" idx="1"/>
          </p:cNvCxnSpPr>
          <p:nvPr/>
        </p:nvCxnSpPr>
        <p:spPr>
          <a:xfrm rot="16200000" flipH="1">
            <a:off x="3648803" y="2368873"/>
            <a:ext cx="4439612" cy="132146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58B6D12-F8CE-2D35-F59C-5C552FEE1D7A}"/>
              </a:ext>
            </a:extLst>
          </p:cNvPr>
          <p:cNvCxnSpPr>
            <a:cxnSpLocks/>
            <a:stCxn id="47" idx="2"/>
            <a:endCxn id="58" idx="1"/>
          </p:cNvCxnSpPr>
          <p:nvPr/>
        </p:nvCxnSpPr>
        <p:spPr>
          <a:xfrm flipH="1">
            <a:off x="6992057" y="5464971"/>
            <a:ext cx="1" cy="467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B1068A56-4CFF-DB9D-A973-062C499DB8CC}"/>
              </a:ext>
            </a:extLst>
          </p:cNvPr>
          <p:cNvCxnSpPr>
            <a:cxnSpLocks/>
          </p:cNvCxnSpPr>
          <p:nvPr/>
        </p:nvCxnSpPr>
        <p:spPr>
          <a:xfrm>
            <a:off x="6984723" y="2761593"/>
            <a:ext cx="3" cy="41367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AFDDC8B-352E-176C-E98F-250F81B06A88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7447453" y="2546032"/>
            <a:ext cx="72922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476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/>
              <p:nvPr/>
            </p:nvSpPr>
            <p:spPr>
              <a:xfrm>
                <a:off x="3896348" y="5601317"/>
                <a:ext cx="1951316" cy="555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代换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置换网络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𝑆𝑃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结构</m:t>
                      </m:r>
                    </m:oMath>
                  </m:oMathPara>
                </a14:m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0224D6F-C94E-438C-BF8C-823F68E8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348" y="5601317"/>
                <a:ext cx="1951316" cy="555217"/>
              </a:xfrm>
              <a:prstGeom prst="rect">
                <a:avLst/>
              </a:prstGeom>
              <a:blipFill>
                <a:blip r:embed="rId2"/>
                <a:stretch>
                  <a:fillRect l="-1563" t="-3297"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1CA14D2-B44C-4A1C-A3FB-7D0DC5A681B2}"/>
                  </a:ext>
                </a:extLst>
              </p:cNvPr>
              <p:cNvSpPr txBox="1"/>
              <p:nvPr/>
            </p:nvSpPr>
            <p:spPr>
              <a:xfrm>
                <a:off x="3159776" y="581614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1CA14D2-B44C-4A1C-A3FB-7D0DC5A6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776" y="581614"/>
                <a:ext cx="526741" cy="370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5A1980E6-D613-5B0B-FE31-40E0E17880EE}"/>
              </a:ext>
            </a:extLst>
          </p:cNvPr>
          <p:cNvGrpSpPr/>
          <p:nvPr/>
        </p:nvGrpSpPr>
        <p:grpSpPr>
          <a:xfrm>
            <a:off x="3134153" y="2252959"/>
            <a:ext cx="959095" cy="551733"/>
            <a:chOff x="5366327" y="2689119"/>
            <a:chExt cx="855844" cy="555087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D9C99AD-918C-1546-6843-F6D58CC0CD0E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3CE4815-3893-AF86-2ECD-5C4619CDF19B}"/>
                    </a:ext>
                  </a:extLst>
                </p:cNvPr>
                <p:cNvSpPr txBox="1"/>
                <p:nvPr/>
              </p:nvSpPr>
              <p:spPr>
                <a:xfrm>
                  <a:off x="5599266" y="2761282"/>
                  <a:ext cx="519923" cy="4036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3CE4815-3893-AF86-2ECD-5C4619CDF1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266" y="2761282"/>
                  <a:ext cx="519923" cy="40363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75EECFF-D46C-0D36-5366-CF0A54D7F9C5}"/>
              </a:ext>
            </a:extLst>
          </p:cNvPr>
          <p:cNvGrpSpPr/>
          <p:nvPr/>
        </p:nvGrpSpPr>
        <p:grpSpPr>
          <a:xfrm>
            <a:off x="3134152" y="3453652"/>
            <a:ext cx="959095" cy="551733"/>
            <a:chOff x="5366327" y="2689119"/>
            <a:chExt cx="855844" cy="555087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79F57C4-8444-1DC9-7EB0-212B2112528E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DAF627F-5CF0-7905-247D-D92B77CF00F7}"/>
                    </a:ext>
                  </a:extLst>
                </p:cNvPr>
                <p:cNvSpPr txBox="1"/>
                <p:nvPr/>
              </p:nvSpPr>
              <p:spPr>
                <a:xfrm>
                  <a:off x="5599266" y="2761282"/>
                  <a:ext cx="519923" cy="4036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DAF627F-5CF0-7905-247D-D92B77CF0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266" y="2761282"/>
                  <a:ext cx="519923" cy="40363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0912CC8-4390-A57F-A801-C07855790DA7}"/>
              </a:ext>
            </a:extLst>
          </p:cNvPr>
          <p:cNvCxnSpPr>
            <a:cxnSpLocks/>
          </p:cNvCxnSpPr>
          <p:nvPr/>
        </p:nvCxnSpPr>
        <p:spPr>
          <a:xfrm>
            <a:off x="3622088" y="1603999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616B790-E515-3530-B868-B1024A697779}"/>
              </a:ext>
            </a:extLst>
          </p:cNvPr>
          <p:cNvCxnSpPr>
            <a:cxnSpLocks/>
          </p:cNvCxnSpPr>
          <p:nvPr/>
        </p:nvCxnSpPr>
        <p:spPr>
          <a:xfrm>
            <a:off x="3613700" y="2804692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F81E77D-D98E-23C4-89CF-BA6C8E9135E8}"/>
              </a:ext>
            </a:extLst>
          </p:cNvPr>
          <p:cNvCxnSpPr>
            <a:cxnSpLocks/>
          </p:cNvCxnSpPr>
          <p:nvPr/>
        </p:nvCxnSpPr>
        <p:spPr>
          <a:xfrm>
            <a:off x="3639888" y="394122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FE7108D-959D-155E-E567-5D006ECD2949}"/>
                  </a:ext>
                </a:extLst>
              </p:cNvPr>
              <p:cNvSpPr txBox="1"/>
              <p:nvPr/>
            </p:nvSpPr>
            <p:spPr>
              <a:xfrm>
                <a:off x="3059330" y="4193330"/>
                <a:ext cx="52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FE7108D-959D-155E-E567-5D006ECD2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330" y="4193330"/>
                <a:ext cx="526741" cy="369332"/>
              </a:xfrm>
              <a:prstGeom prst="rect">
                <a:avLst/>
              </a:prstGeom>
              <a:blipFill>
                <a:blip r:embed="rId6"/>
                <a:stretch>
                  <a:fillRect r="-8140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组合 91">
            <a:extLst>
              <a:ext uri="{FF2B5EF4-FFF2-40B4-BE49-F238E27FC236}">
                <a16:creationId xmlns:a16="http://schemas.microsoft.com/office/drawing/2014/main" id="{4BA38A5C-3F1B-9C9F-2ABA-A582530C6074}"/>
              </a:ext>
            </a:extLst>
          </p:cNvPr>
          <p:cNvGrpSpPr/>
          <p:nvPr/>
        </p:nvGrpSpPr>
        <p:grpSpPr>
          <a:xfrm>
            <a:off x="2219912" y="1052266"/>
            <a:ext cx="1879727" cy="656984"/>
            <a:chOff x="2164924" y="1962859"/>
            <a:chExt cx="1879727" cy="656984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164A026-C491-8D04-0C03-2069499589F6}"/>
                </a:ext>
              </a:extLst>
            </p:cNvPr>
            <p:cNvGrpSpPr/>
            <p:nvPr/>
          </p:nvGrpSpPr>
          <p:grpSpPr>
            <a:xfrm>
              <a:off x="3085556" y="1962859"/>
              <a:ext cx="959095" cy="551733"/>
              <a:chOff x="5366327" y="2689119"/>
              <a:chExt cx="855844" cy="555087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A4CB4D-8B2E-64EC-0685-6E7C14B66213}"/>
                  </a:ext>
                </a:extLst>
              </p:cNvPr>
              <p:cNvSpPr/>
              <p:nvPr/>
            </p:nvSpPr>
            <p:spPr>
              <a:xfrm>
                <a:off x="5366327" y="2689119"/>
                <a:ext cx="855844" cy="5550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955EB65E-B39E-5556-5D43-7042FB4BFA80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955EB65E-B39E-5556-5D43-7042FB4BFA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25"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FF7B305-F257-D2F9-906C-B964C911A60D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2308344" y="2238726"/>
              <a:ext cx="7772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17DE481-954D-5220-FA0A-46214A56B39C}"/>
                    </a:ext>
                  </a:extLst>
                </p:cNvPr>
                <p:cNvSpPr txBox="1"/>
                <p:nvPr/>
              </p:nvSpPr>
              <p:spPr>
                <a:xfrm>
                  <a:off x="2164924" y="2249549"/>
                  <a:ext cx="52674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17DE481-954D-5220-FA0A-46214A56B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924" y="2249549"/>
                  <a:ext cx="526741" cy="370294"/>
                </a:xfrm>
                <a:prstGeom prst="rect">
                  <a:avLst/>
                </a:prstGeom>
                <a:blipFill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BA12F67-0E27-F0ED-B2F9-D70BEABC83D4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3613699" y="4005385"/>
            <a:ext cx="1" cy="6503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40A414D-A02D-6618-5792-DC9195CB7FC4}"/>
                  </a:ext>
                </a:extLst>
              </p:cNvPr>
              <p:cNvSpPr txBox="1"/>
              <p:nvPr/>
            </p:nvSpPr>
            <p:spPr>
              <a:xfrm>
                <a:off x="5812020" y="1812239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40A414D-A02D-6618-5792-DC9195CB7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020" y="1812239"/>
                <a:ext cx="526741" cy="370294"/>
              </a:xfrm>
              <a:prstGeom prst="rect">
                <a:avLst/>
              </a:prstGeom>
              <a:blipFill>
                <a:blip r:embed="rId9"/>
                <a:stretch>
                  <a:fillRect r="-8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0800615A-200A-60BC-3DDF-32FF76E96B67}"/>
              </a:ext>
            </a:extLst>
          </p:cNvPr>
          <p:cNvGrpSpPr/>
          <p:nvPr/>
        </p:nvGrpSpPr>
        <p:grpSpPr>
          <a:xfrm>
            <a:off x="5893712" y="2275106"/>
            <a:ext cx="959095" cy="551733"/>
            <a:chOff x="5366327" y="2689119"/>
            <a:chExt cx="855844" cy="555087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8D82A757-9F0C-E455-5791-7696ED4A774E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7C4B5C-ADD9-4C11-26A6-E321F0BCF391}"/>
                    </a:ext>
                  </a:extLst>
                </p:cNvPr>
                <p:cNvSpPr txBox="1"/>
                <p:nvPr/>
              </p:nvSpPr>
              <p:spPr>
                <a:xfrm>
                  <a:off x="5606751" y="2761282"/>
                  <a:ext cx="519923" cy="40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7C4B5C-ADD9-4C11-26A6-E321F0BC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751" y="2761282"/>
                  <a:ext cx="519923" cy="402542"/>
                </a:xfrm>
                <a:prstGeom prst="rect">
                  <a:avLst/>
                </a:prstGeom>
                <a:blipFill>
                  <a:blip r:embed="rId10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97004E2-2C5B-CEA2-A79B-97F8BA339C5B}"/>
              </a:ext>
            </a:extLst>
          </p:cNvPr>
          <p:cNvGrpSpPr/>
          <p:nvPr/>
        </p:nvGrpSpPr>
        <p:grpSpPr>
          <a:xfrm>
            <a:off x="5893711" y="3475799"/>
            <a:ext cx="959095" cy="551733"/>
            <a:chOff x="5366327" y="2689119"/>
            <a:chExt cx="855844" cy="555087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978E9FBD-99C6-0153-4CF8-0E2266B85720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918DF4E-0325-C49F-EF0F-7C4E679C06E8}"/>
                    </a:ext>
                  </a:extLst>
                </p:cNvPr>
                <p:cNvSpPr txBox="1"/>
                <p:nvPr/>
              </p:nvSpPr>
              <p:spPr>
                <a:xfrm>
                  <a:off x="5606752" y="2784800"/>
                  <a:ext cx="519923" cy="40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918DF4E-0325-C49F-EF0F-7C4E679C0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752" y="2784800"/>
                  <a:ext cx="519923" cy="402542"/>
                </a:xfrm>
                <a:prstGeom prst="rect">
                  <a:avLst/>
                </a:prstGeom>
                <a:blipFill>
                  <a:blip r:embed="rId11"/>
                  <a:stretch>
                    <a:fillRect l="-114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9DA86AD2-AFE4-15A5-5923-E28E28544E66}"/>
              </a:ext>
            </a:extLst>
          </p:cNvPr>
          <p:cNvCxnSpPr>
            <a:cxnSpLocks/>
          </p:cNvCxnSpPr>
          <p:nvPr/>
        </p:nvCxnSpPr>
        <p:spPr>
          <a:xfrm>
            <a:off x="6373259" y="2826839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770D0575-B01A-E35B-CE72-47C9B4381B39}"/>
              </a:ext>
            </a:extLst>
          </p:cNvPr>
          <p:cNvCxnSpPr>
            <a:cxnSpLocks/>
          </p:cNvCxnSpPr>
          <p:nvPr/>
        </p:nvCxnSpPr>
        <p:spPr>
          <a:xfrm>
            <a:off x="6388773" y="1616962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A26BB76-519B-3E10-46CA-24DD7A0ED679}"/>
                  </a:ext>
                </a:extLst>
              </p:cNvPr>
              <p:cNvSpPr txBox="1"/>
              <p:nvPr/>
            </p:nvSpPr>
            <p:spPr>
              <a:xfrm>
                <a:off x="5874146" y="5416170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A26BB76-519B-3E10-46CA-24DD7A0ED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146" y="5416170"/>
                <a:ext cx="526741" cy="3702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1B031ACC-E252-2B4D-73C9-7CCBC511508B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6373258" y="4027532"/>
            <a:ext cx="1" cy="6503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3A203B1-F9DD-DEEE-8A27-7236315CD982}"/>
              </a:ext>
            </a:extLst>
          </p:cNvPr>
          <p:cNvGrpSpPr/>
          <p:nvPr/>
        </p:nvGrpSpPr>
        <p:grpSpPr>
          <a:xfrm>
            <a:off x="4973078" y="4679290"/>
            <a:ext cx="1879728" cy="656984"/>
            <a:chOff x="5069400" y="1962859"/>
            <a:chExt cx="1879728" cy="65698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C2FEEB28-A4DE-B98E-F68F-A92146B23375}"/>
                </a:ext>
              </a:extLst>
            </p:cNvPr>
            <p:cNvGrpSpPr/>
            <p:nvPr/>
          </p:nvGrpSpPr>
          <p:grpSpPr>
            <a:xfrm>
              <a:off x="5990033" y="1962859"/>
              <a:ext cx="959095" cy="551733"/>
              <a:chOff x="5366327" y="2689119"/>
              <a:chExt cx="855844" cy="555087"/>
            </a:xfrm>
          </p:grpSpPr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5323A719-A1C4-87AC-1FC2-B4405A0EB9AB}"/>
                  </a:ext>
                </a:extLst>
              </p:cNvPr>
              <p:cNvSpPr/>
              <p:nvPr/>
            </p:nvSpPr>
            <p:spPr>
              <a:xfrm>
                <a:off x="5366327" y="2689119"/>
                <a:ext cx="855844" cy="5550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3D2B382F-A21F-C378-9659-BE297D1DAC97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3D2B382F-A21F-C378-9659-BE297D1DAC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158"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25D3AF53-C77D-EB0A-ECF5-531B7F24CE34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5212821" y="2238726"/>
              <a:ext cx="7772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2712003-5EB7-2EE7-4009-3F41A9EA81C2}"/>
                    </a:ext>
                  </a:extLst>
                </p:cNvPr>
                <p:cNvSpPr txBox="1"/>
                <p:nvPr/>
              </p:nvSpPr>
              <p:spPr>
                <a:xfrm>
                  <a:off x="5069400" y="2249549"/>
                  <a:ext cx="52674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2712003-5EB7-2EE7-4009-3F41A9EA8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9400" y="2249549"/>
                  <a:ext cx="526741" cy="370294"/>
                </a:xfrm>
                <a:prstGeom prst="rect">
                  <a:avLst/>
                </a:prstGeom>
                <a:blipFill>
                  <a:blip r:embed="rId14"/>
                  <a:stretch>
                    <a:fillRect r="-11628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84656958-5DCE-198E-C552-156385593C9E}"/>
              </a:ext>
            </a:extLst>
          </p:cNvPr>
          <p:cNvCxnSpPr>
            <a:cxnSpLocks/>
          </p:cNvCxnSpPr>
          <p:nvPr/>
        </p:nvCxnSpPr>
        <p:spPr>
          <a:xfrm>
            <a:off x="6373258" y="5231023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78B360BA-5718-C5F2-8503-03A55B6E04EF}"/>
              </a:ext>
            </a:extLst>
          </p:cNvPr>
          <p:cNvGrpSpPr/>
          <p:nvPr/>
        </p:nvGrpSpPr>
        <p:grpSpPr>
          <a:xfrm>
            <a:off x="2194288" y="4649727"/>
            <a:ext cx="1879727" cy="656984"/>
            <a:chOff x="2164924" y="1962859"/>
            <a:chExt cx="1879727" cy="656984"/>
          </a:xfrm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3DE64BD6-19B1-4B2D-AED1-289811390C3D}"/>
                </a:ext>
              </a:extLst>
            </p:cNvPr>
            <p:cNvGrpSpPr/>
            <p:nvPr/>
          </p:nvGrpSpPr>
          <p:grpSpPr>
            <a:xfrm>
              <a:off x="3085556" y="1962859"/>
              <a:ext cx="959095" cy="551733"/>
              <a:chOff x="5366327" y="2689119"/>
              <a:chExt cx="855844" cy="555087"/>
            </a:xfrm>
          </p:grpSpPr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D7ABAB54-D755-8749-740C-BA0D1580A692}"/>
                  </a:ext>
                </a:extLst>
              </p:cNvPr>
              <p:cNvSpPr/>
              <p:nvPr/>
            </p:nvSpPr>
            <p:spPr>
              <a:xfrm>
                <a:off x="5366327" y="2689119"/>
                <a:ext cx="855844" cy="5550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AE27FB46-6014-D671-FEA1-2939CEE808D2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AE27FB46-6014-D671-FEA1-2939CEE808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158"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CECAF9AB-D173-FD65-1806-F166A77EA858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2308344" y="2238726"/>
              <a:ext cx="7772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2E25FB4D-6710-38FE-0670-9AD36F1FF128}"/>
                    </a:ext>
                  </a:extLst>
                </p:cNvPr>
                <p:cNvSpPr txBox="1"/>
                <p:nvPr/>
              </p:nvSpPr>
              <p:spPr>
                <a:xfrm>
                  <a:off x="2164924" y="2249549"/>
                  <a:ext cx="52674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2E25FB4D-6710-38FE-0670-9AD36F1FF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924" y="2249549"/>
                  <a:ext cx="526741" cy="370294"/>
                </a:xfrm>
                <a:prstGeom prst="rect">
                  <a:avLst/>
                </a:prstGeom>
                <a:blipFill>
                  <a:blip r:embed="rId16"/>
                  <a:stretch>
                    <a:fillRect r="-116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805CC1-40BB-5585-158E-D2D96CB7A9F5}"/>
              </a:ext>
            </a:extLst>
          </p:cNvPr>
          <p:cNvGrpSpPr/>
          <p:nvPr/>
        </p:nvGrpSpPr>
        <p:grpSpPr>
          <a:xfrm>
            <a:off x="4973078" y="1051426"/>
            <a:ext cx="1879728" cy="656984"/>
            <a:chOff x="5069400" y="1962859"/>
            <a:chExt cx="1879728" cy="656984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4BAED84B-99C2-CC90-0FA0-35593F552007}"/>
                </a:ext>
              </a:extLst>
            </p:cNvPr>
            <p:cNvGrpSpPr/>
            <p:nvPr/>
          </p:nvGrpSpPr>
          <p:grpSpPr>
            <a:xfrm>
              <a:off x="5990033" y="1962859"/>
              <a:ext cx="959095" cy="551733"/>
              <a:chOff x="5366327" y="2689119"/>
              <a:chExt cx="855844" cy="555087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9580EEF5-6A2E-D044-454B-B5811523D4E5}"/>
                  </a:ext>
                </a:extLst>
              </p:cNvPr>
              <p:cNvSpPr/>
              <p:nvPr/>
            </p:nvSpPr>
            <p:spPr>
              <a:xfrm>
                <a:off x="5366327" y="2689119"/>
                <a:ext cx="855844" cy="5550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9655327-37BC-7C30-54B9-8C943D273460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9655327-37BC-7C30-54B9-8C943D2734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3158"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4A3A4FF0-11AD-24E0-3F84-30D932E29720}"/>
                </a:ext>
              </a:extLst>
            </p:cNvPr>
            <p:cNvCxnSpPr>
              <a:cxnSpLocks/>
              <a:endCxn id="104" idx="1"/>
            </p:cNvCxnSpPr>
            <p:nvPr/>
          </p:nvCxnSpPr>
          <p:spPr>
            <a:xfrm>
              <a:off x="5212821" y="2238726"/>
              <a:ext cx="7772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2D4A4F75-C32F-CC5C-CE60-C62D6B1BB3EF}"/>
                    </a:ext>
                  </a:extLst>
                </p:cNvPr>
                <p:cNvSpPr txBox="1"/>
                <p:nvPr/>
              </p:nvSpPr>
              <p:spPr>
                <a:xfrm>
                  <a:off x="5069400" y="2249549"/>
                  <a:ext cx="52674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2D4A4F75-C32F-CC5C-CE60-C62D6B1BB3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9400" y="2249549"/>
                  <a:ext cx="526741" cy="370294"/>
                </a:xfrm>
                <a:prstGeom prst="rect">
                  <a:avLst/>
                </a:prstGeom>
                <a:blipFill>
                  <a:blip r:embed="rId1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" name="箭头: 右 105">
            <a:extLst>
              <a:ext uri="{FF2B5EF4-FFF2-40B4-BE49-F238E27FC236}">
                <a16:creationId xmlns:a16="http://schemas.microsoft.com/office/drawing/2014/main" id="{5DBCD7BC-2398-E4AB-9356-FB9420B5C4C3}"/>
              </a:ext>
            </a:extLst>
          </p:cNvPr>
          <p:cNvSpPr/>
          <p:nvPr/>
        </p:nvSpPr>
        <p:spPr>
          <a:xfrm>
            <a:off x="7430612" y="3121756"/>
            <a:ext cx="665823" cy="447817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CF82AFBD-E04F-1C98-03BD-71F60E1E1BC9}"/>
                  </a:ext>
                </a:extLst>
              </p:cNvPr>
              <p:cNvSpPr txBox="1"/>
              <p:nvPr/>
            </p:nvSpPr>
            <p:spPr>
              <a:xfrm>
                <a:off x="8769153" y="1807361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CF82AFBD-E04F-1C98-03BD-71F60E1E1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153" y="1807361"/>
                <a:ext cx="526741" cy="370294"/>
              </a:xfrm>
              <a:prstGeom prst="rect">
                <a:avLst/>
              </a:prstGeom>
              <a:blipFill>
                <a:blip r:embed="rId19"/>
                <a:stretch>
                  <a:fillRect r="-8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4CBAAD23-A25D-06CE-DBDD-32E6A7884CC8}"/>
              </a:ext>
            </a:extLst>
          </p:cNvPr>
          <p:cNvGrpSpPr/>
          <p:nvPr/>
        </p:nvGrpSpPr>
        <p:grpSpPr>
          <a:xfrm>
            <a:off x="9017009" y="1059940"/>
            <a:ext cx="959095" cy="551733"/>
            <a:chOff x="5366327" y="2689119"/>
            <a:chExt cx="855844" cy="555087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97B18C81-C246-1566-F327-C2EA62799533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BD8EC3DF-3719-C668-21CE-64FC5689EF24}"/>
                    </a:ext>
                  </a:extLst>
                </p:cNvPr>
                <p:cNvSpPr txBox="1"/>
                <p:nvPr/>
              </p:nvSpPr>
              <p:spPr>
                <a:xfrm>
                  <a:off x="5606751" y="2761282"/>
                  <a:ext cx="519923" cy="40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BD8EC3DF-3719-C668-21CE-64FC5689E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751" y="2761282"/>
                  <a:ext cx="519923" cy="402542"/>
                </a:xfrm>
                <a:prstGeom prst="rect">
                  <a:avLst/>
                </a:prstGeom>
                <a:blipFill>
                  <a:blip r:embed="rId20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66498A06-1765-A910-DCC0-A2963310064D}"/>
              </a:ext>
            </a:extLst>
          </p:cNvPr>
          <p:cNvGrpSpPr/>
          <p:nvPr/>
        </p:nvGrpSpPr>
        <p:grpSpPr>
          <a:xfrm>
            <a:off x="9017009" y="3477236"/>
            <a:ext cx="959095" cy="551733"/>
            <a:chOff x="5366327" y="2689119"/>
            <a:chExt cx="855844" cy="555087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2D5796F-3085-181B-3D0F-3ECF7E170FB0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D9952D87-FC26-F2CB-186B-218FABCD65AA}"/>
                    </a:ext>
                  </a:extLst>
                </p:cNvPr>
                <p:cNvSpPr txBox="1"/>
                <p:nvPr/>
              </p:nvSpPr>
              <p:spPr>
                <a:xfrm>
                  <a:off x="5606752" y="2784800"/>
                  <a:ext cx="519923" cy="40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D9952D87-FC26-F2CB-186B-218FABCD6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752" y="2784800"/>
                  <a:ext cx="519923" cy="402542"/>
                </a:xfrm>
                <a:prstGeom prst="rect">
                  <a:avLst/>
                </a:prstGeom>
                <a:blipFill>
                  <a:blip r:embed="rId21"/>
                  <a:stretch>
                    <a:fillRect l="-114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E87F86D8-3CB2-5414-C991-54CD411CD468}"/>
              </a:ext>
            </a:extLst>
          </p:cNvPr>
          <p:cNvCxnSpPr>
            <a:cxnSpLocks/>
          </p:cNvCxnSpPr>
          <p:nvPr/>
        </p:nvCxnSpPr>
        <p:spPr>
          <a:xfrm>
            <a:off x="9496557" y="2828276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6D26F8C5-3EDA-5874-C563-428D6FC9BFCD}"/>
              </a:ext>
            </a:extLst>
          </p:cNvPr>
          <p:cNvCxnSpPr>
            <a:cxnSpLocks/>
            <a:stCxn id="110" idx="2"/>
            <a:endCxn id="130" idx="0"/>
          </p:cNvCxnSpPr>
          <p:nvPr/>
        </p:nvCxnSpPr>
        <p:spPr>
          <a:xfrm>
            <a:off x="9496557" y="1611673"/>
            <a:ext cx="0" cy="6679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703C80E8-2017-DE6F-D18A-6F6EE0F8D397}"/>
                  </a:ext>
                </a:extLst>
              </p:cNvPr>
              <p:cNvSpPr txBox="1"/>
              <p:nvPr/>
            </p:nvSpPr>
            <p:spPr>
              <a:xfrm>
                <a:off x="8997444" y="5417607"/>
                <a:ext cx="52674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703C80E8-2017-DE6F-D18A-6F6EE0F8D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444" y="5417607"/>
                <a:ext cx="526741" cy="370294"/>
              </a:xfrm>
              <a:prstGeom prst="rect">
                <a:avLst/>
              </a:prstGeom>
              <a:blipFill>
                <a:blip r:embed="rId2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B7A1B659-68A2-F7D7-5E5E-5763330CEE68}"/>
              </a:ext>
            </a:extLst>
          </p:cNvPr>
          <p:cNvCxnSpPr>
            <a:cxnSpLocks/>
            <a:stCxn id="113" idx="2"/>
          </p:cNvCxnSpPr>
          <p:nvPr/>
        </p:nvCxnSpPr>
        <p:spPr>
          <a:xfrm flipH="1">
            <a:off x="9496556" y="4028969"/>
            <a:ext cx="1" cy="6503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DA59DBC9-82C4-06B3-FFAE-07E5FA1CA94C}"/>
              </a:ext>
            </a:extLst>
          </p:cNvPr>
          <p:cNvGrpSpPr/>
          <p:nvPr/>
        </p:nvGrpSpPr>
        <p:grpSpPr>
          <a:xfrm>
            <a:off x="7696880" y="5865436"/>
            <a:ext cx="2279223" cy="708926"/>
            <a:chOff x="4736488" y="1962859"/>
            <a:chExt cx="2212640" cy="643817"/>
          </a:xfrm>
        </p:grpSpPr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824F7F86-58B2-950B-457A-3E93FDC4A14B}"/>
                </a:ext>
              </a:extLst>
            </p:cNvPr>
            <p:cNvGrpSpPr/>
            <p:nvPr/>
          </p:nvGrpSpPr>
          <p:grpSpPr>
            <a:xfrm>
              <a:off x="5990033" y="1962859"/>
              <a:ext cx="959095" cy="551733"/>
              <a:chOff x="5366327" y="2689119"/>
              <a:chExt cx="855844" cy="555087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383F05F2-A294-4FC6-8AFB-E66F3B292B5E}"/>
                  </a:ext>
                </a:extLst>
              </p:cNvPr>
              <p:cNvSpPr/>
              <p:nvPr/>
            </p:nvSpPr>
            <p:spPr>
              <a:xfrm>
                <a:off x="5366327" y="2689119"/>
                <a:ext cx="855844" cy="5550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AA77F6C7-F098-B18D-A127-923FE1DCC8F1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AA77F6C7-F098-B18D-A127-923FE1DCC8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0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3FCCBC19-C472-5740-D9E8-634C18F1D556}"/>
                </a:ext>
              </a:extLst>
            </p:cNvPr>
            <p:cNvCxnSpPr>
              <a:cxnSpLocks/>
              <a:endCxn id="123" idx="1"/>
            </p:cNvCxnSpPr>
            <p:nvPr/>
          </p:nvCxnSpPr>
          <p:spPr>
            <a:xfrm>
              <a:off x="5212821" y="2238726"/>
              <a:ext cx="7772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632CCE86-8F63-088F-277E-8B8CD57DEEC9}"/>
                    </a:ext>
                  </a:extLst>
                </p:cNvPr>
                <p:cNvSpPr txBox="1"/>
                <p:nvPr/>
              </p:nvSpPr>
              <p:spPr>
                <a:xfrm>
                  <a:off x="4736488" y="2268122"/>
                  <a:ext cx="5267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632CCE86-8F63-088F-277E-8B8CD57DE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488" y="2268122"/>
                  <a:ext cx="526741" cy="338554"/>
                </a:xfrm>
                <a:prstGeom prst="rect">
                  <a:avLst/>
                </a:prstGeom>
                <a:blipFill>
                  <a:blip r:embed="rId24"/>
                  <a:stretch>
                    <a:fillRect r="-98876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FE6E118-4E4A-120E-737C-4BE16C85402A}"/>
              </a:ext>
            </a:extLst>
          </p:cNvPr>
          <p:cNvCxnSpPr>
            <a:cxnSpLocks/>
          </p:cNvCxnSpPr>
          <p:nvPr/>
        </p:nvCxnSpPr>
        <p:spPr>
          <a:xfrm>
            <a:off x="9496556" y="5232460"/>
            <a:ext cx="0" cy="648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2836CFB5-01DB-8AB6-106E-2665CE948D85}"/>
              </a:ext>
            </a:extLst>
          </p:cNvPr>
          <p:cNvGrpSpPr/>
          <p:nvPr/>
        </p:nvGrpSpPr>
        <p:grpSpPr>
          <a:xfrm>
            <a:off x="7976426" y="2279625"/>
            <a:ext cx="1999678" cy="636595"/>
            <a:chOff x="4949450" y="1962859"/>
            <a:chExt cx="1999678" cy="636595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58F30C3A-8417-8448-389F-14646DED9163}"/>
                </a:ext>
              </a:extLst>
            </p:cNvPr>
            <p:cNvGrpSpPr/>
            <p:nvPr/>
          </p:nvGrpSpPr>
          <p:grpSpPr>
            <a:xfrm>
              <a:off x="5990033" y="1962859"/>
              <a:ext cx="959095" cy="551733"/>
              <a:chOff x="5366327" y="2689119"/>
              <a:chExt cx="855844" cy="555087"/>
            </a:xfrm>
          </p:grpSpPr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7A432C31-BBBB-9C34-73F9-8022A0219AF2}"/>
                  </a:ext>
                </a:extLst>
              </p:cNvPr>
              <p:cNvSpPr/>
              <p:nvPr/>
            </p:nvSpPr>
            <p:spPr>
              <a:xfrm>
                <a:off x="5366327" y="2689119"/>
                <a:ext cx="855844" cy="5550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A1653686-24CB-DE75-3F77-FA2DD7200013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A1653686-24CB-DE75-3F77-FA2DD72000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266" y="2761282"/>
                    <a:ext cx="519923" cy="40254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3125"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56754AAA-1791-0705-8089-EBED223BBC11}"/>
                </a:ext>
              </a:extLst>
            </p:cNvPr>
            <p:cNvCxnSpPr>
              <a:cxnSpLocks/>
              <a:endCxn id="130" idx="1"/>
            </p:cNvCxnSpPr>
            <p:nvPr/>
          </p:nvCxnSpPr>
          <p:spPr>
            <a:xfrm>
              <a:off x="5212821" y="2238726"/>
              <a:ext cx="7772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8435565-5733-EF53-243E-D3E30BDF732C}"/>
                    </a:ext>
                  </a:extLst>
                </p:cNvPr>
                <p:cNvSpPr txBox="1"/>
                <p:nvPr/>
              </p:nvSpPr>
              <p:spPr>
                <a:xfrm>
                  <a:off x="4949450" y="2260900"/>
                  <a:ext cx="5267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8435565-5733-EF53-243E-D3E30BDF7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450" y="2260900"/>
                  <a:ext cx="526741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68966" b="-1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E487341C-C820-485E-05CA-184A208E7A1D}"/>
              </a:ext>
            </a:extLst>
          </p:cNvPr>
          <p:cNvGrpSpPr/>
          <p:nvPr/>
        </p:nvGrpSpPr>
        <p:grpSpPr>
          <a:xfrm>
            <a:off x="9017008" y="4667825"/>
            <a:ext cx="959095" cy="551733"/>
            <a:chOff x="5366327" y="2689119"/>
            <a:chExt cx="855844" cy="555087"/>
          </a:xfrm>
        </p:grpSpPr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B8C3B2C0-E852-F4C7-97D0-A165C0413413}"/>
                </a:ext>
              </a:extLst>
            </p:cNvPr>
            <p:cNvSpPr/>
            <p:nvPr/>
          </p:nvSpPr>
          <p:spPr>
            <a:xfrm>
              <a:off x="5366327" y="2689119"/>
              <a:ext cx="855844" cy="5550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792C293C-8869-C1E2-60E9-0ECC897A3971}"/>
                    </a:ext>
                  </a:extLst>
                </p:cNvPr>
                <p:cNvSpPr txBox="1"/>
                <p:nvPr/>
              </p:nvSpPr>
              <p:spPr>
                <a:xfrm>
                  <a:off x="5606751" y="2761282"/>
                  <a:ext cx="519923" cy="40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792C293C-8869-C1E2-60E9-0ECC897A3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751" y="2761282"/>
                  <a:ext cx="519923" cy="402542"/>
                </a:xfrm>
                <a:prstGeom prst="rect">
                  <a:avLst/>
                </a:prstGeom>
                <a:blipFill>
                  <a:blip r:embed="rId27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1294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C6DF8265-A5FC-C3F1-7847-2701CD9F8391}"/>
              </a:ext>
            </a:extLst>
          </p:cNvPr>
          <p:cNvGrpSpPr/>
          <p:nvPr/>
        </p:nvGrpSpPr>
        <p:grpSpPr>
          <a:xfrm>
            <a:off x="7920475" y="1155577"/>
            <a:ext cx="2529565" cy="720000"/>
            <a:chOff x="693938" y="878888"/>
            <a:chExt cx="2529565" cy="72000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D922908-2A95-E008-DDE1-8D47409DA7DF}"/>
                </a:ext>
              </a:extLst>
            </p:cNvPr>
            <p:cNvGrpSpPr/>
            <p:nvPr/>
          </p:nvGrpSpPr>
          <p:grpSpPr>
            <a:xfrm>
              <a:off x="2503503" y="878888"/>
              <a:ext cx="720000" cy="720000"/>
              <a:chOff x="4474346" y="878888"/>
              <a:chExt cx="720000" cy="72000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5A33FB2-9052-2919-4777-3D2E3713D1AC}"/>
                  </a:ext>
                </a:extLst>
              </p:cNvPr>
              <p:cNvSpPr/>
              <p:nvPr/>
            </p:nvSpPr>
            <p:spPr>
              <a:xfrm>
                <a:off x="4474346" y="878888"/>
                <a:ext cx="180000" cy="1800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649B1B8-30D5-CAA0-EBC3-B24FA5A112D8}"/>
                  </a:ext>
                </a:extLst>
              </p:cNvPr>
              <p:cNvSpPr/>
              <p:nvPr/>
            </p:nvSpPr>
            <p:spPr>
              <a:xfrm>
                <a:off x="4654346" y="87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D6041E2-5CC4-A6B3-5E58-32EE3CCA85B6}"/>
                  </a:ext>
                </a:extLst>
              </p:cNvPr>
              <p:cNvSpPr/>
              <p:nvPr/>
            </p:nvSpPr>
            <p:spPr>
              <a:xfrm>
                <a:off x="4834346" y="87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81BD052-E712-B77F-DCD2-8DDF9AADC4A4}"/>
                  </a:ext>
                </a:extLst>
              </p:cNvPr>
              <p:cNvSpPr/>
              <p:nvPr/>
            </p:nvSpPr>
            <p:spPr>
              <a:xfrm>
                <a:off x="5014346" y="87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BA0183D-971F-8751-C169-4AA9E172531E}"/>
                  </a:ext>
                </a:extLst>
              </p:cNvPr>
              <p:cNvSpPr/>
              <p:nvPr/>
            </p:nvSpPr>
            <p:spPr>
              <a:xfrm>
                <a:off x="447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AACDFC6-BE25-2D01-F240-AD1F33DE1782}"/>
                  </a:ext>
                </a:extLst>
              </p:cNvPr>
              <p:cNvSpPr/>
              <p:nvPr/>
            </p:nvSpPr>
            <p:spPr>
              <a:xfrm>
                <a:off x="465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792EBD5-496B-801E-4B6C-B4B2E195250D}"/>
                  </a:ext>
                </a:extLst>
              </p:cNvPr>
              <p:cNvSpPr/>
              <p:nvPr/>
            </p:nvSpPr>
            <p:spPr>
              <a:xfrm>
                <a:off x="483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0AE8804-F3FC-F264-DCE4-1BB77ED5D342}"/>
                  </a:ext>
                </a:extLst>
              </p:cNvPr>
              <p:cNvSpPr/>
              <p:nvPr/>
            </p:nvSpPr>
            <p:spPr>
              <a:xfrm>
                <a:off x="501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173E674-306F-8F23-106A-53A6919BA108}"/>
                  </a:ext>
                </a:extLst>
              </p:cNvPr>
              <p:cNvSpPr/>
              <p:nvPr/>
            </p:nvSpPr>
            <p:spPr>
              <a:xfrm>
                <a:off x="447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D4E4F32-1771-DB5B-8578-BB7E23964CF6}"/>
                  </a:ext>
                </a:extLst>
              </p:cNvPr>
              <p:cNvSpPr/>
              <p:nvPr/>
            </p:nvSpPr>
            <p:spPr>
              <a:xfrm>
                <a:off x="465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AAD7880-F71F-EB77-0404-D448F3754E1B}"/>
                  </a:ext>
                </a:extLst>
              </p:cNvPr>
              <p:cNvSpPr/>
              <p:nvPr/>
            </p:nvSpPr>
            <p:spPr>
              <a:xfrm>
                <a:off x="483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0D084B0-30B2-6D3D-10C8-E3C5755C03B4}"/>
                  </a:ext>
                </a:extLst>
              </p:cNvPr>
              <p:cNvSpPr/>
              <p:nvPr/>
            </p:nvSpPr>
            <p:spPr>
              <a:xfrm>
                <a:off x="501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5B942C4-9DF0-8D23-A640-F5E7D4FC67F9}"/>
                  </a:ext>
                </a:extLst>
              </p:cNvPr>
              <p:cNvSpPr/>
              <p:nvPr/>
            </p:nvSpPr>
            <p:spPr>
              <a:xfrm>
                <a:off x="447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7168857-1AF6-8C76-439D-C5C95F9B1C5B}"/>
                  </a:ext>
                </a:extLst>
              </p:cNvPr>
              <p:cNvSpPr/>
              <p:nvPr/>
            </p:nvSpPr>
            <p:spPr>
              <a:xfrm>
                <a:off x="465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431054A-4A96-7321-4F63-C44290F3ACA6}"/>
                  </a:ext>
                </a:extLst>
              </p:cNvPr>
              <p:cNvSpPr/>
              <p:nvPr/>
            </p:nvSpPr>
            <p:spPr>
              <a:xfrm>
                <a:off x="483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0F3A2D-A15E-7A91-316C-E4A24195CDB1}"/>
                  </a:ext>
                </a:extLst>
              </p:cNvPr>
              <p:cNvSpPr/>
              <p:nvPr/>
            </p:nvSpPr>
            <p:spPr>
              <a:xfrm>
                <a:off x="501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0047E47-7F3A-3C7F-6E9B-BF8088AFB5D4}"/>
                </a:ext>
              </a:extLst>
            </p:cNvPr>
            <p:cNvGrpSpPr/>
            <p:nvPr/>
          </p:nvGrpSpPr>
          <p:grpSpPr>
            <a:xfrm>
              <a:off x="693938" y="878888"/>
              <a:ext cx="720000" cy="720000"/>
              <a:chOff x="4474346" y="878888"/>
              <a:chExt cx="720000" cy="720000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F5153E8-D191-613F-95FD-5C0D70F4E878}"/>
                  </a:ext>
                </a:extLst>
              </p:cNvPr>
              <p:cNvSpPr/>
              <p:nvPr/>
            </p:nvSpPr>
            <p:spPr>
              <a:xfrm>
                <a:off x="4474346" y="878888"/>
                <a:ext cx="180000" cy="1800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BA615FEC-825B-FA52-7E88-4D97C119EAD5}"/>
                  </a:ext>
                </a:extLst>
              </p:cNvPr>
              <p:cNvSpPr/>
              <p:nvPr/>
            </p:nvSpPr>
            <p:spPr>
              <a:xfrm>
                <a:off x="4654346" y="87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CE6A4B3-3B26-9DA1-7AF1-6A772BB7D796}"/>
                  </a:ext>
                </a:extLst>
              </p:cNvPr>
              <p:cNvSpPr/>
              <p:nvPr/>
            </p:nvSpPr>
            <p:spPr>
              <a:xfrm>
                <a:off x="4834346" y="87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8639ECC-53BA-8F81-386E-18035CB5BE2F}"/>
                  </a:ext>
                </a:extLst>
              </p:cNvPr>
              <p:cNvSpPr/>
              <p:nvPr/>
            </p:nvSpPr>
            <p:spPr>
              <a:xfrm>
                <a:off x="5014346" y="87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33D240D6-E8C6-F37A-B147-14FA02F3826D}"/>
                  </a:ext>
                </a:extLst>
              </p:cNvPr>
              <p:cNvSpPr/>
              <p:nvPr/>
            </p:nvSpPr>
            <p:spPr>
              <a:xfrm>
                <a:off x="447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EEA52918-FE76-44EF-18D0-98EE99C3BCBE}"/>
                  </a:ext>
                </a:extLst>
              </p:cNvPr>
              <p:cNvSpPr/>
              <p:nvPr/>
            </p:nvSpPr>
            <p:spPr>
              <a:xfrm>
                <a:off x="465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733ADAD-45DD-9299-A629-D0B4ACF97778}"/>
                  </a:ext>
                </a:extLst>
              </p:cNvPr>
              <p:cNvSpPr/>
              <p:nvPr/>
            </p:nvSpPr>
            <p:spPr>
              <a:xfrm>
                <a:off x="483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DBBF3BC-19E6-E992-4B41-AE492211B0F2}"/>
                  </a:ext>
                </a:extLst>
              </p:cNvPr>
              <p:cNvSpPr/>
              <p:nvPr/>
            </p:nvSpPr>
            <p:spPr>
              <a:xfrm>
                <a:off x="5014346" y="105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968F1D07-FFD1-B8F0-B87A-F5F493C92D71}"/>
                  </a:ext>
                </a:extLst>
              </p:cNvPr>
              <p:cNvSpPr/>
              <p:nvPr/>
            </p:nvSpPr>
            <p:spPr>
              <a:xfrm>
                <a:off x="447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7AD611E-EE22-9B7B-5FEF-C52657216C28}"/>
                  </a:ext>
                </a:extLst>
              </p:cNvPr>
              <p:cNvSpPr/>
              <p:nvPr/>
            </p:nvSpPr>
            <p:spPr>
              <a:xfrm>
                <a:off x="465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A21D28A-C441-2564-A560-E7654C852A2C}"/>
                  </a:ext>
                </a:extLst>
              </p:cNvPr>
              <p:cNvSpPr/>
              <p:nvPr/>
            </p:nvSpPr>
            <p:spPr>
              <a:xfrm>
                <a:off x="483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B6D5357-75D6-C7DA-7237-74156E0D8259}"/>
                  </a:ext>
                </a:extLst>
              </p:cNvPr>
              <p:cNvSpPr/>
              <p:nvPr/>
            </p:nvSpPr>
            <p:spPr>
              <a:xfrm>
                <a:off x="5014346" y="123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9078B0D-E90C-D877-1428-378BE0630602}"/>
                  </a:ext>
                </a:extLst>
              </p:cNvPr>
              <p:cNvSpPr/>
              <p:nvPr/>
            </p:nvSpPr>
            <p:spPr>
              <a:xfrm>
                <a:off x="447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17800692-E516-F82D-DC97-2D19C1A05288}"/>
                  </a:ext>
                </a:extLst>
              </p:cNvPr>
              <p:cNvSpPr/>
              <p:nvPr/>
            </p:nvSpPr>
            <p:spPr>
              <a:xfrm>
                <a:off x="465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1170476-3AB2-A560-C54C-7AFA4718C0FD}"/>
                  </a:ext>
                </a:extLst>
              </p:cNvPr>
              <p:cNvSpPr/>
              <p:nvPr/>
            </p:nvSpPr>
            <p:spPr>
              <a:xfrm>
                <a:off x="483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F8EB878-7E9C-55CB-695D-5949A85E0B7F}"/>
                  </a:ext>
                </a:extLst>
              </p:cNvPr>
              <p:cNvSpPr/>
              <p:nvPr/>
            </p:nvSpPr>
            <p:spPr>
              <a:xfrm>
                <a:off x="5014346" y="1418888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F8128B5-4086-84CF-5ADF-AF1067048945}"/>
                </a:ext>
              </a:extLst>
            </p:cNvPr>
            <p:cNvGrpSpPr/>
            <p:nvPr/>
          </p:nvGrpSpPr>
          <p:grpSpPr>
            <a:xfrm>
              <a:off x="1532592" y="878888"/>
              <a:ext cx="852257" cy="369332"/>
              <a:chOff x="4829453" y="1211800"/>
              <a:chExt cx="852257" cy="369332"/>
            </a:xfrm>
          </p:grpSpPr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860EA029-D241-9057-886C-2E27A9A33E72}"/>
                  </a:ext>
                </a:extLst>
              </p:cNvPr>
              <p:cNvCxnSpPr/>
              <p:nvPr/>
            </p:nvCxnSpPr>
            <p:spPr>
              <a:xfrm>
                <a:off x="4829453" y="1581132"/>
                <a:ext cx="8522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3880F9E-51DA-70F4-70E1-A24614E94F32}"/>
                  </a:ext>
                </a:extLst>
              </p:cNvPr>
              <p:cNvSpPr txBox="1"/>
              <p:nvPr/>
            </p:nvSpPr>
            <p:spPr>
              <a:xfrm>
                <a:off x="4967056" y="1211800"/>
                <a:ext cx="577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/>
                  <a:t>AK</a:t>
                </a:r>
                <a:endParaRPr lang="zh-CN" altLang="en-US"/>
              </a:p>
            </p:txBody>
          </p:sp>
        </p:grp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EC78BE2-0B65-2094-8BC8-27CDA7FB9041}"/>
              </a:ext>
            </a:extLst>
          </p:cNvPr>
          <p:cNvGrpSpPr/>
          <p:nvPr/>
        </p:nvGrpSpPr>
        <p:grpSpPr>
          <a:xfrm>
            <a:off x="3372320" y="2459114"/>
            <a:ext cx="852257" cy="369332"/>
            <a:chOff x="4829453" y="1211800"/>
            <a:chExt cx="852257" cy="369332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A13A3B8-2623-A8B4-EE17-1CFA3CDB46F2}"/>
                </a:ext>
              </a:extLst>
            </p:cNvPr>
            <p:cNvCxnSpPr/>
            <p:nvPr/>
          </p:nvCxnSpPr>
          <p:spPr>
            <a:xfrm>
              <a:off x="4829453" y="1581132"/>
              <a:ext cx="8522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F71A90A-7A95-D8C0-3851-834E14068FD0}"/>
                </a:ext>
              </a:extLst>
            </p:cNvPr>
            <p:cNvSpPr txBox="1"/>
            <p:nvPr/>
          </p:nvSpPr>
          <p:spPr>
            <a:xfrm>
              <a:off x="4967056" y="1211800"/>
              <a:ext cx="577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SB</a:t>
              </a:r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6F9A744-752E-F099-F8F9-26CF2A0115B2}"/>
              </a:ext>
            </a:extLst>
          </p:cNvPr>
          <p:cNvGrpSpPr/>
          <p:nvPr/>
        </p:nvGrpSpPr>
        <p:grpSpPr>
          <a:xfrm>
            <a:off x="4362180" y="2459114"/>
            <a:ext cx="720000" cy="720000"/>
            <a:chOff x="4474346" y="878888"/>
            <a:chExt cx="720000" cy="72000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ADA7DAF-B3C4-0D96-AA6C-D6C46728EBFE}"/>
                </a:ext>
              </a:extLst>
            </p:cNvPr>
            <p:cNvSpPr/>
            <p:nvPr/>
          </p:nvSpPr>
          <p:spPr>
            <a:xfrm>
              <a:off x="4474346" y="878888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E9B3CC6-BBB4-9156-4B04-44AEEC95104A}"/>
                </a:ext>
              </a:extLst>
            </p:cNvPr>
            <p:cNvSpPr/>
            <p:nvPr/>
          </p:nvSpPr>
          <p:spPr>
            <a:xfrm>
              <a:off x="4654346" y="87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0CCC738-3C7C-C35F-665A-1ED7347D777A}"/>
                </a:ext>
              </a:extLst>
            </p:cNvPr>
            <p:cNvSpPr/>
            <p:nvPr/>
          </p:nvSpPr>
          <p:spPr>
            <a:xfrm>
              <a:off x="4834346" y="87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19CF41B-80D8-16FC-917B-A9CF5FE090CD}"/>
                </a:ext>
              </a:extLst>
            </p:cNvPr>
            <p:cNvSpPr/>
            <p:nvPr/>
          </p:nvSpPr>
          <p:spPr>
            <a:xfrm>
              <a:off x="5014346" y="87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D6F68F35-6919-2875-F846-27BFA009E7C7}"/>
                </a:ext>
              </a:extLst>
            </p:cNvPr>
            <p:cNvSpPr/>
            <p:nvPr/>
          </p:nvSpPr>
          <p:spPr>
            <a:xfrm>
              <a:off x="447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21523C6-88A8-91F1-9A0F-F98A4A2A04D2}"/>
                </a:ext>
              </a:extLst>
            </p:cNvPr>
            <p:cNvSpPr/>
            <p:nvPr/>
          </p:nvSpPr>
          <p:spPr>
            <a:xfrm>
              <a:off x="465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1B17B49-2780-7618-ECA0-ABF41D9631A3}"/>
                </a:ext>
              </a:extLst>
            </p:cNvPr>
            <p:cNvSpPr/>
            <p:nvPr/>
          </p:nvSpPr>
          <p:spPr>
            <a:xfrm>
              <a:off x="483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901A54C-DEE3-B1DD-44B5-9C08A0A92A07}"/>
                </a:ext>
              </a:extLst>
            </p:cNvPr>
            <p:cNvSpPr/>
            <p:nvPr/>
          </p:nvSpPr>
          <p:spPr>
            <a:xfrm>
              <a:off x="501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4327E16-7CFF-1616-C7C0-87D0F87B9C4F}"/>
                </a:ext>
              </a:extLst>
            </p:cNvPr>
            <p:cNvSpPr/>
            <p:nvPr/>
          </p:nvSpPr>
          <p:spPr>
            <a:xfrm>
              <a:off x="447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E2F3EEF-A481-22BA-A676-F5CB2017938E}"/>
                </a:ext>
              </a:extLst>
            </p:cNvPr>
            <p:cNvSpPr/>
            <p:nvPr/>
          </p:nvSpPr>
          <p:spPr>
            <a:xfrm>
              <a:off x="465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B397A56-D337-C653-8C6B-59155D423066}"/>
                </a:ext>
              </a:extLst>
            </p:cNvPr>
            <p:cNvSpPr/>
            <p:nvPr/>
          </p:nvSpPr>
          <p:spPr>
            <a:xfrm>
              <a:off x="483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CFFA4A14-B518-BBF1-AF14-55D57F13F1C5}"/>
                </a:ext>
              </a:extLst>
            </p:cNvPr>
            <p:cNvSpPr/>
            <p:nvPr/>
          </p:nvSpPr>
          <p:spPr>
            <a:xfrm>
              <a:off x="501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24C8E3C-E6EC-1EEC-5DC9-F3EA321B0F4D}"/>
                </a:ext>
              </a:extLst>
            </p:cNvPr>
            <p:cNvSpPr/>
            <p:nvPr/>
          </p:nvSpPr>
          <p:spPr>
            <a:xfrm>
              <a:off x="447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69CD8B8-ED6A-0E26-2B40-349AE5BCC890}"/>
                </a:ext>
              </a:extLst>
            </p:cNvPr>
            <p:cNvSpPr/>
            <p:nvPr/>
          </p:nvSpPr>
          <p:spPr>
            <a:xfrm>
              <a:off x="465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1C1FD12-020F-F0E3-D949-77BC4A182477}"/>
                </a:ext>
              </a:extLst>
            </p:cNvPr>
            <p:cNvSpPr/>
            <p:nvPr/>
          </p:nvSpPr>
          <p:spPr>
            <a:xfrm>
              <a:off x="483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5D0EAA3-3D75-FFF0-8E2C-21123826CDDB}"/>
                </a:ext>
              </a:extLst>
            </p:cNvPr>
            <p:cNvSpPr/>
            <p:nvPr/>
          </p:nvSpPr>
          <p:spPr>
            <a:xfrm>
              <a:off x="501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DFBD93A7-AB8A-476D-9951-37A562AA8823}"/>
              </a:ext>
            </a:extLst>
          </p:cNvPr>
          <p:cNvGrpSpPr/>
          <p:nvPr/>
        </p:nvGrpSpPr>
        <p:grpSpPr>
          <a:xfrm>
            <a:off x="5190138" y="2459114"/>
            <a:ext cx="852257" cy="369332"/>
            <a:chOff x="4829453" y="1211800"/>
            <a:chExt cx="852257" cy="369332"/>
          </a:xfrm>
        </p:grpSpPr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A222049C-1BFF-F73C-5B1D-1E1D65E0C6FF}"/>
                </a:ext>
              </a:extLst>
            </p:cNvPr>
            <p:cNvCxnSpPr/>
            <p:nvPr/>
          </p:nvCxnSpPr>
          <p:spPr>
            <a:xfrm>
              <a:off x="4829453" y="1581132"/>
              <a:ext cx="8522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7BC85E6-A649-C556-8E29-872FB96B45F4}"/>
                </a:ext>
              </a:extLst>
            </p:cNvPr>
            <p:cNvSpPr txBox="1"/>
            <p:nvPr/>
          </p:nvSpPr>
          <p:spPr>
            <a:xfrm>
              <a:off x="4967056" y="1211800"/>
              <a:ext cx="577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SR</a:t>
              </a:r>
              <a:endParaRPr lang="zh-CN" altLang="en-US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8FF88A6-B7BB-8FBC-0CA8-AD9107592517}"/>
              </a:ext>
            </a:extLst>
          </p:cNvPr>
          <p:cNvGrpSpPr/>
          <p:nvPr/>
        </p:nvGrpSpPr>
        <p:grpSpPr>
          <a:xfrm>
            <a:off x="6131511" y="2459114"/>
            <a:ext cx="720000" cy="720000"/>
            <a:chOff x="4474346" y="878888"/>
            <a:chExt cx="720000" cy="720000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94BB430-5DD5-0E20-E4C0-F55717EFDD32}"/>
                </a:ext>
              </a:extLst>
            </p:cNvPr>
            <p:cNvSpPr/>
            <p:nvPr/>
          </p:nvSpPr>
          <p:spPr>
            <a:xfrm>
              <a:off x="4474346" y="878888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A0E8F0D-79EA-893E-520B-11F1C2764A6C}"/>
                </a:ext>
              </a:extLst>
            </p:cNvPr>
            <p:cNvSpPr/>
            <p:nvPr/>
          </p:nvSpPr>
          <p:spPr>
            <a:xfrm>
              <a:off x="4654346" y="87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A4E172C-5420-1F26-F354-16A72C6B3DE7}"/>
                </a:ext>
              </a:extLst>
            </p:cNvPr>
            <p:cNvSpPr/>
            <p:nvPr/>
          </p:nvSpPr>
          <p:spPr>
            <a:xfrm>
              <a:off x="4834346" y="87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D118BE7D-D71E-8A30-9047-0AE31D8EA380}"/>
                </a:ext>
              </a:extLst>
            </p:cNvPr>
            <p:cNvSpPr/>
            <p:nvPr/>
          </p:nvSpPr>
          <p:spPr>
            <a:xfrm>
              <a:off x="5014346" y="87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180C344A-8816-5334-6E7F-D7B1CBDFE0C4}"/>
                </a:ext>
              </a:extLst>
            </p:cNvPr>
            <p:cNvSpPr/>
            <p:nvPr/>
          </p:nvSpPr>
          <p:spPr>
            <a:xfrm>
              <a:off x="447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65F7150A-D299-CE74-B734-7A75C3D31289}"/>
                </a:ext>
              </a:extLst>
            </p:cNvPr>
            <p:cNvSpPr/>
            <p:nvPr/>
          </p:nvSpPr>
          <p:spPr>
            <a:xfrm>
              <a:off x="465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245AB819-ACF0-9F9F-5DEC-39D27F190804}"/>
                </a:ext>
              </a:extLst>
            </p:cNvPr>
            <p:cNvSpPr/>
            <p:nvPr/>
          </p:nvSpPr>
          <p:spPr>
            <a:xfrm>
              <a:off x="483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BB4E7AA-5958-9C95-EC90-BDA1A821B2AA}"/>
                </a:ext>
              </a:extLst>
            </p:cNvPr>
            <p:cNvSpPr/>
            <p:nvPr/>
          </p:nvSpPr>
          <p:spPr>
            <a:xfrm>
              <a:off x="5014346" y="105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BBDAA1D8-3D4E-5607-E8AF-A396A0544705}"/>
                </a:ext>
              </a:extLst>
            </p:cNvPr>
            <p:cNvSpPr/>
            <p:nvPr/>
          </p:nvSpPr>
          <p:spPr>
            <a:xfrm>
              <a:off x="447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8C6F02C5-9E02-D1B5-00F1-AE4FD008DEA4}"/>
                </a:ext>
              </a:extLst>
            </p:cNvPr>
            <p:cNvSpPr/>
            <p:nvPr/>
          </p:nvSpPr>
          <p:spPr>
            <a:xfrm>
              <a:off x="465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85969FE-B03E-89CB-40E7-3FB93AC1E684}"/>
                </a:ext>
              </a:extLst>
            </p:cNvPr>
            <p:cNvSpPr/>
            <p:nvPr/>
          </p:nvSpPr>
          <p:spPr>
            <a:xfrm>
              <a:off x="483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EC46E80-37F7-0576-0D10-00A1F40A2E0B}"/>
                </a:ext>
              </a:extLst>
            </p:cNvPr>
            <p:cNvSpPr/>
            <p:nvPr/>
          </p:nvSpPr>
          <p:spPr>
            <a:xfrm>
              <a:off x="5014346" y="123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30DDD83-A45C-5B21-1861-D95B91290BCE}"/>
                </a:ext>
              </a:extLst>
            </p:cNvPr>
            <p:cNvSpPr/>
            <p:nvPr/>
          </p:nvSpPr>
          <p:spPr>
            <a:xfrm>
              <a:off x="447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E0DE2261-015F-B4F1-1FAE-CE718E308D28}"/>
                </a:ext>
              </a:extLst>
            </p:cNvPr>
            <p:cNvSpPr/>
            <p:nvPr/>
          </p:nvSpPr>
          <p:spPr>
            <a:xfrm>
              <a:off x="465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11E6286-A2FC-66E2-5863-935F805EA18B}"/>
                </a:ext>
              </a:extLst>
            </p:cNvPr>
            <p:cNvSpPr/>
            <p:nvPr/>
          </p:nvSpPr>
          <p:spPr>
            <a:xfrm>
              <a:off x="483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2EA38B7C-95A9-B663-488D-0B93A735B019}"/>
                </a:ext>
              </a:extLst>
            </p:cNvPr>
            <p:cNvSpPr/>
            <p:nvPr/>
          </p:nvSpPr>
          <p:spPr>
            <a:xfrm>
              <a:off x="5014346" y="1418888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315EC6E-2C73-F314-74B4-CA46A1FD4721}"/>
              </a:ext>
            </a:extLst>
          </p:cNvPr>
          <p:cNvGrpSpPr/>
          <p:nvPr/>
        </p:nvGrpSpPr>
        <p:grpSpPr>
          <a:xfrm>
            <a:off x="6959469" y="2459114"/>
            <a:ext cx="852257" cy="369332"/>
            <a:chOff x="4829453" y="1211800"/>
            <a:chExt cx="852257" cy="369332"/>
          </a:xfrm>
        </p:grpSpPr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C8FC69B2-A033-EF49-D077-F859862AC997}"/>
                </a:ext>
              </a:extLst>
            </p:cNvPr>
            <p:cNvCxnSpPr/>
            <p:nvPr/>
          </p:nvCxnSpPr>
          <p:spPr>
            <a:xfrm>
              <a:off x="4829453" y="1581132"/>
              <a:ext cx="8522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647F7802-5A74-7619-21CC-9224AB5E10EC}"/>
                </a:ext>
              </a:extLst>
            </p:cNvPr>
            <p:cNvSpPr txBox="1"/>
            <p:nvPr/>
          </p:nvSpPr>
          <p:spPr>
            <a:xfrm>
              <a:off x="4967056" y="1211800"/>
              <a:ext cx="577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MC</a:t>
              </a:r>
              <a:endParaRPr lang="zh-CN" altLang="en-US"/>
            </a:p>
          </p:txBody>
        </p:sp>
      </p:grpSp>
      <p:sp>
        <p:nvSpPr>
          <p:cNvPr id="86" name="矩形 85">
            <a:extLst>
              <a:ext uri="{FF2B5EF4-FFF2-40B4-BE49-F238E27FC236}">
                <a16:creationId xmlns:a16="http://schemas.microsoft.com/office/drawing/2014/main" id="{8F3E9E4C-B2D6-B09F-DB05-E25BFB432D68}"/>
              </a:ext>
            </a:extLst>
          </p:cNvPr>
          <p:cNvSpPr/>
          <p:nvPr/>
        </p:nvSpPr>
        <p:spPr>
          <a:xfrm>
            <a:off x="7915009" y="245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E7CB726-AD47-7817-B879-5CBD8599D766}"/>
              </a:ext>
            </a:extLst>
          </p:cNvPr>
          <p:cNvSpPr/>
          <p:nvPr/>
        </p:nvSpPr>
        <p:spPr>
          <a:xfrm>
            <a:off x="8095009" y="245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3F9D1CC-B720-B202-8897-7F7ACE4CDDCB}"/>
              </a:ext>
            </a:extLst>
          </p:cNvPr>
          <p:cNvSpPr/>
          <p:nvPr/>
        </p:nvSpPr>
        <p:spPr>
          <a:xfrm>
            <a:off x="8275009" y="245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1082BC7-60F1-8900-E8E8-9386EE1F4852}"/>
              </a:ext>
            </a:extLst>
          </p:cNvPr>
          <p:cNvSpPr/>
          <p:nvPr/>
        </p:nvSpPr>
        <p:spPr>
          <a:xfrm>
            <a:off x="8455009" y="245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8BB3E7C-790D-A460-8301-60491C40D65B}"/>
              </a:ext>
            </a:extLst>
          </p:cNvPr>
          <p:cNvSpPr/>
          <p:nvPr/>
        </p:nvSpPr>
        <p:spPr>
          <a:xfrm>
            <a:off x="7915009" y="263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91E6A9E-4F1D-8948-1D64-99F593F1148F}"/>
              </a:ext>
            </a:extLst>
          </p:cNvPr>
          <p:cNvSpPr/>
          <p:nvPr/>
        </p:nvSpPr>
        <p:spPr>
          <a:xfrm>
            <a:off x="8095009" y="263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032F691-09A1-6854-EF04-B3FDEA057BFD}"/>
              </a:ext>
            </a:extLst>
          </p:cNvPr>
          <p:cNvSpPr/>
          <p:nvPr/>
        </p:nvSpPr>
        <p:spPr>
          <a:xfrm>
            <a:off x="8275009" y="263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FEBBE91-E330-2C41-821F-FCA8FEB8C8A6}"/>
              </a:ext>
            </a:extLst>
          </p:cNvPr>
          <p:cNvSpPr/>
          <p:nvPr/>
        </p:nvSpPr>
        <p:spPr>
          <a:xfrm>
            <a:off x="8455009" y="263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1A92D42-8221-1FC9-A9FD-35A4AFA52CBC}"/>
              </a:ext>
            </a:extLst>
          </p:cNvPr>
          <p:cNvSpPr/>
          <p:nvPr/>
        </p:nvSpPr>
        <p:spPr>
          <a:xfrm>
            <a:off x="7915009" y="281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396C65F-EDB4-BE57-429D-696298CAD964}"/>
              </a:ext>
            </a:extLst>
          </p:cNvPr>
          <p:cNvSpPr/>
          <p:nvPr/>
        </p:nvSpPr>
        <p:spPr>
          <a:xfrm>
            <a:off x="8095009" y="281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61272E2-0889-6D25-8306-0AA058AEFC97}"/>
              </a:ext>
            </a:extLst>
          </p:cNvPr>
          <p:cNvSpPr/>
          <p:nvPr/>
        </p:nvSpPr>
        <p:spPr>
          <a:xfrm>
            <a:off x="8275009" y="281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223DDCD-8D20-F4EF-A9B5-CCCBE0A7A23B}"/>
              </a:ext>
            </a:extLst>
          </p:cNvPr>
          <p:cNvSpPr/>
          <p:nvPr/>
        </p:nvSpPr>
        <p:spPr>
          <a:xfrm>
            <a:off x="8455009" y="281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DD88659-AFD1-3C78-3A7D-C95DB29EC8CD}"/>
              </a:ext>
            </a:extLst>
          </p:cNvPr>
          <p:cNvSpPr/>
          <p:nvPr/>
        </p:nvSpPr>
        <p:spPr>
          <a:xfrm>
            <a:off x="7915009" y="299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10C8067-C6E5-EB25-24D0-EFD10FE316D2}"/>
              </a:ext>
            </a:extLst>
          </p:cNvPr>
          <p:cNvSpPr/>
          <p:nvPr/>
        </p:nvSpPr>
        <p:spPr>
          <a:xfrm>
            <a:off x="8095009" y="299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F17631E-9C65-87D7-94A8-3B76A65F3560}"/>
              </a:ext>
            </a:extLst>
          </p:cNvPr>
          <p:cNvSpPr/>
          <p:nvPr/>
        </p:nvSpPr>
        <p:spPr>
          <a:xfrm>
            <a:off x="8275009" y="299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D8F969B-703A-F623-F2FD-CEF286262D37}"/>
              </a:ext>
            </a:extLst>
          </p:cNvPr>
          <p:cNvSpPr/>
          <p:nvPr/>
        </p:nvSpPr>
        <p:spPr>
          <a:xfrm>
            <a:off x="8455009" y="299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D6CD3AF-D9A4-93CD-6FF5-7A371B4B311B}"/>
              </a:ext>
            </a:extLst>
          </p:cNvPr>
          <p:cNvGrpSpPr/>
          <p:nvPr/>
        </p:nvGrpSpPr>
        <p:grpSpPr>
          <a:xfrm>
            <a:off x="8742967" y="2459114"/>
            <a:ext cx="852257" cy="369332"/>
            <a:chOff x="4829453" y="1211800"/>
            <a:chExt cx="852257" cy="369332"/>
          </a:xfrm>
        </p:grpSpPr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39CA173A-D353-170F-D0FE-0C2167A4084D}"/>
                </a:ext>
              </a:extLst>
            </p:cNvPr>
            <p:cNvCxnSpPr/>
            <p:nvPr/>
          </p:nvCxnSpPr>
          <p:spPr>
            <a:xfrm>
              <a:off x="4829453" y="1581132"/>
              <a:ext cx="8522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6988D25-04A6-EBBB-0515-A4677C437B47}"/>
                </a:ext>
              </a:extLst>
            </p:cNvPr>
            <p:cNvSpPr txBox="1"/>
            <p:nvPr/>
          </p:nvSpPr>
          <p:spPr>
            <a:xfrm>
              <a:off x="4967056" y="1211800"/>
              <a:ext cx="577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AK</a:t>
              </a:r>
              <a:endParaRPr lang="zh-CN" altLang="en-US"/>
            </a:p>
          </p:txBody>
        </p: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AD76394A-3B70-582B-92E7-D8D34F9210DC}"/>
              </a:ext>
            </a:extLst>
          </p:cNvPr>
          <p:cNvSpPr/>
          <p:nvPr/>
        </p:nvSpPr>
        <p:spPr>
          <a:xfrm>
            <a:off x="9730040" y="245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A6DEC6A-B882-3581-5905-E71DB00928F2}"/>
              </a:ext>
            </a:extLst>
          </p:cNvPr>
          <p:cNvSpPr/>
          <p:nvPr/>
        </p:nvSpPr>
        <p:spPr>
          <a:xfrm>
            <a:off x="9910040" y="245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1DC860D-87A7-233E-CD2A-A049DB6C5C32}"/>
              </a:ext>
            </a:extLst>
          </p:cNvPr>
          <p:cNvSpPr/>
          <p:nvPr/>
        </p:nvSpPr>
        <p:spPr>
          <a:xfrm>
            <a:off x="10090040" y="245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1F7C426-9CDE-A015-24D5-7D70D3755633}"/>
              </a:ext>
            </a:extLst>
          </p:cNvPr>
          <p:cNvSpPr/>
          <p:nvPr/>
        </p:nvSpPr>
        <p:spPr>
          <a:xfrm>
            <a:off x="10270040" y="245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AF427D8-94D9-583B-E1F8-72C563BADADB}"/>
              </a:ext>
            </a:extLst>
          </p:cNvPr>
          <p:cNvSpPr/>
          <p:nvPr/>
        </p:nvSpPr>
        <p:spPr>
          <a:xfrm>
            <a:off x="9730040" y="263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035ADF12-49E4-EF0E-2572-6F92F87C8008}"/>
              </a:ext>
            </a:extLst>
          </p:cNvPr>
          <p:cNvSpPr/>
          <p:nvPr/>
        </p:nvSpPr>
        <p:spPr>
          <a:xfrm>
            <a:off x="9910040" y="263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0EA158C-C8FA-D43F-4A03-0CAA062F9119}"/>
              </a:ext>
            </a:extLst>
          </p:cNvPr>
          <p:cNvSpPr/>
          <p:nvPr/>
        </p:nvSpPr>
        <p:spPr>
          <a:xfrm>
            <a:off x="10090040" y="263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5D43AA90-458D-25BE-5C86-CBF4E245C9D7}"/>
              </a:ext>
            </a:extLst>
          </p:cNvPr>
          <p:cNvSpPr/>
          <p:nvPr/>
        </p:nvSpPr>
        <p:spPr>
          <a:xfrm>
            <a:off x="10270040" y="263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24875100-A07C-4261-6C19-A5B36937D09F}"/>
              </a:ext>
            </a:extLst>
          </p:cNvPr>
          <p:cNvSpPr/>
          <p:nvPr/>
        </p:nvSpPr>
        <p:spPr>
          <a:xfrm>
            <a:off x="9730040" y="281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D8005D7-1B54-CFBC-25CC-D61E6AB5030D}"/>
              </a:ext>
            </a:extLst>
          </p:cNvPr>
          <p:cNvSpPr/>
          <p:nvPr/>
        </p:nvSpPr>
        <p:spPr>
          <a:xfrm>
            <a:off x="9910040" y="281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4B7DB04-8912-B594-08BD-19CBE7909F04}"/>
              </a:ext>
            </a:extLst>
          </p:cNvPr>
          <p:cNvSpPr/>
          <p:nvPr/>
        </p:nvSpPr>
        <p:spPr>
          <a:xfrm>
            <a:off x="10090040" y="281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B522884-A862-29FF-02DA-7A17CFA68EAC}"/>
              </a:ext>
            </a:extLst>
          </p:cNvPr>
          <p:cNvSpPr/>
          <p:nvPr/>
        </p:nvSpPr>
        <p:spPr>
          <a:xfrm>
            <a:off x="10270040" y="281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903FA512-9F60-FC6E-4994-99174FCC69A3}"/>
              </a:ext>
            </a:extLst>
          </p:cNvPr>
          <p:cNvSpPr/>
          <p:nvPr/>
        </p:nvSpPr>
        <p:spPr>
          <a:xfrm>
            <a:off x="9730040" y="2999114"/>
            <a:ext cx="180000" cy="1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DDDBD61-AA00-79C2-AEE0-CA3FE0621A01}"/>
              </a:ext>
            </a:extLst>
          </p:cNvPr>
          <p:cNvSpPr/>
          <p:nvPr/>
        </p:nvSpPr>
        <p:spPr>
          <a:xfrm>
            <a:off x="9910040" y="299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E7AB7AF3-6B11-1B8C-7EA5-E11FD67F0857}"/>
              </a:ext>
            </a:extLst>
          </p:cNvPr>
          <p:cNvSpPr/>
          <p:nvPr/>
        </p:nvSpPr>
        <p:spPr>
          <a:xfrm>
            <a:off x="10090040" y="299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E45FEB7-0788-C4F8-7D92-EA25CD215208}"/>
              </a:ext>
            </a:extLst>
          </p:cNvPr>
          <p:cNvSpPr/>
          <p:nvPr/>
        </p:nvSpPr>
        <p:spPr>
          <a:xfrm>
            <a:off x="10270040" y="2999114"/>
            <a:ext cx="18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69E65843-5BB6-1CC0-2D0E-AAD2C5E3AEED}"/>
              </a:ext>
            </a:extLst>
          </p:cNvPr>
          <p:cNvGrpSpPr/>
          <p:nvPr/>
        </p:nvGrpSpPr>
        <p:grpSpPr>
          <a:xfrm>
            <a:off x="3372320" y="3762650"/>
            <a:ext cx="7077720" cy="720000"/>
            <a:chOff x="3336809" y="2433960"/>
            <a:chExt cx="7077720" cy="720000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9DEE9513-8916-CAE9-B5F4-D44903D52870}"/>
                </a:ext>
              </a:extLst>
            </p:cNvPr>
            <p:cNvGrpSpPr/>
            <p:nvPr/>
          </p:nvGrpSpPr>
          <p:grpSpPr>
            <a:xfrm>
              <a:off x="3336809" y="2433960"/>
              <a:ext cx="852257" cy="369332"/>
              <a:chOff x="4829453" y="1211800"/>
              <a:chExt cx="852257" cy="369332"/>
            </a:xfrm>
          </p:grpSpPr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EB14F96B-AD21-F278-0A53-8FCD82E96BB9}"/>
                  </a:ext>
                </a:extLst>
              </p:cNvPr>
              <p:cNvCxnSpPr/>
              <p:nvPr/>
            </p:nvCxnSpPr>
            <p:spPr>
              <a:xfrm>
                <a:off x="4829453" y="1581132"/>
                <a:ext cx="8522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BE16928D-8686-438A-9243-B820E8EE5714}"/>
                  </a:ext>
                </a:extLst>
              </p:cNvPr>
              <p:cNvSpPr txBox="1"/>
              <p:nvPr/>
            </p:nvSpPr>
            <p:spPr>
              <a:xfrm>
                <a:off x="4967056" y="1211800"/>
                <a:ext cx="577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/>
                  <a:t>SB</a:t>
                </a:r>
                <a:endParaRPr lang="zh-CN" altLang="en-US"/>
              </a:p>
            </p:txBody>
          </p:sp>
        </p:grp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03388ED6-A922-AA7B-6D00-1FF6BD862FAF}"/>
                </a:ext>
              </a:extLst>
            </p:cNvPr>
            <p:cNvSpPr/>
            <p:nvPr/>
          </p:nvSpPr>
          <p:spPr>
            <a:xfrm>
              <a:off x="4326669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AADD18B-3D39-C4F9-A472-50D0AF1615A3}"/>
                </a:ext>
              </a:extLst>
            </p:cNvPr>
            <p:cNvSpPr/>
            <p:nvPr/>
          </p:nvSpPr>
          <p:spPr>
            <a:xfrm>
              <a:off x="4506669" y="243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6403870-CCDF-22BD-ECE2-11B67B576834}"/>
                </a:ext>
              </a:extLst>
            </p:cNvPr>
            <p:cNvSpPr/>
            <p:nvPr/>
          </p:nvSpPr>
          <p:spPr>
            <a:xfrm>
              <a:off x="4686669" y="243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986D71B5-766F-1256-C296-52CC26081865}"/>
                </a:ext>
              </a:extLst>
            </p:cNvPr>
            <p:cNvSpPr/>
            <p:nvPr/>
          </p:nvSpPr>
          <p:spPr>
            <a:xfrm>
              <a:off x="4866669" y="243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3B9DE358-4A6B-6A0C-AEAE-24655CEB20A5}"/>
                </a:ext>
              </a:extLst>
            </p:cNvPr>
            <p:cNvSpPr/>
            <p:nvPr/>
          </p:nvSpPr>
          <p:spPr>
            <a:xfrm>
              <a:off x="4326669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4B0A87F-A38B-B6FE-5F63-FBE96CD4EEAD}"/>
                </a:ext>
              </a:extLst>
            </p:cNvPr>
            <p:cNvSpPr/>
            <p:nvPr/>
          </p:nvSpPr>
          <p:spPr>
            <a:xfrm>
              <a:off x="4506669" y="261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0B087A77-D209-8CAD-2246-CE284719643D}"/>
                </a:ext>
              </a:extLst>
            </p:cNvPr>
            <p:cNvSpPr/>
            <p:nvPr/>
          </p:nvSpPr>
          <p:spPr>
            <a:xfrm>
              <a:off x="4686669" y="261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D028E6AA-D672-F69D-4789-630D95CA5895}"/>
                </a:ext>
              </a:extLst>
            </p:cNvPr>
            <p:cNvSpPr/>
            <p:nvPr/>
          </p:nvSpPr>
          <p:spPr>
            <a:xfrm>
              <a:off x="4866669" y="261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7442116A-A25F-F63A-294C-72A82F7B9CFD}"/>
                </a:ext>
              </a:extLst>
            </p:cNvPr>
            <p:cNvSpPr/>
            <p:nvPr/>
          </p:nvSpPr>
          <p:spPr>
            <a:xfrm>
              <a:off x="4326669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B0FC0451-D386-BB74-898A-34D2B2B6ACA0}"/>
                </a:ext>
              </a:extLst>
            </p:cNvPr>
            <p:cNvSpPr/>
            <p:nvPr/>
          </p:nvSpPr>
          <p:spPr>
            <a:xfrm>
              <a:off x="4506669" y="279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35EAB5FB-ED6F-4F82-6B0F-747968FBAE2D}"/>
                </a:ext>
              </a:extLst>
            </p:cNvPr>
            <p:cNvSpPr/>
            <p:nvPr/>
          </p:nvSpPr>
          <p:spPr>
            <a:xfrm>
              <a:off x="4686669" y="279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3E4F8946-E49D-54EA-D592-02A3D4146DF2}"/>
                </a:ext>
              </a:extLst>
            </p:cNvPr>
            <p:cNvSpPr/>
            <p:nvPr/>
          </p:nvSpPr>
          <p:spPr>
            <a:xfrm>
              <a:off x="4866669" y="279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C50215B7-030E-7FB3-B585-BBE59616BC65}"/>
                </a:ext>
              </a:extLst>
            </p:cNvPr>
            <p:cNvSpPr/>
            <p:nvPr/>
          </p:nvSpPr>
          <p:spPr>
            <a:xfrm>
              <a:off x="4326669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30012905-A2B4-A36D-6B10-15FBF08D926D}"/>
                </a:ext>
              </a:extLst>
            </p:cNvPr>
            <p:cNvSpPr/>
            <p:nvPr/>
          </p:nvSpPr>
          <p:spPr>
            <a:xfrm>
              <a:off x="4506669" y="297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0816EFB7-7B0D-6811-017F-E604B8608D39}"/>
                </a:ext>
              </a:extLst>
            </p:cNvPr>
            <p:cNvSpPr/>
            <p:nvPr/>
          </p:nvSpPr>
          <p:spPr>
            <a:xfrm>
              <a:off x="4686669" y="297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3DC2DC6C-1C11-4C8A-A96D-DE3F5F28F3D3}"/>
                </a:ext>
              </a:extLst>
            </p:cNvPr>
            <p:cNvSpPr/>
            <p:nvPr/>
          </p:nvSpPr>
          <p:spPr>
            <a:xfrm>
              <a:off x="4866669" y="297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D81A00D-535B-9421-1811-2F3A6EF3FF0E}"/>
                </a:ext>
              </a:extLst>
            </p:cNvPr>
            <p:cNvGrpSpPr/>
            <p:nvPr/>
          </p:nvGrpSpPr>
          <p:grpSpPr>
            <a:xfrm>
              <a:off x="5154627" y="2433960"/>
              <a:ext cx="852257" cy="369332"/>
              <a:chOff x="4829453" y="1211800"/>
              <a:chExt cx="852257" cy="369332"/>
            </a:xfrm>
          </p:grpSpPr>
          <p:cxnSp>
            <p:nvCxnSpPr>
              <p:cNvPr id="142" name="直接箭头连接符 141">
                <a:extLst>
                  <a:ext uri="{FF2B5EF4-FFF2-40B4-BE49-F238E27FC236}">
                    <a16:creationId xmlns:a16="http://schemas.microsoft.com/office/drawing/2014/main" id="{95DD9B46-82E0-3A96-3761-E56D11CE01BD}"/>
                  </a:ext>
                </a:extLst>
              </p:cNvPr>
              <p:cNvCxnSpPr/>
              <p:nvPr/>
            </p:nvCxnSpPr>
            <p:spPr>
              <a:xfrm>
                <a:off x="4829453" y="1581132"/>
                <a:ext cx="8522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A704971-2912-C2E4-C5CE-4FBC53F91026}"/>
                  </a:ext>
                </a:extLst>
              </p:cNvPr>
              <p:cNvSpPr txBox="1"/>
              <p:nvPr/>
            </p:nvSpPr>
            <p:spPr>
              <a:xfrm>
                <a:off x="4967056" y="1211800"/>
                <a:ext cx="577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/>
                  <a:t>SR</a:t>
                </a:r>
                <a:endParaRPr lang="zh-CN" altLang="en-US"/>
              </a:p>
            </p:txBody>
          </p:sp>
        </p:grp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64EB5F84-6C17-2E5D-B7E1-367809C33907}"/>
                </a:ext>
              </a:extLst>
            </p:cNvPr>
            <p:cNvSpPr/>
            <p:nvPr/>
          </p:nvSpPr>
          <p:spPr>
            <a:xfrm>
              <a:off x="6096000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87D219C-9161-A345-2473-6B83BAB9C855}"/>
                </a:ext>
              </a:extLst>
            </p:cNvPr>
            <p:cNvSpPr/>
            <p:nvPr/>
          </p:nvSpPr>
          <p:spPr>
            <a:xfrm>
              <a:off x="6276000" y="243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130B3FA7-C016-E524-0EF8-712D8EF4DCFB}"/>
                </a:ext>
              </a:extLst>
            </p:cNvPr>
            <p:cNvSpPr/>
            <p:nvPr/>
          </p:nvSpPr>
          <p:spPr>
            <a:xfrm>
              <a:off x="6456000" y="243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E7C26F51-8FBA-7A80-9B19-A751BEC6680E}"/>
                </a:ext>
              </a:extLst>
            </p:cNvPr>
            <p:cNvSpPr/>
            <p:nvPr/>
          </p:nvSpPr>
          <p:spPr>
            <a:xfrm>
              <a:off x="6636000" y="243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AA0AA781-5343-2A8B-037A-FAF15A80C26A}"/>
                </a:ext>
              </a:extLst>
            </p:cNvPr>
            <p:cNvSpPr/>
            <p:nvPr/>
          </p:nvSpPr>
          <p:spPr>
            <a:xfrm>
              <a:off x="6096000" y="261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94431E26-5966-6B64-A8B1-5475C16008E1}"/>
                </a:ext>
              </a:extLst>
            </p:cNvPr>
            <p:cNvSpPr/>
            <p:nvPr/>
          </p:nvSpPr>
          <p:spPr>
            <a:xfrm>
              <a:off x="6276000" y="261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35FD734F-5AE5-E3BD-3FC1-F3D7ED92141B}"/>
                </a:ext>
              </a:extLst>
            </p:cNvPr>
            <p:cNvSpPr/>
            <p:nvPr/>
          </p:nvSpPr>
          <p:spPr>
            <a:xfrm>
              <a:off x="6456000" y="261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A61FAA68-DF26-22C2-0E80-36C7F4378E3C}"/>
                </a:ext>
              </a:extLst>
            </p:cNvPr>
            <p:cNvSpPr/>
            <p:nvPr/>
          </p:nvSpPr>
          <p:spPr>
            <a:xfrm>
              <a:off x="6636000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E89B38EA-1EA1-845C-9109-9C56CE24A056}"/>
                </a:ext>
              </a:extLst>
            </p:cNvPr>
            <p:cNvSpPr/>
            <p:nvPr/>
          </p:nvSpPr>
          <p:spPr>
            <a:xfrm>
              <a:off x="6096000" y="279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3A4C3ADD-D495-960F-BD26-45DE181198AB}"/>
                </a:ext>
              </a:extLst>
            </p:cNvPr>
            <p:cNvSpPr/>
            <p:nvPr/>
          </p:nvSpPr>
          <p:spPr>
            <a:xfrm>
              <a:off x="6276000" y="279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BA66162E-5B4E-E731-E465-0AA4538BA692}"/>
                </a:ext>
              </a:extLst>
            </p:cNvPr>
            <p:cNvSpPr/>
            <p:nvPr/>
          </p:nvSpPr>
          <p:spPr>
            <a:xfrm>
              <a:off x="6456000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4B0EBAEF-969C-DCF3-0DCA-473D3913A16A}"/>
                </a:ext>
              </a:extLst>
            </p:cNvPr>
            <p:cNvSpPr/>
            <p:nvPr/>
          </p:nvSpPr>
          <p:spPr>
            <a:xfrm>
              <a:off x="6636000" y="279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7E10FB51-F881-7C55-9EFF-904D38438797}"/>
                </a:ext>
              </a:extLst>
            </p:cNvPr>
            <p:cNvSpPr/>
            <p:nvPr/>
          </p:nvSpPr>
          <p:spPr>
            <a:xfrm>
              <a:off x="6096000" y="297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A95BAD00-C67A-D36B-E0C2-A4B8041A52AA}"/>
                </a:ext>
              </a:extLst>
            </p:cNvPr>
            <p:cNvSpPr/>
            <p:nvPr/>
          </p:nvSpPr>
          <p:spPr>
            <a:xfrm>
              <a:off x="6276000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DC0EAF42-2C0D-2067-C8BC-BB282E319C56}"/>
                </a:ext>
              </a:extLst>
            </p:cNvPr>
            <p:cNvSpPr/>
            <p:nvPr/>
          </p:nvSpPr>
          <p:spPr>
            <a:xfrm>
              <a:off x="6456000" y="297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66CE4285-7B81-1C74-0D44-A6A73B991A8D}"/>
                </a:ext>
              </a:extLst>
            </p:cNvPr>
            <p:cNvSpPr/>
            <p:nvPr/>
          </p:nvSpPr>
          <p:spPr>
            <a:xfrm>
              <a:off x="6636000" y="2973960"/>
              <a:ext cx="180000" cy="18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A3BDB399-ACA5-D6B5-4878-257C7CBADB24}"/>
                </a:ext>
              </a:extLst>
            </p:cNvPr>
            <p:cNvGrpSpPr/>
            <p:nvPr/>
          </p:nvGrpSpPr>
          <p:grpSpPr>
            <a:xfrm>
              <a:off x="6923958" y="2433960"/>
              <a:ext cx="852257" cy="369332"/>
              <a:chOff x="4829453" y="1211800"/>
              <a:chExt cx="852257" cy="369332"/>
            </a:xfrm>
          </p:grpSpPr>
          <p:cxnSp>
            <p:nvCxnSpPr>
              <p:cNvPr id="162" name="直接箭头连接符 161">
                <a:extLst>
                  <a:ext uri="{FF2B5EF4-FFF2-40B4-BE49-F238E27FC236}">
                    <a16:creationId xmlns:a16="http://schemas.microsoft.com/office/drawing/2014/main" id="{019D6F63-2B50-E7E0-CAB6-2F951FEAF49E}"/>
                  </a:ext>
                </a:extLst>
              </p:cNvPr>
              <p:cNvCxnSpPr/>
              <p:nvPr/>
            </p:nvCxnSpPr>
            <p:spPr>
              <a:xfrm>
                <a:off x="4829453" y="1581132"/>
                <a:ext cx="8522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C664C1F8-0235-7B34-7FCB-15F4004DDE14}"/>
                  </a:ext>
                </a:extLst>
              </p:cNvPr>
              <p:cNvSpPr txBox="1"/>
              <p:nvPr/>
            </p:nvSpPr>
            <p:spPr>
              <a:xfrm>
                <a:off x="4967056" y="1211800"/>
                <a:ext cx="577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/>
                  <a:t>MC</a:t>
                </a:r>
                <a:endParaRPr lang="zh-CN" altLang="en-US"/>
              </a:p>
            </p:txBody>
          </p:sp>
        </p:grp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980E909E-973F-C6F8-D85E-87C9A89F52BE}"/>
                </a:ext>
              </a:extLst>
            </p:cNvPr>
            <p:cNvSpPr/>
            <p:nvPr/>
          </p:nvSpPr>
          <p:spPr>
            <a:xfrm>
              <a:off x="7879498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78A1070E-EE03-AAEF-0770-84986CB7DDF6}"/>
                </a:ext>
              </a:extLst>
            </p:cNvPr>
            <p:cNvSpPr/>
            <p:nvPr/>
          </p:nvSpPr>
          <p:spPr>
            <a:xfrm>
              <a:off x="8059498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DF523527-7159-3FA6-F88C-5EE3EEF64A92}"/>
                </a:ext>
              </a:extLst>
            </p:cNvPr>
            <p:cNvSpPr/>
            <p:nvPr/>
          </p:nvSpPr>
          <p:spPr>
            <a:xfrm>
              <a:off x="8239498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E01B9AEA-73A7-AE97-EB42-B1EB41BCB9A0}"/>
                </a:ext>
              </a:extLst>
            </p:cNvPr>
            <p:cNvSpPr/>
            <p:nvPr/>
          </p:nvSpPr>
          <p:spPr>
            <a:xfrm>
              <a:off x="8419498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4DDE83E1-1E5A-E419-310F-AEBD6B9E84E9}"/>
                </a:ext>
              </a:extLst>
            </p:cNvPr>
            <p:cNvSpPr/>
            <p:nvPr/>
          </p:nvSpPr>
          <p:spPr>
            <a:xfrm>
              <a:off x="7879498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CC94DE5F-0BE5-D284-68A0-7927E2265F21}"/>
                </a:ext>
              </a:extLst>
            </p:cNvPr>
            <p:cNvSpPr/>
            <p:nvPr/>
          </p:nvSpPr>
          <p:spPr>
            <a:xfrm>
              <a:off x="8059498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556E6E58-DA9A-17DD-1F38-A8D89711A4E7}"/>
                </a:ext>
              </a:extLst>
            </p:cNvPr>
            <p:cNvSpPr/>
            <p:nvPr/>
          </p:nvSpPr>
          <p:spPr>
            <a:xfrm>
              <a:off x="8239498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11D8E957-F53A-D6CD-B45A-32DFFE524E29}"/>
                </a:ext>
              </a:extLst>
            </p:cNvPr>
            <p:cNvSpPr/>
            <p:nvPr/>
          </p:nvSpPr>
          <p:spPr>
            <a:xfrm>
              <a:off x="8419498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B1231380-D377-3646-A161-5E2EE8B80BFA}"/>
                </a:ext>
              </a:extLst>
            </p:cNvPr>
            <p:cNvSpPr/>
            <p:nvPr/>
          </p:nvSpPr>
          <p:spPr>
            <a:xfrm>
              <a:off x="7879498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EE92AEFC-285F-BD1C-DF3A-F5985DAEFBE4}"/>
                </a:ext>
              </a:extLst>
            </p:cNvPr>
            <p:cNvSpPr/>
            <p:nvPr/>
          </p:nvSpPr>
          <p:spPr>
            <a:xfrm>
              <a:off x="8059498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BE2E648A-B561-5A5C-EB3D-B06D60576E87}"/>
                </a:ext>
              </a:extLst>
            </p:cNvPr>
            <p:cNvSpPr/>
            <p:nvPr/>
          </p:nvSpPr>
          <p:spPr>
            <a:xfrm>
              <a:off x="8239498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B56BEDDE-AA85-DD0B-3407-C639E068A381}"/>
                </a:ext>
              </a:extLst>
            </p:cNvPr>
            <p:cNvSpPr/>
            <p:nvPr/>
          </p:nvSpPr>
          <p:spPr>
            <a:xfrm>
              <a:off x="8419498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E0A35786-64B2-6B8E-4B43-E79335895DD9}"/>
                </a:ext>
              </a:extLst>
            </p:cNvPr>
            <p:cNvSpPr/>
            <p:nvPr/>
          </p:nvSpPr>
          <p:spPr>
            <a:xfrm>
              <a:off x="7879498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FE1BC2DA-50AB-99B0-BCEE-044903409A95}"/>
                </a:ext>
              </a:extLst>
            </p:cNvPr>
            <p:cNvSpPr/>
            <p:nvPr/>
          </p:nvSpPr>
          <p:spPr>
            <a:xfrm>
              <a:off x="8059498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6D636FCF-CA8C-BB29-77B6-2E8D062A6475}"/>
                </a:ext>
              </a:extLst>
            </p:cNvPr>
            <p:cNvSpPr/>
            <p:nvPr/>
          </p:nvSpPr>
          <p:spPr>
            <a:xfrm>
              <a:off x="8239498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47B98B67-2FD3-0A78-B4B2-D5C37825B335}"/>
                </a:ext>
              </a:extLst>
            </p:cNvPr>
            <p:cNvSpPr/>
            <p:nvPr/>
          </p:nvSpPr>
          <p:spPr>
            <a:xfrm>
              <a:off x="8419498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55A82BC3-38ED-00A4-0F1F-449FBF20B516}"/>
                </a:ext>
              </a:extLst>
            </p:cNvPr>
            <p:cNvGrpSpPr/>
            <p:nvPr/>
          </p:nvGrpSpPr>
          <p:grpSpPr>
            <a:xfrm>
              <a:off x="8707456" y="2433960"/>
              <a:ext cx="852257" cy="369332"/>
              <a:chOff x="4829453" y="1211800"/>
              <a:chExt cx="852257" cy="369332"/>
            </a:xfrm>
          </p:grpSpPr>
          <p:cxnSp>
            <p:nvCxnSpPr>
              <p:cNvPr id="181" name="直接箭头连接符 180">
                <a:extLst>
                  <a:ext uri="{FF2B5EF4-FFF2-40B4-BE49-F238E27FC236}">
                    <a16:creationId xmlns:a16="http://schemas.microsoft.com/office/drawing/2014/main" id="{DB7B0B8B-6547-B0C9-9092-C46C58565E13}"/>
                  </a:ext>
                </a:extLst>
              </p:cNvPr>
              <p:cNvCxnSpPr/>
              <p:nvPr/>
            </p:nvCxnSpPr>
            <p:spPr>
              <a:xfrm>
                <a:off x="4829453" y="1581132"/>
                <a:ext cx="8522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AEF3F3D3-61F0-6D88-A199-1EC8E81066E9}"/>
                  </a:ext>
                </a:extLst>
              </p:cNvPr>
              <p:cNvSpPr txBox="1"/>
              <p:nvPr/>
            </p:nvSpPr>
            <p:spPr>
              <a:xfrm>
                <a:off x="4967056" y="1211800"/>
                <a:ext cx="577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/>
                  <a:t>AK</a:t>
                </a:r>
                <a:endParaRPr lang="zh-CN" altLang="en-US"/>
              </a:p>
            </p:txBody>
          </p:sp>
        </p:grp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3A4031FF-B06E-D0AB-E8CF-FF4D2D3E98B1}"/>
                </a:ext>
              </a:extLst>
            </p:cNvPr>
            <p:cNvSpPr/>
            <p:nvPr/>
          </p:nvSpPr>
          <p:spPr>
            <a:xfrm>
              <a:off x="9694529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7FC70F6D-373E-7210-996E-CA937872BEBB}"/>
                </a:ext>
              </a:extLst>
            </p:cNvPr>
            <p:cNvSpPr/>
            <p:nvPr/>
          </p:nvSpPr>
          <p:spPr>
            <a:xfrm>
              <a:off x="9874529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84CBF57D-4C49-D385-5383-02C24F42363F}"/>
                </a:ext>
              </a:extLst>
            </p:cNvPr>
            <p:cNvSpPr/>
            <p:nvPr/>
          </p:nvSpPr>
          <p:spPr>
            <a:xfrm>
              <a:off x="10054529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937F8D9-FE31-D967-EDE3-40C27C4EADAC}"/>
                </a:ext>
              </a:extLst>
            </p:cNvPr>
            <p:cNvSpPr/>
            <p:nvPr/>
          </p:nvSpPr>
          <p:spPr>
            <a:xfrm>
              <a:off x="10234529" y="243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D04DBF16-F940-573B-0A6F-E523C6027CA4}"/>
                </a:ext>
              </a:extLst>
            </p:cNvPr>
            <p:cNvSpPr/>
            <p:nvPr/>
          </p:nvSpPr>
          <p:spPr>
            <a:xfrm>
              <a:off x="9694529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48320AF3-E70F-0E4A-48C3-EBC22ED9B0FE}"/>
                </a:ext>
              </a:extLst>
            </p:cNvPr>
            <p:cNvSpPr/>
            <p:nvPr/>
          </p:nvSpPr>
          <p:spPr>
            <a:xfrm>
              <a:off x="9874529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0FEB2E11-69A8-701E-5192-333138D382E1}"/>
                </a:ext>
              </a:extLst>
            </p:cNvPr>
            <p:cNvSpPr/>
            <p:nvPr/>
          </p:nvSpPr>
          <p:spPr>
            <a:xfrm>
              <a:off x="10054529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5E9FDFF1-8DB0-6588-ABB5-B337AA8A9F71}"/>
                </a:ext>
              </a:extLst>
            </p:cNvPr>
            <p:cNvSpPr/>
            <p:nvPr/>
          </p:nvSpPr>
          <p:spPr>
            <a:xfrm>
              <a:off x="10234529" y="261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451C9A54-FFBE-7756-D2B2-204B0FFBAF35}"/>
                </a:ext>
              </a:extLst>
            </p:cNvPr>
            <p:cNvSpPr/>
            <p:nvPr/>
          </p:nvSpPr>
          <p:spPr>
            <a:xfrm>
              <a:off x="9694529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637CF044-99C0-D233-6FEA-D9A4BAE33023}"/>
                </a:ext>
              </a:extLst>
            </p:cNvPr>
            <p:cNvSpPr/>
            <p:nvPr/>
          </p:nvSpPr>
          <p:spPr>
            <a:xfrm>
              <a:off x="9874529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CCF0A124-959D-1B88-18E5-BFB4D5E885A4}"/>
                </a:ext>
              </a:extLst>
            </p:cNvPr>
            <p:cNvSpPr/>
            <p:nvPr/>
          </p:nvSpPr>
          <p:spPr>
            <a:xfrm>
              <a:off x="10054529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64DCCE35-0CB3-2EC7-5C53-40E2F082899E}"/>
                </a:ext>
              </a:extLst>
            </p:cNvPr>
            <p:cNvSpPr/>
            <p:nvPr/>
          </p:nvSpPr>
          <p:spPr>
            <a:xfrm>
              <a:off x="10234529" y="279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752F6672-F488-14FA-3003-FDBCAA83FED1}"/>
                </a:ext>
              </a:extLst>
            </p:cNvPr>
            <p:cNvSpPr/>
            <p:nvPr/>
          </p:nvSpPr>
          <p:spPr>
            <a:xfrm>
              <a:off x="9694529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F88D9D9F-7633-D106-630E-295E2E8B5928}"/>
                </a:ext>
              </a:extLst>
            </p:cNvPr>
            <p:cNvSpPr/>
            <p:nvPr/>
          </p:nvSpPr>
          <p:spPr>
            <a:xfrm>
              <a:off x="9874529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81B697D5-627F-BD1A-5200-11FB060DEF68}"/>
                </a:ext>
              </a:extLst>
            </p:cNvPr>
            <p:cNvSpPr/>
            <p:nvPr/>
          </p:nvSpPr>
          <p:spPr>
            <a:xfrm>
              <a:off x="10054529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283E7934-6FA6-F45F-C894-8A99782BE7B6}"/>
                </a:ext>
              </a:extLst>
            </p:cNvPr>
            <p:cNvSpPr/>
            <p:nvPr/>
          </p:nvSpPr>
          <p:spPr>
            <a:xfrm>
              <a:off x="10234529" y="2973960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A45AC69F-9763-329B-CA30-85D7E5CA6C48}"/>
              </a:ext>
            </a:extLst>
          </p:cNvPr>
          <p:cNvGrpSpPr/>
          <p:nvPr/>
        </p:nvGrpSpPr>
        <p:grpSpPr>
          <a:xfrm>
            <a:off x="6732031" y="1326246"/>
            <a:ext cx="1069790" cy="369331"/>
            <a:chOff x="4611920" y="1390318"/>
            <a:chExt cx="1069790" cy="335237"/>
          </a:xfrm>
        </p:grpSpPr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A927953A-97C5-55BC-5824-884D776E6600}"/>
                </a:ext>
              </a:extLst>
            </p:cNvPr>
            <p:cNvCxnSpPr>
              <a:cxnSpLocks/>
            </p:cNvCxnSpPr>
            <p:nvPr/>
          </p:nvCxnSpPr>
          <p:spPr>
            <a:xfrm>
              <a:off x="5278969" y="1581132"/>
              <a:ext cx="4027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36116CA7-5B8A-496C-FF90-AA8129FF6FD5}"/>
                </a:ext>
              </a:extLst>
            </p:cNvPr>
            <p:cNvSpPr txBox="1"/>
            <p:nvPr/>
          </p:nvSpPr>
          <p:spPr>
            <a:xfrm>
              <a:off x="4611920" y="1390318"/>
              <a:ext cx="577049" cy="335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Msg</a:t>
              </a:r>
              <a:endParaRPr lang="zh-CN" altLang="en-US"/>
            </a:p>
          </p:txBody>
        </p:sp>
      </p:grpSp>
      <p:sp>
        <p:nvSpPr>
          <p:cNvPr id="206" name="矩形 205">
            <a:extLst>
              <a:ext uri="{FF2B5EF4-FFF2-40B4-BE49-F238E27FC236}">
                <a16:creationId xmlns:a16="http://schemas.microsoft.com/office/drawing/2014/main" id="{E2D2F848-6869-C68F-DE58-568904E53459}"/>
              </a:ext>
            </a:extLst>
          </p:cNvPr>
          <p:cNvSpPr/>
          <p:nvPr/>
        </p:nvSpPr>
        <p:spPr>
          <a:xfrm>
            <a:off x="3586579" y="2104008"/>
            <a:ext cx="7421732" cy="2707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BF550D-F72A-9CEB-CE55-BCB09944A868}"/>
              </a:ext>
            </a:extLst>
          </p:cNvPr>
          <p:cNvSpPr txBox="1"/>
          <p:nvPr/>
        </p:nvSpPr>
        <p:spPr>
          <a:xfrm>
            <a:off x="3922830" y="5602374"/>
            <a:ext cx="195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扩散效果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0534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95FFF827-849E-6D02-94DB-EB2156849A46}"/>
              </a:ext>
            </a:extLst>
          </p:cNvPr>
          <p:cNvGrpSpPr/>
          <p:nvPr/>
        </p:nvGrpSpPr>
        <p:grpSpPr>
          <a:xfrm>
            <a:off x="3510967" y="657905"/>
            <a:ext cx="1586026" cy="388172"/>
            <a:chOff x="4120714" y="1101738"/>
            <a:chExt cx="1586026" cy="38817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485C175-F182-4248-E3AB-51F2E4235271}"/>
                </a:ext>
              </a:extLst>
            </p:cNvPr>
            <p:cNvSpPr/>
            <p:nvPr/>
          </p:nvSpPr>
          <p:spPr>
            <a:xfrm>
              <a:off x="4193728" y="112991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54E27E5D-39AC-F16D-774E-D25FE0BE3DC6}"/>
                    </a:ext>
                  </a:extLst>
                </p:cNvPr>
                <p:cNvSpPr txBox="1"/>
                <p:nvPr/>
              </p:nvSpPr>
              <p:spPr>
                <a:xfrm>
                  <a:off x="4120714" y="110173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54E27E5D-39AC-F16D-774E-D25FE0BE3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714" y="1101738"/>
                  <a:ext cx="50602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E8A5E2A-1394-4627-0191-2F15F5E2CC7A}"/>
                </a:ext>
              </a:extLst>
            </p:cNvPr>
            <p:cNvSpPr/>
            <p:nvPr/>
          </p:nvSpPr>
          <p:spPr>
            <a:xfrm>
              <a:off x="4553728" y="112991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AB98E2A-992D-04C1-298D-3B33F3983626}"/>
                    </a:ext>
                  </a:extLst>
                </p:cNvPr>
                <p:cNvSpPr txBox="1"/>
                <p:nvPr/>
              </p:nvSpPr>
              <p:spPr>
                <a:xfrm>
                  <a:off x="4480714" y="110173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AB98E2A-992D-04C1-298D-3B33F3983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0714" y="1101738"/>
                  <a:ext cx="50602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9F41772-E82F-6457-52FF-AAB075252D76}"/>
                </a:ext>
              </a:extLst>
            </p:cNvPr>
            <p:cNvSpPr/>
            <p:nvPr/>
          </p:nvSpPr>
          <p:spPr>
            <a:xfrm>
              <a:off x="4913727" y="112991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FFB031F-EE90-53A1-12C1-101BCC13A234}"/>
                    </a:ext>
                  </a:extLst>
                </p:cNvPr>
                <p:cNvSpPr txBox="1"/>
                <p:nvPr/>
              </p:nvSpPr>
              <p:spPr>
                <a:xfrm>
                  <a:off x="4840713" y="110173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FFB031F-EE90-53A1-12C1-101BCC13A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0713" y="1101738"/>
                  <a:ext cx="50602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7CA3977-0ACB-7AA6-D350-70281F25D0D2}"/>
                </a:ext>
              </a:extLst>
            </p:cNvPr>
            <p:cNvSpPr/>
            <p:nvPr/>
          </p:nvSpPr>
          <p:spPr>
            <a:xfrm>
              <a:off x="5273727" y="112991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B7AD168-6B39-9F73-AA95-4436A0C35CC6}"/>
                    </a:ext>
                  </a:extLst>
                </p:cNvPr>
                <p:cNvSpPr txBox="1"/>
                <p:nvPr/>
              </p:nvSpPr>
              <p:spPr>
                <a:xfrm>
                  <a:off x="5200713" y="110173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B7AD168-6B39-9F73-AA95-4436A0C35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713" y="1101738"/>
                  <a:ext cx="50602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35D33E3-F7C8-EB4A-B693-4A0FFA381B94}"/>
              </a:ext>
            </a:extLst>
          </p:cNvPr>
          <p:cNvGrpSpPr/>
          <p:nvPr/>
        </p:nvGrpSpPr>
        <p:grpSpPr>
          <a:xfrm>
            <a:off x="5677480" y="2922253"/>
            <a:ext cx="1586026" cy="388172"/>
            <a:chOff x="5706740" y="2665688"/>
            <a:chExt cx="1586026" cy="388172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BD0A284-CD89-F380-CEE6-111ADD508F8D}"/>
                </a:ext>
              </a:extLst>
            </p:cNvPr>
            <p:cNvSpPr/>
            <p:nvPr/>
          </p:nvSpPr>
          <p:spPr>
            <a:xfrm>
              <a:off x="5779754" y="269386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E6FC0EE-665F-B027-A116-54411F3DB101}"/>
                    </a:ext>
                  </a:extLst>
                </p:cNvPr>
                <p:cNvSpPr txBox="1"/>
                <p:nvPr/>
              </p:nvSpPr>
              <p:spPr>
                <a:xfrm>
                  <a:off x="5706740" y="266568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E6FC0EE-665F-B027-A116-54411F3DB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740" y="2665688"/>
                  <a:ext cx="50602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A74AD4-6201-D928-E958-E313DB661F94}"/>
                </a:ext>
              </a:extLst>
            </p:cNvPr>
            <p:cNvSpPr/>
            <p:nvPr/>
          </p:nvSpPr>
          <p:spPr>
            <a:xfrm>
              <a:off x="6139754" y="269386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8247DFA-E8C6-C3A2-C2D7-5447EBB72E9F}"/>
                    </a:ext>
                  </a:extLst>
                </p:cNvPr>
                <p:cNvSpPr txBox="1"/>
                <p:nvPr/>
              </p:nvSpPr>
              <p:spPr>
                <a:xfrm>
                  <a:off x="6066740" y="266568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8247DFA-E8C6-C3A2-C2D7-5447EBB72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6740" y="2665688"/>
                  <a:ext cx="50602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9E1EFEF-46E1-4EDF-A8A5-2BA89D15CF64}"/>
                </a:ext>
              </a:extLst>
            </p:cNvPr>
            <p:cNvSpPr/>
            <p:nvPr/>
          </p:nvSpPr>
          <p:spPr>
            <a:xfrm>
              <a:off x="6499753" y="269386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4C732D0-0108-D16A-C99F-D779F757DCE4}"/>
                    </a:ext>
                  </a:extLst>
                </p:cNvPr>
                <p:cNvSpPr txBox="1"/>
                <p:nvPr/>
              </p:nvSpPr>
              <p:spPr>
                <a:xfrm>
                  <a:off x="6426739" y="266568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4C732D0-0108-D16A-C99F-D779F757D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739" y="2665688"/>
                  <a:ext cx="50602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8588B13-D58C-FB1A-43B4-0FBFF80F4B66}"/>
                </a:ext>
              </a:extLst>
            </p:cNvPr>
            <p:cNvSpPr/>
            <p:nvPr/>
          </p:nvSpPr>
          <p:spPr>
            <a:xfrm>
              <a:off x="6859753" y="2693860"/>
              <a:ext cx="36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EB45A84-49F4-5C91-82B2-B49469AF240B}"/>
                    </a:ext>
                  </a:extLst>
                </p:cNvPr>
                <p:cNvSpPr txBox="1"/>
                <p:nvPr/>
              </p:nvSpPr>
              <p:spPr>
                <a:xfrm>
                  <a:off x="6786739" y="2665688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EB45A84-49F4-5C91-82B2-B49469AF2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6739" y="2665688"/>
                  <a:ext cx="50602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48A5726-3489-01AC-9520-C80C12564175}"/>
              </a:ext>
            </a:extLst>
          </p:cNvPr>
          <p:cNvGrpSpPr/>
          <p:nvPr/>
        </p:nvGrpSpPr>
        <p:grpSpPr>
          <a:xfrm>
            <a:off x="5750494" y="2227450"/>
            <a:ext cx="1441708" cy="369332"/>
            <a:chOff x="5765123" y="2097604"/>
            <a:chExt cx="144170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9F783E8-563B-AC9B-C189-076DB6972A15}"/>
                    </a:ext>
                  </a:extLst>
                </p:cNvPr>
                <p:cNvSpPr txBox="1"/>
                <p:nvPr/>
              </p:nvSpPr>
              <p:spPr>
                <a:xfrm>
                  <a:off x="5765123" y="2097604"/>
                  <a:ext cx="389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9F783E8-563B-AC9B-C189-076DB6972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5123" y="2097604"/>
                  <a:ext cx="38926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63" r="-9375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875EF37-BF10-056F-D358-BA53948E66B3}"/>
                    </a:ext>
                  </a:extLst>
                </p:cNvPr>
                <p:cNvSpPr txBox="1"/>
                <p:nvPr/>
              </p:nvSpPr>
              <p:spPr>
                <a:xfrm>
                  <a:off x="6125123" y="2097604"/>
                  <a:ext cx="389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875EF37-BF10-056F-D358-BA53948E6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5123" y="2097604"/>
                  <a:ext cx="38926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563" r="-9375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20BEEDE-338F-929E-27EB-B92E90FC4772}"/>
                    </a:ext>
                  </a:extLst>
                </p:cNvPr>
                <p:cNvSpPr txBox="1"/>
                <p:nvPr/>
              </p:nvSpPr>
              <p:spPr>
                <a:xfrm>
                  <a:off x="6470493" y="2097604"/>
                  <a:ext cx="389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20BEEDE-338F-929E-27EB-B92E90FC4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0493" y="2097604"/>
                  <a:ext cx="38926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563" r="-9375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500D76F-9C9C-E11F-E1BF-60AEE59C2E52}"/>
                    </a:ext>
                  </a:extLst>
                </p:cNvPr>
                <p:cNvSpPr txBox="1"/>
                <p:nvPr/>
              </p:nvSpPr>
              <p:spPr>
                <a:xfrm>
                  <a:off x="6817571" y="2097604"/>
                  <a:ext cx="389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500D76F-9C9C-E11F-E1BF-60AEE59C2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7571" y="2097604"/>
                  <a:ext cx="38926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125" r="-7813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CF51E4C-28A6-5C73-933B-2A8FFCAB6892}"/>
              </a:ext>
            </a:extLst>
          </p:cNvPr>
          <p:cNvCxnSpPr>
            <a:cxnSpLocks/>
          </p:cNvCxnSpPr>
          <p:nvPr/>
        </p:nvCxnSpPr>
        <p:spPr>
          <a:xfrm flipV="1">
            <a:off x="6083574" y="2555235"/>
            <a:ext cx="111506" cy="27371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345EEEE-3B55-84A7-91CE-21726871273B}"/>
              </a:ext>
            </a:extLst>
          </p:cNvPr>
          <p:cNvGrpSpPr/>
          <p:nvPr/>
        </p:nvGrpSpPr>
        <p:grpSpPr>
          <a:xfrm>
            <a:off x="5930493" y="2610868"/>
            <a:ext cx="1067079" cy="293674"/>
            <a:chOff x="5930493" y="2672176"/>
            <a:chExt cx="1067079" cy="293674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00AF7FCF-BF12-5DF7-D61C-E2546F8BD2E7}"/>
                </a:ext>
              </a:extLst>
            </p:cNvPr>
            <p:cNvCxnSpPr>
              <a:cxnSpLocks/>
            </p:cNvCxnSpPr>
            <p:nvPr/>
          </p:nvCxnSpPr>
          <p:spPr>
            <a:xfrm>
              <a:off x="5930493" y="2672179"/>
              <a:ext cx="0" cy="2936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A51BE1B9-7022-10A5-3189-8E1109A8BB6E}"/>
                </a:ext>
              </a:extLst>
            </p:cNvPr>
            <p:cNvCxnSpPr>
              <a:cxnSpLocks/>
            </p:cNvCxnSpPr>
            <p:nvPr/>
          </p:nvCxnSpPr>
          <p:spPr>
            <a:xfrm>
              <a:off x="6305124" y="2672178"/>
              <a:ext cx="0" cy="2936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A2320A3D-A953-2AEA-4EC3-047650336DE6}"/>
                </a:ext>
              </a:extLst>
            </p:cNvPr>
            <p:cNvCxnSpPr>
              <a:cxnSpLocks/>
            </p:cNvCxnSpPr>
            <p:nvPr/>
          </p:nvCxnSpPr>
          <p:spPr>
            <a:xfrm>
              <a:off x="6650492" y="2672177"/>
              <a:ext cx="0" cy="2936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11C77358-1C97-ECB0-4753-BED60AE4C331}"/>
                </a:ext>
              </a:extLst>
            </p:cNvPr>
            <p:cNvCxnSpPr>
              <a:cxnSpLocks/>
            </p:cNvCxnSpPr>
            <p:nvPr/>
          </p:nvCxnSpPr>
          <p:spPr>
            <a:xfrm>
              <a:off x="6997572" y="2672176"/>
              <a:ext cx="0" cy="2936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5262F969-1D26-B550-4578-574F65A8A2E0}"/>
                  </a:ext>
                </a:extLst>
              </p:cNvPr>
              <p:cNvSpPr/>
              <p:nvPr/>
            </p:nvSpPr>
            <p:spPr>
              <a:xfrm>
                <a:off x="5733185" y="686077"/>
                <a:ext cx="432000" cy="43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5262F969-1D26-B550-4578-574F65A8A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185" y="686077"/>
                <a:ext cx="432000" cy="432000"/>
              </a:xfrm>
              <a:prstGeom prst="ellipse">
                <a:avLst/>
              </a:prstGeom>
              <a:blipFill>
                <a:blip r:embed="rId14"/>
                <a:stretch>
                  <a:fillRect b="-27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01F497AC-1260-E85C-E0CC-4D44F03B154A}"/>
              </a:ext>
            </a:extLst>
          </p:cNvPr>
          <p:cNvCxnSpPr>
            <a:cxnSpLocks/>
            <a:stCxn id="13" idx="2"/>
            <a:endCxn id="28" idx="1"/>
          </p:cNvCxnSpPr>
          <p:nvPr/>
        </p:nvCxnSpPr>
        <p:spPr>
          <a:xfrm rot="16200000" flipH="1">
            <a:off x="4064798" y="726419"/>
            <a:ext cx="1384879" cy="1986513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A9E26202-C3F9-F380-FB99-2764D1BF44B4}"/>
              </a:ext>
            </a:extLst>
          </p:cNvPr>
          <p:cNvCxnSpPr>
            <a:cxnSpLocks/>
            <a:stCxn id="15" idx="2"/>
            <a:endCxn id="29" idx="0"/>
          </p:cNvCxnSpPr>
          <p:nvPr/>
        </p:nvCxnSpPr>
        <p:spPr>
          <a:xfrm rot="16200000" flipH="1">
            <a:off x="4614446" y="536771"/>
            <a:ext cx="1200213" cy="2181143"/>
          </a:xfrm>
          <a:prstGeom prst="bentConnector3">
            <a:avLst>
              <a:gd name="adj1" fmla="val 7367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D97B2D1B-8205-811A-4C4E-908F45D2ADE0}"/>
              </a:ext>
            </a:extLst>
          </p:cNvPr>
          <p:cNvCxnSpPr>
            <a:cxnSpLocks/>
            <a:stCxn id="17" idx="2"/>
            <a:endCxn id="30" idx="0"/>
          </p:cNvCxnSpPr>
          <p:nvPr/>
        </p:nvCxnSpPr>
        <p:spPr>
          <a:xfrm rot="16200000" flipH="1">
            <a:off x="4967131" y="544086"/>
            <a:ext cx="1200213" cy="216651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63CD5522-751D-12F2-7D7C-F273677D51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89784" y="581434"/>
            <a:ext cx="1262676" cy="2154283"/>
          </a:xfrm>
          <a:prstGeom prst="bentConnector3">
            <a:avLst>
              <a:gd name="adj1" fmla="val 23986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E583B60-035B-41CE-84C9-9FC784F418D6}"/>
              </a:ext>
            </a:extLst>
          </p:cNvPr>
          <p:cNvCxnSpPr>
            <a:cxnSpLocks/>
            <a:stCxn id="53" idx="4"/>
            <a:endCxn id="28" idx="0"/>
          </p:cNvCxnSpPr>
          <p:nvPr/>
        </p:nvCxnSpPr>
        <p:spPr>
          <a:xfrm flipH="1">
            <a:off x="5945124" y="1118077"/>
            <a:ext cx="4061" cy="110937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07F5B6B-4317-BFF7-4CB9-5A40A4084988}"/>
              </a:ext>
            </a:extLst>
          </p:cNvPr>
          <p:cNvCxnSpPr>
            <a:cxnSpLocks/>
          </p:cNvCxnSpPr>
          <p:nvPr/>
        </p:nvCxnSpPr>
        <p:spPr>
          <a:xfrm>
            <a:off x="5096993" y="902077"/>
            <a:ext cx="52478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70E6653-5868-755E-35C0-78A1AE7A6C01}"/>
              </a:ext>
            </a:extLst>
          </p:cNvPr>
          <p:cNvCxnSpPr>
            <a:cxnSpLocks/>
          </p:cNvCxnSpPr>
          <p:nvPr/>
        </p:nvCxnSpPr>
        <p:spPr>
          <a:xfrm flipV="1">
            <a:off x="6430224" y="2555235"/>
            <a:ext cx="111506" cy="27371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3C3C5778-49FE-4B63-71C6-4480E11D584C}"/>
              </a:ext>
            </a:extLst>
          </p:cNvPr>
          <p:cNvCxnSpPr>
            <a:cxnSpLocks/>
          </p:cNvCxnSpPr>
          <p:nvPr/>
        </p:nvCxnSpPr>
        <p:spPr>
          <a:xfrm flipV="1">
            <a:off x="6770303" y="2566270"/>
            <a:ext cx="111506" cy="27371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C934F47-D28D-4E4C-C0A7-8D44FEBBEA97}"/>
                  </a:ext>
                </a:extLst>
              </p:cNvPr>
              <p:cNvSpPr txBox="1"/>
              <p:nvPr/>
            </p:nvSpPr>
            <p:spPr>
              <a:xfrm>
                <a:off x="7495390" y="1229547"/>
                <a:ext cx="3246513" cy="1182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AES-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密钥扩展</a:t>
                </a:r>
                <a:endPara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−4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⊕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 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=4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−4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⊕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 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≠4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C934F47-D28D-4E4C-C0A7-8D44FEBBE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390" y="1229547"/>
                <a:ext cx="3246513" cy="1182568"/>
              </a:xfrm>
              <a:prstGeom prst="rect">
                <a:avLst/>
              </a:prstGeom>
              <a:blipFill>
                <a:blip r:embed="rId15"/>
                <a:stretch>
                  <a:fillRect l="-1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301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C934F47-D28D-4E4C-C0A7-8D44FEBBEA97}"/>
                  </a:ext>
                </a:extLst>
              </p:cNvPr>
              <p:cNvSpPr txBox="1"/>
              <p:nvPr/>
            </p:nvSpPr>
            <p:spPr>
              <a:xfrm>
                <a:off x="2023094" y="2692130"/>
                <a:ext cx="3025305" cy="1069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线性反馈移位函数 </a:t>
                </a:r>
                <a:r>
                  <a:rPr lang="en-US" altLang="zh-CN" sz="1600" b="1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(LFS)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002060"/>
                    </a:solidFill>
                    <a:ea typeface="微软雅黑" panose="020B0503020204020204" pitchFamily="34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4</m:t>
                        </m:r>
                      </m:sup>
                    </m:sSup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</m:sSup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+1 </m:t>
                    </m:r>
                    <m:r>
                      <a:rPr lang="zh-CN" alt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得</m:t>
                    </m:r>
                  </m:oMath>
                </a14:m>
                <a:r>
                  <a:rPr lang="en-US" altLang="zh-CN" sz="14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递推式为</a:t>
                </a:r>
                <a:r>
                  <a:rPr lang="en-US" altLang="zh-CN" sz="1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−4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−3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−2</m:t>
                        </m:r>
                      </m:sub>
                    </m:sSub>
                  </m:oMath>
                </a14:m>
                <a:endParaRPr lang="zh-CN" altLang="en-US" sz="1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C934F47-D28D-4E4C-C0A7-8D44FEBBE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094" y="2692130"/>
                <a:ext cx="3025305" cy="1069908"/>
              </a:xfrm>
              <a:prstGeom prst="rect">
                <a:avLst/>
              </a:prstGeom>
              <a:blipFill>
                <a:blip r:embed="rId2"/>
                <a:stretch>
                  <a:fillRect l="-1210" b="-5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4004B733-007E-3DD2-FC78-F4AB3C946072}"/>
              </a:ext>
            </a:extLst>
          </p:cNvPr>
          <p:cNvGrpSpPr/>
          <p:nvPr/>
        </p:nvGrpSpPr>
        <p:grpSpPr>
          <a:xfrm>
            <a:off x="3318637" y="3900564"/>
            <a:ext cx="5010723" cy="1336661"/>
            <a:chOff x="3335890" y="5013371"/>
            <a:chExt cx="5010723" cy="1336661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FF86005-8AD7-536D-81BE-FB792285D37E}"/>
                </a:ext>
              </a:extLst>
            </p:cNvPr>
            <p:cNvGrpSpPr/>
            <p:nvPr/>
          </p:nvGrpSpPr>
          <p:grpSpPr>
            <a:xfrm>
              <a:off x="3335890" y="5753239"/>
              <a:ext cx="506027" cy="388621"/>
              <a:chOff x="3510968" y="657456"/>
              <a:chExt cx="506027" cy="388621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485C175-F182-4248-E3AB-51F2E4235271}"/>
                  </a:ext>
                </a:extLst>
              </p:cNvPr>
              <p:cNvSpPr/>
              <p:nvPr/>
            </p:nvSpPr>
            <p:spPr>
              <a:xfrm>
                <a:off x="3583981" y="686077"/>
                <a:ext cx="360000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54E27E5D-39AC-F16D-774E-D25FE0BE3DC6}"/>
                      </a:ext>
                    </a:extLst>
                  </p:cNvPr>
                  <p:cNvSpPr txBox="1"/>
                  <p:nvPr/>
                </p:nvSpPr>
                <p:spPr>
                  <a:xfrm>
                    <a:off x="3510968" y="657456"/>
                    <a:ext cx="506027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/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54E27E5D-39AC-F16D-774E-D25FE0BE3D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0968" y="657456"/>
                    <a:ext cx="506027" cy="3702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AB98E2A-992D-04C1-298D-3B33F3983626}"/>
                    </a:ext>
                  </a:extLst>
                </p:cNvPr>
                <p:cNvSpPr txBox="1"/>
                <p:nvPr/>
              </p:nvSpPr>
              <p:spPr>
                <a:xfrm>
                  <a:off x="3764315" y="5980700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AB98E2A-992D-04C1-298D-3B33F3983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315" y="5980700"/>
                  <a:ext cx="50602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01F497AC-1260-E85C-E0CC-4D44F03B154A}"/>
                </a:ext>
              </a:extLst>
            </p:cNvPr>
            <p:cNvCxnSpPr>
              <a:cxnSpLocks/>
              <a:stCxn id="40" idx="3"/>
              <a:endCxn id="7" idx="3"/>
            </p:cNvCxnSpPr>
            <p:nvPr/>
          </p:nvCxnSpPr>
          <p:spPr>
            <a:xfrm flipH="1" flipV="1">
              <a:off x="5716156" y="5274981"/>
              <a:ext cx="499135" cy="686879"/>
            </a:xfrm>
            <a:prstGeom prst="bentConnector3">
              <a:avLst>
                <a:gd name="adj1" fmla="val -94402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F07F5B6B-4317-BFF7-4CB9-5A40A4084988}"/>
                </a:ext>
              </a:extLst>
            </p:cNvPr>
            <p:cNvCxnSpPr>
              <a:cxnSpLocks/>
              <a:stCxn id="4" idx="3"/>
              <a:endCxn id="34" idx="1"/>
            </p:cNvCxnSpPr>
            <p:nvPr/>
          </p:nvCxnSpPr>
          <p:spPr>
            <a:xfrm>
              <a:off x="3768903" y="5961860"/>
              <a:ext cx="86373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A4BB9E3-AA27-C020-5947-76673E4E0313}"/>
                    </a:ext>
                  </a:extLst>
                </p:cNvPr>
                <p:cNvSpPr txBox="1"/>
                <p:nvPr/>
              </p:nvSpPr>
              <p:spPr>
                <a:xfrm>
                  <a:off x="5131772" y="5013371"/>
                  <a:ext cx="5843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sz="2800" b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A4BB9E3-AA27-C020-5947-76673E4E0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772" y="5013371"/>
                  <a:ext cx="58438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802D334-1410-6E26-2121-60FD085FA4D8}"/>
                </a:ext>
              </a:extLst>
            </p:cNvPr>
            <p:cNvGrpSpPr/>
            <p:nvPr/>
          </p:nvGrpSpPr>
          <p:grpSpPr>
            <a:xfrm>
              <a:off x="4559625" y="5753688"/>
              <a:ext cx="506027" cy="388172"/>
              <a:chOff x="3510968" y="657905"/>
              <a:chExt cx="506027" cy="388172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AA66CFF8-C57A-7E1B-F075-5E5252166A6B}"/>
                  </a:ext>
                </a:extLst>
              </p:cNvPr>
              <p:cNvSpPr/>
              <p:nvPr/>
            </p:nvSpPr>
            <p:spPr>
              <a:xfrm>
                <a:off x="3583981" y="686077"/>
                <a:ext cx="360000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2092B6C-5CDA-64C8-7468-EE9DEFC5C40C}"/>
                      </a:ext>
                    </a:extLst>
                  </p:cNvPr>
                  <p:cNvSpPr txBox="1"/>
                  <p:nvPr/>
                </p:nvSpPr>
                <p:spPr>
                  <a:xfrm>
                    <a:off x="3510968" y="657905"/>
                    <a:ext cx="506027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2092B6C-5CDA-64C8-7468-EE9DEFC5C4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0968" y="657905"/>
                    <a:ext cx="506027" cy="37029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51F30FE-752D-8D13-7681-C7552A4F3AF9}"/>
                </a:ext>
              </a:extLst>
            </p:cNvPr>
            <p:cNvGrpSpPr/>
            <p:nvPr/>
          </p:nvGrpSpPr>
          <p:grpSpPr>
            <a:xfrm>
              <a:off x="5782278" y="5753688"/>
              <a:ext cx="506027" cy="388172"/>
              <a:chOff x="3510968" y="657905"/>
              <a:chExt cx="506027" cy="388172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1D5F1B8-50AB-3D92-5F71-4F089D43A384}"/>
                  </a:ext>
                </a:extLst>
              </p:cNvPr>
              <p:cNvSpPr/>
              <p:nvPr/>
            </p:nvSpPr>
            <p:spPr>
              <a:xfrm>
                <a:off x="3583981" y="686077"/>
                <a:ext cx="360000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DD4F7278-3247-58C0-62FD-9926AB6DBB79}"/>
                      </a:ext>
                    </a:extLst>
                  </p:cNvPr>
                  <p:cNvSpPr txBox="1"/>
                  <p:nvPr/>
                </p:nvSpPr>
                <p:spPr>
                  <a:xfrm>
                    <a:off x="3510968" y="657905"/>
                    <a:ext cx="506027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DD4F7278-3247-58C0-62FD-9926AB6DBB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0968" y="657905"/>
                    <a:ext cx="506027" cy="3702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FC66699-9ED4-6C0D-939D-4A4AE49DA52B}"/>
                </a:ext>
              </a:extLst>
            </p:cNvPr>
            <p:cNvGrpSpPr/>
            <p:nvPr/>
          </p:nvGrpSpPr>
          <p:grpSpPr>
            <a:xfrm>
              <a:off x="7077944" y="5753688"/>
              <a:ext cx="506027" cy="388172"/>
              <a:chOff x="3510968" y="657905"/>
              <a:chExt cx="506027" cy="388172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332FA25-5C17-67D7-9963-04B858527A23}"/>
                  </a:ext>
                </a:extLst>
              </p:cNvPr>
              <p:cNvSpPr/>
              <p:nvPr/>
            </p:nvSpPr>
            <p:spPr>
              <a:xfrm>
                <a:off x="3583981" y="686077"/>
                <a:ext cx="360000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DA0B8C46-EEDE-2323-7F7F-8447345D633A}"/>
                      </a:ext>
                    </a:extLst>
                  </p:cNvPr>
                  <p:cNvSpPr txBox="1"/>
                  <p:nvPr/>
                </p:nvSpPr>
                <p:spPr>
                  <a:xfrm>
                    <a:off x="3510968" y="657905"/>
                    <a:ext cx="506027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/>
                  </a:p>
                </p:txBody>
              </p:sp>
            </mc:Choice>
            <mc:Fallback xmlns="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DA0B8C46-EEDE-2323-7F7F-8447345D63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0968" y="657905"/>
                    <a:ext cx="506027" cy="37029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2136D344-5918-C09E-60E8-E6638F720774}"/>
                </a:ext>
              </a:extLst>
            </p:cNvPr>
            <p:cNvCxnSpPr>
              <a:cxnSpLocks/>
              <a:stCxn id="34" idx="3"/>
              <a:endCxn id="40" idx="1"/>
            </p:cNvCxnSpPr>
            <p:nvPr/>
          </p:nvCxnSpPr>
          <p:spPr>
            <a:xfrm>
              <a:off x="4992638" y="5961860"/>
              <a:ext cx="8626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3B59EE7C-2A24-6551-5524-20D378BEBC6D}"/>
                </a:ext>
              </a:extLst>
            </p:cNvPr>
            <p:cNvCxnSpPr>
              <a:cxnSpLocks/>
              <a:stCxn id="40" idx="3"/>
              <a:endCxn id="43" idx="1"/>
            </p:cNvCxnSpPr>
            <p:nvPr/>
          </p:nvCxnSpPr>
          <p:spPr>
            <a:xfrm>
              <a:off x="6215291" y="5961860"/>
              <a:ext cx="935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BDD48894-D686-D5C3-0726-DE182884B92F}"/>
                </a:ext>
              </a:extLst>
            </p:cNvPr>
            <p:cNvCxnSpPr>
              <a:cxnSpLocks/>
            </p:cNvCxnSpPr>
            <p:nvPr/>
          </p:nvCxnSpPr>
          <p:spPr>
            <a:xfrm>
              <a:off x="7510957" y="5961860"/>
              <a:ext cx="8356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03E0C3A0-EE86-484A-CDD1-4031FDC52237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5423964" y="5536591"/>
              <a:ext cx="0" cy="42526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01032869-6AB6-50EE-6D84-4D0AEE832A2B}"/>
                </a:ext>
              </a:extLst>
            </p:cNvPr>
            <p:cNvCxnSpPr>
              <a:cxnSpLocks/>
              <a:stCxn id="43" idx="3"/>
              <a:endCxn id="7" idx="0"/>
            </p:cNvCxnSpPr>
            <p:nvPr/>
          </p:nvCxnSpPr>
          <p:spPr>
            <a:xfrm flipH="1" flipV="1">
              <a:off x="5423964" y="5013371"/>
              <a:ext cx="2086993" cy="948489"/>
            </a:xfrm>
            <a:prstGeom prst="bentConnector4">
              <a:avLst>
                <a:gd name="adj1" fmla="val -10954"/>
                <a:gd name="adj2" fmla="val 146727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连接符: 肘形 96">
              <a:extLst>
                <a:ext uri="{FF2B5EF4-FFF2-40B4-BE49-F238E27FC236}">
                  <a16:creationId xmlns:a16="http://schemas.microsoft.com/office/drawing/2014/main" id="{42B863DB-925F-966F-72E7-217E000734D4}"/>
                </a:ext>
              </a:extLst>
            </p:cNvPr>
            <p:cNvCxnSpPr>
              <a:cxnSpLocks/>
              <a:stCxn id="7" idx="1"/>
              <a:endCxn id="4" idx="1"/>
            </p:cNvCxnSpPr>
            <p:nvPr/>
          </p:nvCxnSpPr>
          <p:spPr>
            <a:xfrm rot="10800000" flipV="1">
              <a:off x="3408904" y="5274980"/>
              <a:ext cx="1722869" cy="686879"/>
            </a:xfrm>
            <a:prstGeom prst="bentConnector3">
              <a:avLst>
                <a:gd name="adj1" fmla="val 116518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308D495D-82CD-4C80-70EF-C08C5F4ABB8B}"/>
                    </a:ext>
                  </a:extLst>
                </p:cNvPr>
                <p:cNvSpPr txBox="1"/>
                <p:nvPr/>
              </p:nvSpPr>
              <p:spPr>
                <a:xfrm>
                  <a:off x="4990951" y="5980700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308D495D-82CD-4C80-70EF-C08C5F4AB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951" y="5980700"/>
                  <a:ext cx="50602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0AC47DA-CFF0-2614-0353-A407853551FD}"/>
                    </a:ext>
                  </a:extLst>
                </p:cNvPr>
                <p:cNvSpPr txBox="1"/>
                <p:nvPr/>
              </p:nvSpPr>
              <p:spPr>
                <a:xfrm>
                  <a:off x="6213604" y="5980700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0AC47DA-CFF0-2614-0353-A40785355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604" y="5980700"/>
                  <a:ext cx="50602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2FE60D6-E42D-25FD-5269-C1A31D9F6C91}"/>
                    </a:ext>
                  </a:extLst>
                </p:cNvPr>
                <p:cNvSpPr txBox="1"/>
                <p:nvPr/>
              </p:nvSpPr>
              <p:spPr>
                <a:xfrm>
                  <a:off x="7509270" y="5980700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2FE60D6-E42D-25FD-5269-C1A31D9F6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9270" y="5980700"/>
                  <a:ext cx="50602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1622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文本框 113">
            <a:extLst>
              <a:ext uri="{FF2B5EF4-FFF2-40B4-BE49-F238E27FC236}">
                <a16:creationId xmlns:a16="http://schemas.microsoft.com/office/drawing/2014/main" id="{FC934F47-D28D-4E4C-C0A7-8D44FEBBEA97}"/>
              </a:ext>
            </a:extLst>
          </p:cNvPr>
          <p:cNvSpPr txBox="1"/>
          <p:nvPr/>
        </p:nvSpPr>
        <p:spPr>
          <a:xfrm>
            <a:off x="2371087" y="599851"/>
            <a:ext cx="183971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网络安全模型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2" name="流程图: 磁盘 1">
            <a:extLst>
              <a:ext uri="{FF2B5EF4-FFF2-40B4-BE49-F238E27FC236}">
                <a16:creationId xmlns:a16="http://schemas.microsoft.com/office/drawing/2014/main" id="{C3C2656B-614E-97C4-20A9-CFAD344B5BD2}"/>
              </a:ext>
            </a:extLst>
          </p:cNvPr>
          <p:cNvSpPr/>
          <p:nvPr/>
        </p:nvSpPr>
        <p:spPr>
          <a:xfrm rot="16200000">
            <a:off x="5526429" y="1994687"/>
            <a:ext cx="523220" cy="1117479"/>
          </a:xfrm>
          <a:prstGeom prst="flowChartMagneticDisk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34226B9-34D2-5587-F68A-9E725979ECA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902507" y="2567286"/>
            <a:ext cx="482304" cy="241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51CCC2A-BBB1-BFD5-81D6-9010F44AF178}"/>
              </a:ext>
            </a:extLst>
          </p:cNvPr>
          <p:cNvSpPr txBox="1"/>
          <p:nvPr/>
        </p:nvSpPr>
        <p:spPr>
          <a:xfrm>
            <a:off x="5314214" y="867889"/>
            <a:ext cx="993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2060"/>
                </a:solidFill>
              </a:rPr>
              <a:t>可信第三方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D710DBA-F7B6-ADCD-7117-E7115C4492FA}"/>
              </a:ext>
            </a:extLst>
          </p:cNvPr>
          <p:cNvSpPr txBox="1"/>
          <p:nvPr/>
        </p:nvSpPr>
        <p:spPr>
          <a:xfrm>
            <a:off x="5468473" y="2428295"/>
            <a:ext cx="993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0"/>
              <a:t>信息通道</a:t>
            </a:r>
            <a:endParaRPr lang="en-US" altLang="zh-CN" sz="1100" b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E3FD5CF-9A5B-0812-7FF3-2BD60064B086}"/>
              </a:ext>
            </a:extLst>
          </p:cNvPr>
          <p:cNvGrpSpPr/>
          <p:nvPr/>
        </p:nvGrpSpPr>
        <p:grpSpPr>
          <a:xfrm>
            <a:off x="3084982" y="2094359"/>
            <a:ext cx="1817525" cy="1275961"/>
            <a:chOff x="3084982" y="2094359"/>
            <a:chExt cx="1817525" cy="127596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54D89DA-2E21-3997-E105-8827A0E907E5}"/>
                </a:ext>
              </a:extLst>
            </p:cNvPr>
            <p:cNvGrpSpPr/>
            <p:nvPr/>
          </p:nvGrpSpPr>
          <p:grpSpPr>
            <a:xfrm>
              <a:off x="4490583" y="2119918"/>
              <a:ext cx="411924" cy="915088"/>
              <a:chOff x="4158298" y="1294121"/>
              <a:chExt cx="411924" cy="88900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599E2A0-F8D3-0CB6-0BBE-61F55CBDF6AD}"/>
                  </a:ext>
                </a:extLst>
              </p:cNvPr>
              <p:cNvSpPr/>
              <p:nvPr/>
            </p:nvSpPr>
            <p:spPr>
              <a:xfrm rot="5400000">
                <a:off x="3927302" y="1525117"/>
                <a:ext cx="873916" cy="4119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209F0D-73A2-193F-DB21-983DC7EC8336}"/>
                  </a:ext>
                </a:extLst>
              </p:cNvPr>
              <p:cNvSpPr txBox="1"/>
              <p:nvPr/>
            </p:nvSpPr>
            <p:spPr>
              <a:xfrm>
                <a:off x="4174990" y="1294121"/>
                <a:ext cx="353943" cy="88900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1100"/>
                  <a:t>安全消息</a:t>
                </a: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73014EF-AB99-1674-810F-B9F8F5750D2A}"/>
                </a:ext>
              </a:extLst>
            </p:cNvPr>
            <p:cNvSpPr txBox="1"/>
            <p:nvPr/>
          </p:nvSpPr>
          <p:spPr>
            <a:xfrm>
              <a:off x="3498306" y="3108710"/>
              <a:ext cx="993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/>
                <a:t>秘密信息</a:t>
              </a:r>
              <a:endParaRPr lang="en-US" altLang="zh-CN" sz="1100" b="1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35343B1-1F4F-F4DB-E619-78A7D5DBE8A8}"/>
                </a:ext>
              </a:extLst>
            </p:cNvPr>
            <p:cNvSpPr/>
            <p:nvPr/>
          </p:nvSpPr>
          <p:spPr>
            <a:xfrm>
              <a:off x="3813744" y="2387286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9BDE694-F90C-D153-EE68-6001824E1304}"/>
                </a:ext>
              </a:extLst>
            </p:cNvPr>
            <p:cNvSpPr txBox="1"/>
            <p:nvPr/>
          </p:nvSpPr>
          <p:spPr>
            <a:xfrm>
              <a:off x="3486095" y="2094359"/>
              <a:ext cx="993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/>
                <a:t>安全变换</a:t>
              </a:r>
              <a:endParaRPr lang="en-US" altLang="zh-CN" sz="1100" b="1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0C856CBB-A482-B4F6-4A83-E8C91786818D}"/>
                </a:ext>
              </a:extLst>
            </p:cNvPr>
            <p:cNvCxnSpPr>
              <a:cxnSpLocks/>
              <a:stCxn id="26" idx="0"/>
              <a:endCxn id="27" idx="4"/>
            </p:cNvCxnSpPr>
            <p:nvPr/>
          </p:nvCxnSpPr>
          <p:spPr>
            <a:xfrm flipH="1" flipV="1">
              <a:off x="3993744" y="2747286"/>
              <a:ext cx="1401" cy="36142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444A84F-3B35-0F9C-4EA9-B2E63FE3DA94}"/>
                </a:ext>
              </a:extLst>
            </p:cNvPr>
            <p:cNvCxnSpPr>
              <a:cxnSpLocks/>
              <a:stCxn id="27" idx="6"/>
              <a:endCxn id="6" idx="2"/>
            </p:cNvCxnSpPr>
            <p:nvPr/>
          </p:nvCxnSpPr>
          <p:spPr>
            <a:xfrm>
              <a:off x="4173744" y="2567286"/>
              <a:ext cx="316839" cy="241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387A0D11-9BD8-6050-1CF3-7E8CCE851738}"/>
                </a:ext>
              </a:extLst>
            </p:cNvPr>
            <p:cNvCxnSpPr>
              <a:cxnSpLocks/>
            </p:cNvCxnSpPr>
            <p:nvPr/>
          </p:nvCxnSpPr>
          <p:spPr>
            <a:xfrm>
              <a:off x="3487000" y="2564141"/>
              <a:ext cx="316839" cy="241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7216E4C5-6B16-6458-D74F-3F51F8117B04}"/>
                </a:ext>
              </a:extLst>
            </p:cNvPr>
            <p:cNvGrpSpPr/>
            <p:nvPr/>
          </p:nvGrpSpPr>
          <p:grpSpPr>
            <a:xfrm>
              <a:off x="3084982" y="2095882"/>
              <a:ext cx="411924" cy="915088"/>
              <a:chOff x="4158298" y="1286579"/>
              <a:chExt cx="411924" cy="889000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A9657511-E082-F0B7-2672-94E057491343}"/>
                  </a:ext>
                </a:extLst>
              </p:cNvPr>
              <p:cNvSpPr/>
              <p:nvPr/>
            </p:nvSpPr>
            <p:spPr>
              <a:xfrm rot="5400000">
                <a:off x="3927302" y="1525117"/>
                <a:ext cx="873916" cy="4119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AB9ABD5-247D-1AFE-6388-CD104022A9C0}"/>
                  </a:ext>
                </a:extLst>
              </p:cNvPr>
              <p:cNvSpPr txBox="1"/>
              <p:nvPr/>
            </p:nvSpPr>
            <p:spPr>
              <a:xfrm>
                <a:off x="4177965" y="1286579"/>
                <a:ext cx="353943" cy="88900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1100"/>
                  <a:t>消息</a:t>
                </a:r>
              </a:p>
            </p:txBody>
          </p:sp>
        </p:grp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FCE9235-B520-AFB6-A7DC-80AE467C96B7}"/>
              </a:ext>
            </a:extLst>
          </p:cNvPr>
          <p:cNvGrpSpPr/>
          <p:nvPr/>
        </p:nvGrpSpPr>
        <p:grpSpPr>
          <a:xfrm>
            <a:off x="6791256" y="2094359"/>
            <a:ext cx="1817525" cy="1275961"/>
            <a:chOff x="3084982" y="2094359"/>
            <a:chExt cx="1817525" cy="1275961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450C2855-72B2-F2A9-8B74-55C97FA16890}"/>
                </a:ext>
              </a:extLst>
            </p:cNvPr>
            <p:cNvGrpSpPr/>
            <p:nvPr/>
          </p:nvGrpSpPr>
          <p:grpSpPr>
            <a:xfrm>
              <a:off x="4490583" y="2119918"/>
              <a:ext cx="411924" cy="915088"/>
              <a:chOff x="4158298" y="1294121"/>
              <a:chExt cx="411924" cy="88900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68222DA-7E40-4C8C-F389-781E3F6C189C}"/>
                  </a:ext>
                </a:extLst>
              </p:cNvPr>
              <p:cNvSpPr/>
              <p:nvPr/>
            </p:nvSpPr>
            <p:spPr>
              <a:xfrm rot="5400000">
                <a:off x="3927302" y="1525117"/>
                <a:ext cx="873916" cy="4119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EDEF35F0-9710-773E-C595-66D4C63B6BEA}"/>
                  </a:ext>
                </a:extLst>
              </p:cNvPr>
              <p:cNvSpPr txBox="1"/>
              <p:nvPr/>
            </p:nvSpPr>
            <p:spPr>
              <a:xfrm>
                <a:off x="4174990" y="1294121"/>
                <a:ext cx="353943" cy="88900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1100"/>
                  <a:t>消息</a:t>
                </a: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79B46E1-0B4F-E99C-587F-63AC7E6D79B0}"/>
                </a:ext>
              </a:extLst>
            </p:cNvPr>
            <p:cNvSpPr txBox="1"/>
            <p:nvPr/>
          </p:nvSpPr>
          <p:spPr>
            <a:xfrm>
              <a:off x="3498306" y="3108710"/>
              <a:ext cx="993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/>
                <a:t>秘密信息</a:t>
              </a:r>
              <a:endParaRPr lang="en-US" altLang="zh-CN" sz="1100" b="1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1C5326C6-D498-68CB-936F-085D5FB3EC48}"/>
                </a:ext>
              </a:extLst>
            </p:cNvPr>
            <p:cNvSpPr/>
            <p:nvPr/>
          </p:nvSpPr>
          <p:spPr>
            <a:xfrm>
              <a:off x="3813744" y="2387286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C972606-F43C-79EE-4259-66C7760C49E0}"/>
                </a:ext>
              </a:extLst>
            </p:cNvPr>
            <p:cNvSpPr txBox="1"/>
            <p:nvPr/>
          </p:nvSpPr>
          <p:spPr>
            <a:xfrm>
              <a:off x="3486095" y="2094359"/>
              <a:ext cx="993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/>
                <a:t>安全变换</a:t>
              </a:r>
              <a:endParaRPr lang="en-US" altLang="zh-CN" sz="1100" b="1"/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7830C5E3-272A-3A99-BBE1-5FD89EF8E19F}"/>
                </a:ext>
              </a:extLst>
            </p:cNvPr>
            <p:cNvCxnSpPr>
              <a:cxnSpLocks/>
              <a:stCxn id="60" idx="0"/>
              <a:endCxn id="61" idx="4"/>
            </p:cNvCxnSpPr>
            <p:nvPr/>
          </p:nvCxnSpPr>
          <p:spPr>
            <a:xfrm flipH="1" flipV="1">
              <a:off x="3993744" y="2747286"/>
              <a:ext cx="1401" cy="36142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CB13A61D-1892-8D3D-6532-CE770D66A738}"/>
                </a:ext>
              </a:extLst>
            </p:cNvPr>
            <p:cNvCxnSpPr>
              <a:cxnSpLocks/>
              <a:stCxn id="61" idx="6"/>
              <a:endCxn id="72" idx="2"/>
            </p:cNvCxnSpPr>
            <p:nvPr/>
          </p:nvCxnSpPr>
          <p:spPr>
            <a:xfrm>
              <a:off x="4173744" y="2567286"/>
              <a:ext cx="316839" cy="241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84929594-F78E-4C12-A2DA-1F20F19C39BA}"/>
                </a:ext>
              </a:extLst>
            </p:cNvPr>
            <p:cNvCxnSpPr>
              <a:cxnSpLocks/>
            </p:cNvCxnSpPr>
            <p:nvPr/>
          </p:nvCxnSpPr>
          <p:spPr>
            <a:xfrm>
              <a:off x="3487000" y="2564141"/>
              <a:ext cx="316839" cy="241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41BF120-A759-FE40-81FE-B86B5F6C0491}"/>
                </a:ext>
              </a:extLst>
            </p:cNvPr>
            <p:cNvGrpSpPr/>
            <p:nvPr/>
          </p:nvGrpSpPr>
          <p:grpSpPr>
            <a:xfrm>
              <a:off x="3084982" y="2095882"/>
              <a:ext cx="411924" cy="915088"/>
              <a:chOff x="4158298" y="1286579"/>
              <a:chExt cx="411924" cy="889000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DF1C4892-8DFC-4BF9-D85C-542221E52361}"/>
                  </a:ext>
                </a:extLst>
              </p:cNvPr>
              <p:cNvSpPr/>
              <p:nvPr/>
            </p:nvSpPr>
            <p:spPr>
              <a:xfrm rot="5400000">
                <a:off x="3927302" y="1525117"/>
                <a:ext cx="873916" cy="4119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97AE04C-D8BD-8A7E-3A31-B776EE57442A}"/>
                  </a:ext>
                </a:extLst>
              </p:cNvPr>
              <p:cNvSpPr txBox="1"/>
              <p:nvPr/>
            </p:nvSpPr>
            <p:spPr>
              <a:xfrm>
                <a:off x="4177965" y="1286579"/>
                <a:ext cx="353943" cy="88900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1100"/>
                  <a:t>安全消息</a:t>
                </a:r>
              </a:p>
            </p:txBody>
          </p:sp>
        </p:grpSp>
      </p:grp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F561B4C-FD11-689F-5C8F-5D12D6D8961B}"/>
              </a:ext>
            </a:extLst>
          </p:cNvPr>
          <p:cNvCxnSpPr>
            <a:cxnSpLocks/>
            <a:endCxn id="69" idx="2"/>
          </p:cNvCxnSpPr>
          <p:nvPr/>
        </p:nvCxnSpPr>
        <p:spPr>
          <a:xfrm>
            <a:off x="6346778" y="2553427"/>
            <a:ext cx="44447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A5B9A196-2B87-9AF5-B2C5-48E1224C9441}"/>
              </a:ext>
            </a:extLst>
          </p:cNvPr>
          <p:cNvCxnSpPr>
            <a:cxnSpLocks/>
          </p:cNvCxnSpPr>
          <p:nvPr/>
        </p:nvCxnSpPr>
        <p:spPr>
          <a:xfrm>
            <a:off x="5776565" y="1265285"/>
            <a:ext cx="0" cy="85463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5FA756D0-33E0-50CA-6227-DDC1DC58457B}"/>
              </a:ext>
            </a:extLst>
          </p:cNvPr>
          <p:cNvCxnSpPr>
            <a:cxnSpLocks/>
          </p:cNvCxnSpPr>
          <p:nvPr/>
        </p:nvCxnSpPr>
        <p:spPr>
          <a:xfrm>
            <a:off x="5787949" y="2867201"/>
            <a:ext cx="0" cy="50311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BBC7BBBD-D117-6E0E-F5EB-BA5D74DA8896}"/>
              </a:ext>
            </a:extLst>
          </p:cNvPr>
          <p:cNvSpPr txBox="1"/>
          <p:nvPr/>
        </p:nvSpPr>
        <p:spPr>
          <a:xfrm>
            <a:off x="5297281" y="3383215"/>
            <a:ext cx="993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2060"/>
                </a:solidFill>
              </a:rPr>
              <a:t>敌手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64C6AD1-4DCA-DFE1-A3C4-B41499D0E424}"/>
              </a:ext>
            </a:extLst>
          </p:cNvPr>
          <p:cNvCxnSpPr>
            <a:cxnSpLocks/>
          </p:cNvCxnSpPr>
          <p:nvPr/>
        </p:nvCxnSpPr>
        <p:spPr>
          <a:xfrm>
            <a:off x="6820420" y="1111132"/>
            <a:ext cx="1076859" cy="51673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792BDAF1-29F2-22B1-EAA5-A6DBB69E241F}"/>
              </a:ext>
            </a:extLst>
          </p:cNvPr>
          <p:cNvSpPr txBox="1"/>
          <p:nvPr/>
        </p:nvSpPr>
        <p:spPr>
          <a:xfrm>
            <a:off x="7897279" y="1723423"/>
            <a:ext cx="993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2060"/>
                </a:solidFill>
              </a:rPr>
              <a:t>接收方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F1EFA53-AE66-9AD9-9A76-51C7A1EB2F51}"/>
              </a:ext>
            </a:extLst>
          </p:cNvPr>
          <p:cNvCxnSpPr>
            <a:cxnSpLocks/>
          </p:cNvCxnSpPr>
          <p:nvPr/>
        </p:nvCxnSpPr>
        <p:spPr>
          <a:xfrm flipV="1">
            <a:off x="3897485" y="1110124"/>
            <a:ext cx="1084003" cy="499521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26EFAA45-FD46-78A7-CF4F-6DCA20C13BC2}"/>
              </a:ext>
            </a:extLst>
          </p:cNvPr>
          <p:cNvSpPr txBox="1"/>
          <p:nvPr/>
        </p:nvSpPr>
        <p:spPr>
          <a:xfrm>
            <a:off x="2815673" y="1690706"/>
            <a:ext cx="993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02060"/>
                </a:solidFill>
              </a:rPr>
              <a:t>接收方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888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C934F47-D28D-4E4C-C0A7-8D44FEBBEA97}"/>
                  </a:ext>
                </a:extLst>
              </p:cNvPr>
              <p:cNvSpPr txBox="1"/>
              <p:nvPr/>
            </p:nvSpPr>
            <p:spPr>
              <a:xfrm>
                <a:off x="5803997" y="1533516"/>
                <a:ext cx="2328967" cy="748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线性反馈移位递推式</a:t>
                </a:r>
                <a:endParaRPr lang="en-US" altLang="zh-CN" sz="1400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05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05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105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C934F47-D28D-4E4C-C0A7-8D44FEBBE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97" y="1533516"/>
                <a:ext cx="2328967" cy="748923"/>
              </a:xfrm>
              <a:prstGeom prst="rect">
                <a:avLst/>
              </a:prstGeom>
              <a:blipFill>
                <a:blip r:embed="rId2"/>
                <a:stretch>
                  <a:fillRect l="-4450" t="-38525" b="-10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6BF615-8505-396B-1783-05C3ADDFD29F}"/>
              </a:ext>
            </a:extLst>
          </p:cNvPr>
          <p:cNvGrpSpPr/>
          <p:nvPr/>
        </p:nvGrpSpPr>
        <p:grpSpPr>
          <a:xfrm>
            <a:off x="3292603" y="957225"/>
            <a:ext cx="2311009" cy="360001"/>
            <a:chOff x="3301703" y="992946"/>
            <a:chExt cx="2311009" cy="36000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733A45C6-6FE7-BB61-FA52-A1CB125D74C5}"/>
                </a:ext>
              </a:extLst>
            </p:cNvPr>
            <p:cNvGrpSpPr/>
            <p:nvPr/>
          </p:nvGrpSpPr>
          <p:grpSpPr>
            <a:xfrm>
              <a:off x="3301703" y="992946"/>
              <a:ext cx="508235" cy="360001"/>
              <a:chOff x="3581772" y="686076"/>
              <a:chExt cx="508235" cy="360001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FDF1A24-95AF-9DC7-53DB-DEAC35E55F68}"/>
                  </a:ext>
                </a:extLst>
              </p:cNvPr>
              <p:cNvSpPr/>
              <p:nvPr/>
            </p:nvSpPr>
            <p:spPr>
              <a:xfrm>
                <a:off x="3583981" y="686077"/>
                <a:ext cx="506026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A3C1F69-20F5-B395-1390-F37428D357B2}"/>
                      </a:ext>
                    </a:extLst>
                  </p:cNvPr>
                  <p:cNvSpPr txBox="1"/>
                  <p:nvPr/>
                </p:nvSpPr>
                <p:spPr>
                  <a:xfrm>
                    <a:off x="3581772" y="686076"/>
                    <a:ext cx="50602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0"/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A3C1F69-20F5-B395-1390-F37428D357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1772" y="686076"/>
                    <a:ext cx="50602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ED4C570-A439-1F25-8F21-4C5770016491}"/>
                </a:ext>
              </a:extLst>
            </p:cNvPr>
            <p:cNvGrpSpPr/>
            <p:nvPr/>
          </p:nvGrpSpPr>
          <p:grpSpPr>
            <a:xfrm>
              <a:off x="4598450" y="992946"/>
              <a:ext cx="508235" cy="360001"/>
              <a:chOff x="3581772" y="686076"/>
              <a:chExt cx="508235" cy="360001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6BBFCC5-1C9A-113B-523E-6421F5491C92}"/>
                  </a:ext>
                </a:extLst>
              </p:cNvPr>
              <p:cNvSpPr/>
              <p:nvPr/>
            </p:nvSpPr>
            <p:spPr>
              <a:xfrm>
                <a:off x="3583981" y="686077"/>
                <a:ext cx="506026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79D1EFE7-9257-3EA7-446B-8FBD2ADBAD92}"/>
                      </a:ext>
                    </a:extLst>
                  </p:cNvPr>
                  <p:cNvSpPr txBox="1"/>
                  <p:nvPr/>
                </p:nvSpPr>
                <p:spPr>
                  <a:xfrm>
                    <a:off x="3581772" y="686076"/>
                    <a:ext cx="50602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0"/>
                  </a:p>
                </p:txBody>
              </p:sp>
            </mc:Choice>
            <mc:Fallback xmlns=""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79D1EFE7-9257-3EA7-446B-8FBD2ADBAD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1772" y="686076"/>
                    <a:ext cx="506027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DF27E7-D2B3-CE97-63B4-C0A1C0EE5354}"/>
                </a:ext>
              </a:extLst>
            </p:cNvPr>
            <p:cNvSpPr/>
            <p:nvPr/>
          </p:nvSpPr>
          <p:spPr>
            <a:xfrm>
              <a:off x="3807729" y="992947"/>
              <a:ext cx="790721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50801EC-A83C-4142-D589-77EA2D00A866}"/>
                    </a:ext>
                  </a:extLst>
                </p:cNvPr>
                <p:cNvSpPr txBox="1"/>
                <p:nvPr/>
              </p:nvSpPr>
              <p:spPr>
                <a:xfrm>
                  <a:off x="3932822" y="992946"/>
                  <a:ext cx="5060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altLang="zh-CN" sz="1600" b="1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50801EC-A83C-4142-D589-77EA2D00A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2822" y="992946"/>
                  <a:ext cx="506027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B196033-507C-D589-73D4-E7FAE730F70E}"/>
                </a:ext>
              </a:extLst>
            </p:cNvPr>
            <p:cNvGrpSpPr/>
            <p:nvPr/>
          </p:nvGrpSpPr>
          <p:grpSpPr>
            <a:xfrm>
              <a:off x="5104477" y="992946"/>
              <a:ext cx="508235" cy="360001"/>
              <a:chOff x="3581772" y="686076"/>
              <a:chExt cx="508235" cy="360001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1BED8097-A7D2-4B2D-887E-AAA027C99582}"/>
                  </a:ext>
                </a:extLst>
              </p:cNvPr>
              <p:cNvSpPr/>
              <p:nvPr/>
            </p:nvSpPr>
            <p:spPr>
              <a:xfrm>
                <a:off x="3583981" y="686077"/>
                <a:ext cx="506026" cy="360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7C3DC734-5F8A-5F94-C150-522885CF47AB}"/>
                      </a:ext>
                    </a:extLst>
                  </p:cNvPr>
                  <p:cNvSpPr txBox="1"/>
                  <p:nvPr/>
                </p:nvSpPr>
                <p:spPr>
                  <a:xfrm>
                    <a:off x="3581772" y="686076"/>
                    <a:ext cx="50602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0"/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7C3DC734-5F8A-5F94-C150-522885CF47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1772" y="686076"/>
                    <a:ext cx="506027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BEBDDA1-26FE-6E6A-587B-004BF6DB2877}"/>
              </a:ext>
            </a:extLst>
          </p:cNvPr>
          <p:cNvGrpSpPr/>
          <p:nvPr/>
        </p:nvGrpSpPr>
        <p:grpSpPr>
          <a:xfrm>
            <a:off x="3301702" y="1682409"/>
            <a:ext cx="506027" cy="387452"/>
            <a:chOff x="3303911" y="1843889"/>
            <a:chExt cx="506027" cy="387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AB98E2A-992D-04C1-298D-3B33F3983626}"/>
                    </a:ext>
                  </a:extLst>
                </p:cNvPr>
                <p:cNvSpPr txBox="1"/>
                <p:nvPr/>
              </p:nvSpPr>
              <p:spPr>
                <a:xfrm>
                  <a:off x="3303911" y="1843889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AB98E2A-992D-04C1-298D-3B33F3983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911" y="1843889"/>
                  <a:ext cx="50602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A2BB4C7-79FC-CFAF-36D6-7409147B0146}"/>
                </a:ext>
              </a:extLst>
            </p:cNvPr>
            <p:cNvSpPr/>
            <p:nvPr/>
          </p:nvSpPr>
          <p:spPr>
            <a:xfrm>
              <a:off x="3370128" y="1871341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F6C007E-C6E7-8F09-99C8-D70758EF7828}"/>
              </a:ext>
            </a:extLst>
          </p:cNvPr>
          <p:cNvGrpSpPr/>
          <p:nvPr/>
        </p:nvGrpSpPr>
        <p:grpSpPr>
          <a:xfrm>
            <a:off x="4598451" y="1667102"/>
            <a:ext cx="506027" cy="387452"/>
            <a:chOff x="3303911" y="1843889"/>
            <a:chExt cx="506027" cy="387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284D84F-D75A-1441-D6E4-B1DBDB89BC5A}"/>
                    </a:ext>
                  </a:extLst>
                </p:cNvPr>
                <p:cNvSpPr txBox="1"/>
                <p:nvPr/>
              </p:nvSpPr>
              <p:spPr>
                <a:xfrm>
                  <a:off x="3303911" y="1843889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284D84F-D75A-1441-D6E4-B1DBDB89B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911" y="1843889"/>
                  <a:ext cx="50602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D76C757-52EA-3CC2-D771-2F680226CF17}"/>
                </a:ext>
              </a:extLst>
            </p:cNvPr>
            <p:cNvSpPr/>
            <p:nvPr/>
          </p:nvSpPr>
          <p:spPr>
            <a:xfrm>
              <a:off x="3370128" y="1871341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42E50A-AA3E-E4B8-1308-EC91A4BF6665}"/>
              </a:ext>
            </a:extLst>
          </p:cNvPr>
          <p:cNvGrpSpPr/>
          <p:nvPr/>
        </p:nvGrpSpPr>
        <p:grpSpPr>
          <a:xfrm>
            <a:off x="5097585" y="1680475"/>
            <a:ext cx="506027" cy="387452"/>
            <a:chOff x="3303911" y="1843889"/>
            <a:chExt cx="506027" cy="387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AEB299-D297-48B7-E168-E11F81ECEC93}"/>
                    </a:ext>
                  </a:extLst>
                </p:cNvPr>
                <p:cNvSpPr txBox="1"/>
                <p:nvPr/>
              </p:nvSpPr>
              <p:spPr>
                <a:xfrm>
                  <a:off x="3303911" y="1843889"/>
                  <a:ext cx="506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AEB299-D297-48B7-E168-E11F81ECE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911" y="1843889"/>
                  <a:ext cx="50602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C47F746-B470-9344-50B3-1DA8C960115F}"/>
                </a:ext>
              </a:extLst>
            </p:cNvPr>
            <p:cNvSpPr/>
            <p:nvPr/>
          </p:nvSpPr>
          <p:spPr>
            <a:xfrm>
              <a:off x="3370128" y="1871341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B946088-2724-3562-9985-E366BB7D4E0E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3547919" y="2069861"/>
            <a:ext cx="6796" cy="2685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99D340D-F6C7-D9C4-4C47-F030435CC7F4}"/>
              </a:ext>
            </a:extLst>
          </p:cNvPr>
          <p:cNvGrpSpPr/>
          <p:nvPr/>
        </p:nvGrpSpPr>
        <p:grpSpPr>
          <a:xfrm>
            <a:off x="3301702" y="2315332"/>
            <a:ext cx="2308802" cy="601311"/>
            <a:chOff x="3699024" y="712809"/>
            <a:chExt cx="893337" cy="212958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163527E-B796-9292-49C4-FD2FD30BC759}"/>
                </a:ext>
              </a:extLst>
            </p:cNvPr>
            <p:cNvSpPr/>
            <p:nvPr/>
          </p:nvSpPr>
          <p:spPr>
            <a:xfrm>
              <a:off x="3699024" y="714555"/>
              <a:ext cx="893337" cy="2112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2824165-2464-B35B-3510-AC1C296750A4}"/>
                    </a:ext>
                  </a:extLst>
                </p:cNvPr>
                <p:cNvSpPr txBox="1"/>
                <p:nvPr/>
              </p:nvSpPr>
              <p:spPr>
                <a:xfrm>
                  <a:off x="3761583" y="712809"/>
                  <a:ext cx="828249" cy="2112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altLang="zh-CN" sz="1200" b="1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2824165-2464-B35B-3510-AC1C296750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83" y="712809"/>
                  <a:ext cx="828249" cy="211212"/>
                </a:xfrm>
                <a:prstGeom prst="rect">
                  <a:avLst/>
                </a:prstGeom>
                <a:blipFill>
                  <a:blip r:embed="rId10"/>
                  <a:stretch>
                    <a:fillRect t="-95918" b="-1479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F152B433-34D5-F4B1-1AF6-61E8DB397AAE}"/>
              </a:ext>
            </a:extLst>
          </p:cNvPr>
          <p:cNvCxnSpPr>
            <a:cxnSpLocks/>
          </p:cNvCxnSpPr>
          <p:nvPr/>
        </p:nvCxnSpPr>
        <p:spPr>
          <a:xfrm>
            <a:off x="4828410" y="2061227"/>
            <a:ext cx="6796" cy="2685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4618E00-AA7A-4565-FD3A-2EAD1D56E741}"/>
              </a:ext>
            </a:extLst>
          </p:cNvPr>
          <p:cNvCxnSpPr>
            <a:cxnSpLocks/>
          </p:cNvCxnSpPr>
          <p:nvPr/>
        </p:nvCxnSpPr>
        <p:spPr>
          <a:xfrm>
            <a:off x="5336272" y="2061226"/>
            <a:ext cx="6796" cy="2685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EAB611B-A0E9-17CA-B7ED-3E52A896F710}"/>
              </a:ext>
            </a:extLst>
          </p:cNvPr>
          <p:cNvCxnSpPr>
            <a:cxnSpLocks/>
            <a:stCxn id="3" idx="2"/>
            <a:endCxn id="20" idx="0"/>
          </p:cNvCxnSpPr>
          <p:nvPr/>
        </p:nvCxnSpPr>
        <p:spPr>
          <a:xfrm>
            <a:off x="3547825" y="1317226"/>
            <a:ext cx="94" cy="3926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30F4E45-18BC-DA36-0B44-63CD77C8249D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>
            <a:off x="4844572" y="1317226"/>
            <a:ext cx="96" cy="37732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12181D1-6BD8-5E4F-2D86-199BBFE8E0E3}"/>
              </a:ext>
            </a:extLst>
          </p:cNvPr>
          <p:cNvCxnSpPr>
            <a:cxnSpLocks/>
          </p:cNvCxnSpPr>
          <p:nvPr/>
        </p:nvCxnSpPr>
        <p:spPr>
          <a:xfrm>
            <a:off x="5358540" y="1332533"/>
            <a:ext cx="96" cy="37732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CA75642D-830E-8D54-5043-775A764B815E}"/>
              </a:ext>
            </a:extLst>
          </p:cNvPr>
          <p:cNvCxnSpPr>
            <a:cxnSpLocks/>
            <a:stCxn id="51" idx="1"/>
            <a:endCxn id="5" idx="1"/>
          </p:cNvCxnSpPr>
          <p:nvPr/>
        </p:nvCxnSpPr>
        <p:spPr>
          <a:xfrm rot="10800000">
            <a:off x="3292604" y="1111115"/>
            <a:ext cx="9099" cy="1507339"/>
          </a:xfrm>
          <a:prstGeom prst="bentConnector3">
            <a:avLst>
              <a:gd name="adj1" fmla="val 8288449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5A36C16-5A91-D17E-4E53-E4452FE07A6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603612" y="1137226"/>
            <a:ext cx="39749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A1D7BA4F-B139-C65E-EA12-0DC65FBE6ABD}"/>
                  </a:ext>
                </a:extLst>
              </p:cNvPr>
              <p:cNvSpPr txBox="1"/>
              <p:nvPr/>
            </p:nvSpPr>
            <p:spPr>
              <a:xfrm>
                <a:off x="3930579" y="1708121"/>
                <a:ext cx="506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altLang="zh-CN" sz="1600" b="1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A1D7BA4F-B139-C65E-EA12-0DC65FBE6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579" y="1708121"/>
                <a:ext cx="50602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1375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C0E3283-5884-55FC-2E6B-A7C12E0D82A2}"/>
              </a:ext>
            </a:extLst>
          </p:cNvPr>
          <p:cNvGrpSpPr/>
          <p:nvPr/>
        </p:nvGrpSpPr>
        <p:grpSpPr>
          <a:xfrm>
            <a:off x="5046116" y="1205396"/>
            <a:ext cx="2099768" cy="785347"/>
            <a:chOff x="3583980" y="686076"/>
            <a:chExt cx="1111310" cy="4783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5BF829A-C390-66A7-5059-D5555826A29F}"/>
                </a:ext>
              </a:extLst>
            </p:cNvPr>
            <p:cNvSpPr/>
            <p:nvPr/>
          </p:nvSpPr>
          <p:spPr>
            <a:xfrm>
              <a:off x="3583980" y="686076"/>
              <a:ext cx="1104549" cy="4783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7C8E037-D90F-8078-EAC9-BFDF91C57667}"/>
                </a:ext>
              </a:extLst>
            </p:cNvPr>
            <p:cNvSpPr txBox="1"/>
            <p:nvPr/>
          </p:nvSpPr>
          <p:spPr>
            <a:xfrm>
              <a:off x="3992640" y="960730"/>
              <a:ext cx="702650" cy="168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0"/>
                <a:t>密钥流生成器</a:t>
              </a:r>
              <a:endParaRPr lang="en-US" altLang="zh-CN" sz="1200" b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E8C59C9-0F92-B360-1B47-8E93A16416ED}"/>
              </a:ext>
            </a:extLst>
          </p:cNvPr>
          <p:cNvGrpSpPr/>
          <p:nvPr/>
        </p:nvGrpSpPr>
        <p:grpSpPr>
          <a:xfrm>
            <a:off x="5194627" y="1299196"/>
            <a:ext cx="711433" cy="357107"/>
            <a:chOff x="3583980" y="686076"/>
            <a:chExt cx="1104549" cy="4783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C90C9C1-DCE9-E674-8480-32DE9B4F057B}"/>
                </a:ext>
              </a:extLst>
            </p:cNvPr>
            <p:cNvSpPr/>
            <p:nvPr/>
          </p:nvSpPr>
          <p:spPr>
            <a:xfrm>
              <a:off x="3583980" y="686076"/>
              <a:ext cx="1104549" cy="4783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A473577-5202-14BE-A27E-C3D7B3F4CEA9}"/>
                </a:ext>
              </a:extLst>
            </p:cNvPr>
            <p:cNvSpPr txBox="1"/>
            <p:nvPr/>
          </p:nvSpPr>
          <p:spPr>
            <a:xfrm>
              <a:off x="3720674" y="700403"/>
              <a:ext cx="831157" cy="453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/>
                <a:t>REG</a:t>
              </a:r>
              <a:endParaRPr lang="en-US" altLang="zh-CN" sz="1600" b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01516A4-5FB0-0D13-94A3-C2B70D09942D}"/>
                  </a:ext>
                </a:extLst>
              </p:cNvPr>
              <p:cNvSpPr txBox="1"/>
              <p:nvPr/>
            </p:nvSpPr>
            <p:spPr>
              <a:xfrm>
                <a:off x="7841234" y="2441354"/>
                <a:ext cx="5053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altLang="zh-CN" sz="2800" b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01516A4-5FB0-0D13-94A3-C2B70D099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234" y="2441354"/>
                <a:ext cx="50537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49010913-ACCE-8BE8-8BA3-3B50CC89B73E}"/>
              </a:ext>
            </a:extLst>
          </p:cNvPr>
          <p:cNvCxnSpPr>
            <a:cxnSpLocks/>
            <a:stCxn id="16" idx="3"/>
            <a:endCxn id="21" idx="0"/>
          </p:cNvCxnSpPr>
          <p:nvPr/>
        </p:nvCxnSpPr>
        <p:spPr>
          <a:xfrm>
            <a:off x="7133109" y="1598070"/>
            <a:ext cx="960815" cy="84328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AA4C405-5BDD-521B-0261-6789FAC6CCF1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899804" y="2702964"/>
            <a:ext cx="294143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1F0C02B-9A66-7247-A0B5-709E1E43901C}"/>
                  </a:ext>
                </a:extLst>
              </p:cNvPr>
              <p:cNvSpPr txBox="1"/>
              <p:nvPr/>
            </p:nvSpPr>
            <p:spPr>
              <a:xfrm>
                <a:off x="5002882" y="2721309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1F0C02B-9A66-7247-A0B5-709E1E439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82" y="2721309"/>
                <a:ext cx="506027" cy="3702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11BC3FA-236C-76DB-6830-AFC370EF0EA5}"/>
                  </a:ext>
                </a:extLst>
              </p:cNvPr>
              <p:cNvSpPr txBox="1"/>
              <p:nvPr/>
            </p:nvSpPr>
            <p:spPr>
              <a:xfrm>
                <a:off x="8194944" y="1873214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11BC3FA-236C-76DB-6830-AFC370EF0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44" y="1873214"/>
                <a:ext cx="506027" cy="3702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4C361A2-2FE2-899B-90A4-FED4ED3EEE17}"/>
                  </a:ext>
                </a:extLst>
              </p:cNvPr>
              <p:cNvSpPr txBox="1"/>
              <p:nvPr/>
            </p:nvSpPr>
            <p:spPr>
              <a:xfrm>
                <a:off x="6189007" y="665342"/>
                <a:ext cx="5861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𝑆𝑒𝑒𝑑</m:t>
                      </m:r>
                    </m:oMath>
                  </m:oMathPara>
                </a14:m>
                <a:endParaRPr lang="en-US" altLang="zh-CN" sz="1600" b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4C361A2-2FE2-899B-90A4-FED4ED3EE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007" y="665342"/>
                <a:ext cx="58613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71CAC77-3CFF-81BF-D0D9-099492958B5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089612" y="311646"/>
            <a:ext cx="1" cy="8937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2FA123C-5AD2-814A-5909-FD3EFF59059B}"/>
                  </a:ext>
                </a:extLst>
              </p:cNvPr>
              <p:cNvSpPr txBox="1"/>
              <p:nvPr/>
            </p:nvSpPr>
            <p:spPr>
              <a:xfrm>
                <a:off x="9054738" y="2731060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2FA123C-5AD2-814A-5909-FD3EFF59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738" y="2731060"/>
                <a:ext cx="506027" cy="3702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3661CC0-D5C7-AEB7-5603-EACA07BD69F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346613" y="2702964"/>
            <a:ext cx="115107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1A0A1A32-0E3D-5153-6AF3-AC9643034015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5550343" y="1648445"/>
            <a:ext cx="0" cy="1054519"/>
          </a:xfrm>
          <a:prstGeom prst="straightConnector1">
            <a:avLst/>
          </a:prstGeom>
          <a:ln w="19050">
            <a:solidFill>
              <a:schemeClr val="tx1"/>
            </a:solidFill>
            <a:prstDash val="dash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DA00CB6-C3F2-C7F6-308B-8822A9746866}"/>
                  </a:ext>
                </a:extLst>
              </p:cNvPr>
              <p:cNvSpPr txBox="1"/>
              <p:nvPr/>
            </p:nvSpPr>
            <p:spPr>
              <a:xfrm>
                <a:off x="8093923" y="606011"/>
                <a:ext cx="1825893" cy="706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自同步流密码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sz="12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有关</a:t>
                </a:r>
                <a:endParaRPr lang="en-US" altLang="zh-CN" sz="1200" b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DA00CB6-C3F2-C7F6-308B-8822A9746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923" y="606011"/>
                <a:ext cx="1825893" cy="706027"/>
              </a:xfrm>
              <a:prstGeom prst="rect">
                <a:avLst/>
              </a:prstGeom>
              <a:blipFill>
                <a:blip r:embed="rId8"/>
                <a:stretch>
                  <a:fillRect l="-2007" b="-6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17620261-8B92-33EC-1AF9-FB1A22E0D26B}"/>
              </a:ext>
            </a:extLst>
          </p:cNvPr>
          <p:cNvGrpSpPr/>
          <p:nvPr/>
        </p:nvGrpSpPr>
        <p:grpSpPr>
          <a:xfrm>
            <a:off x="4395710" y="4870108"/>
            <a:ext cx="1317680" cy="392673"/>
            <a:chOff x="3991142" y="925259"/>
            <a:chExt cx="697387" cy="239182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7EF0B72A-A3E1-B4E8-7FA7-CBA18D33996F}"/>
                </a:ext>
              </a:extLst>
            </p:cNvPr>
            <p:cNvSpPr/>
            <p:nvPr/>
          </p:nvSpPr>
          <p:spPr>
            <a:xfrm>
              <a:off x="3992640" y="925259"/>
              <a:ext cx="695889" cy="2391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D584634D-B245-BF10-3F8A-6B4353F50DBC}"/>
                </a:ext>
              </a:extLst>
            </p:cNvPr>
            <p:cNvSpPr txBox="1"/>
            <p:nvPr/>
          </p:nvSpPr>
          <p:spPr>
            <a:xfrm>
              <a:off x="3991142" y="960488"/>
              <a:ext cx="643922" cy="168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0"/>
                <a:t>密钥流生成器</a:t>
              </a:r>
              <a:endParaRPr lang="en-US" altLang="zh-CN" sz="1200" b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8317F69-9F2F-14C2-D0BE-21252788D2B9}"/>
                  </a:ext>
                </a:extLst>
              </p:cNvPr>
              <p:cNvSpPr txBox="1"/>
              <p:nvPr/>
            </p:nvSpPr>
            <p:spPr>
              <a:xfrm>
                <a:off x="4801861" y="5725143"/>
                <a:ext cx="5053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altLang="zh-CN" sz="2800" b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8317F69-9F2F-14C2-D0BE-21252788D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861" y="5725143"/>
                <a:ext cx="5053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669B08A0-C629-8E52-F2AB-12E170572E1D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3692106" y="5986753"/>
            <a:ext cx="110975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B3C0201-8E09-4126-0F8F-EF7C2D6E39F0}"/>
                  </a:ext>
                </a:extLst>
              </p:cNvPr>
              <p:cNvSpPr txBox="1"/>
              <p:nvPr/>
            </p:nvSpPr>
            <p:spPr>
              <a:xfrm>
                <a:off x="3688758" y="5986753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B3C0201-8E09-4126-0F8F-EF7C2D6E3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758" y="5986753"/>
                <a:ext cx="506027" cy="3702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08E2533-C1CF-F0FC-741C-29C9CEE617DC}"/>
                  </a:ext>
                </a:extLst>
              </p:cNvPr>
              <p:cNvSpPr txBox="1"/>
              <p:nvPr/>
            </p:nvSpPr>
            <p:spPr>
              <a:xfrm>
                <a:off x="5155275" y="5373657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08E2533-C1CF-F0FC-741C-29C9CEE6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275" y="5373657"/>
                <a:ext cx="506027" cy="370294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7FCAE2D5-C581-692E-AEE4-C4BF94D3630F}"/>
                  </a:ext>
                </a:extLst>
              </p:cNvPr>
              <p:cNvSpPr txBox="1"/>
              <p:nvPr/>
            </p:nvSpPr>
            <p:spPr>
              <a:xfrm>
                <a:off x="5127260" y="4385319"/>
                <a:ext cx="5861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𝑆𝑒𝑒𝑑</m:t>
                      </m:r>
                    </m:oMath>
                  </m:oMathPara>
                </a14:m>
                <a:endParaRPr lang="en-US" altLang="zh-CN" sz="1600" b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7FCAE2D5-C581-692E-AEE4-C4BF94D3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260" y="4385319"/>
                <a:ext cx="58613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B665E9E-3D58-86BA-8AD3-B9A979C50E94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5055965" y="4334342"/>
            <a:ext cx="0" cy="53576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D96B5DC-9D42-2A5D-A237-D67F0630CEF4}"/>
                  </a:ext>
                </a:extLst>
              </p:cNvPr>
              <p:cNvSpPr txBox="1"/>
              <p:nvPr/>
            </p:nvSpPr>
            <p:spPr>
              <a:xfrm>
                <a:off x="6015365" y="6014849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D96B5DC-9D42-2A5D-A237-D67F0630C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65" y="6014849"/>
                <a:ext cx="506027" cy="370294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C2678BA-4EB6-0AAC-8FF6-9BF30641FA2E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5307240" y="5986753"/>
            <a:ext cx="115107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7CF81B20-D25C-CFBB-2DE8-A4709B391166}"/>
                  </a:ext>
                </a:extLst>
              </p:cNvPr>
              <p:cNvSpPr txBox="1"/>
              <p:nvPr/>
            </p:nvSpPr>
            <p:spPr>
              <a:xfrm>
                <a:off x="2369552" y="5031877"/>
                <a:ext cx="2303780" cy="705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同步流密码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𝐹</m:t>
                    </m:r>
                    <m:d>
                      <m:d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CN" sz="12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zh-CN" altLang="en-US" sz="12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1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无关</m:t>
                    </m:r>
                  </m:oMath>
                </a14:m>
                <a:endParaRPr lang="en-US" altLang="zh-CN" sz="1200" b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7CF81B20-D25C-CFBB-2DE8-A4709B39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552" y="5031877"/>
                <a:ext cx="2303780" cy="705962"/>
              </a:xfrm>
              <a:prstGeom prst="rect">
                <a:avLst/>
              </a:prstGeom>
              <a:blipFill>
                <a:blip r:embed="rId14"/>
                <a:stretch>
                  <a:fillRect l="-1587" b="-6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F27D8DC-5F42-8965-210A-7039DCEF6A58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 flipH="1">
            <a:off x="5054551" y="5262781"/>
            <a:ext cx="1414" cy="46236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8651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01516A4-5FB0-0D13-94A3-C2B70D09942D}"/>
                  </a:ext>
                </a:extLst>
              </p:cNvPr>
              <p:cNvSpPr txBox="1"/>
              <p:nvPr/>
            </p:nvSpPr>
            <p:spPr>
              <a:xfrm>
                <a:off x="5681638" y="3500113"/>
                <a:ext cx="5053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altLang="zh-CN" sz="2800" b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01516A4-5FB0-0D13-94A3-C2B70D099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38" y="3500113"/>
                <a:ext cx="50537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AA4C405-5BDD-521B-0261-6789FAC6CCF1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991826" y="3755308"/>
            <a:ext cx="83749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1F0C02B-9A66-7247-A0B5-709E1E43901C}"/>
                  </a:ext>
                </a:extLst>
              </p:cNvPr>
              <p:cNvSpPr txBox="1"/>
              <p:nvPr/>
            </p:nvSpPr>
            <p:spPr>
              <a:xfrm>
                <a:off x="5938137" y="3042381"/>
                <a:ext cx="506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1F0C02B-9A66-7247-A0B5-709E1E439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137" y="3042381"/>
                <a:ext cx="50602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11BC3FA-236C-76DB-6830-AFC370EF0EA5}"/>
                  </a:ext>
                </a:extLst>
              </p:cNvPr>
              <p:cNvSpPr txBox="1"/>
              <p:nvPr/>
            </p:nvSpPr>
            <p:spPr>
              <a:xfrm>
                <a:off x="5232768" y="3753236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11BC3FA-236C-76DB-6830-AFC370EF0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768" y="3753236"/>
                <a:ext cx="506027" cy="370294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2FA123C-5AD2-814A-5909-FD3EFF59059B}"/>
                  </a:ext>
                </a:extLst>
              </p:cNvPr>
              <p:cNvSpPr txBox="1"/>
              <p:nvPr/>
            </p:nvSpPr>
            <p:spPr>
              <a:xfrm>
                <a:off x="6284777" y="3753236"/>
                <a:ext cx="506027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2FA123C-5AD2-814A-5909-FD3EFF59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777" y="3753236"/>
                <a:ext cx="506027" cy="370294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3661CC0-D5C7-AEB7-5603-EACA07BD69F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6187017" y="3761723"/>
            <a:ext cx="67875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DA00CB6-C3F2-C7F6-308B-8822A9746866}"/>
                  </a:ext>
                </a:extLst>
              </p:cNvPr>
              <p:cNvSpPr txBox="1"/>
              <p:nvPr/>
            </p:nvSpPr>
            <p:spPr>
              <a:xfrm>
                <a:off x="3829324" y="2098552"/>
                <a:ext cx="1586052" cy="939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流密码状态机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1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en-US" altLang="zh-CN" sz="11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1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非线性变换</a:t>
                </a:r>
                <a:endParaRPr lang="en-US" altLang="zh-CN" sz="1100" b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1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100" b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线性变换</a:t>
                </a:r>
                <a:endParaRPr lang="en-US" altLang="zh-CN" sz="1100" b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DA00CB6-C3F2-C7F6-308B-8822A9746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324" y="2098552"/>
                <a:ext cx="1586052" cy="939616"/>
              </a:xfrm>
              <a:prstGeom prst="rect">
                <a:avLst/>
              </a:prstGeom>
              <a:blipFill>
                <a:blip r:embed="rId7"/>
                <a:stretch>
                  <a:fillRect l="-1923"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B665E9E-3D58-86BA-8AD3-B9A979C50E94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5934328" y="2919078"/>
            <a:ext cx="0" cy="5810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CD6D5F14-C45C-6655-DC40-5871F2768B03}"/>
              </a:ext>
            </a:extLst>
          </p:cNvPr>
          <p:cNvGrpSpPr/>
          <p:nvPr/>
        </p:nvGrpSpPr>
        <p:grpSpPr>
          <a:xfrm>
            <a:off x="1358041" y="2175704"/>
            <a:ext cx="1394676" cy="434834"/>
            <a:chOff x="3583980" y="686077"/>
            <a:chExt cx="1132501" cy="26486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A1BA195-9702-FEF0-4EFC-41250C8559FB}"/>
                </a:ext>
              </a:extLst>
            </p:cNvPr>
            <p:cNvSpPr/>
            <p:nvPr/>
          </p:nvSpPr>
          <p:spPr>
            <a:xfrm>
              <a:off x="3583980" y="686077"/>
              <a:ext cx="1132501" cy="26486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85433F3-9806-6109-ECC8-B9A5FAC2936B}"/>
                    </a:ext>
                  </a:extLst>
                </p:cNvPr>
                <p:cNvSpPr txBox="1"/>
                <p:nvPr/>
              </p:nvSpPr>
              <p:spPr>
                <a:xfrm>
                  <a:off x="3757282" y="736964"/>
                  <a:ext cx="886723" cy="168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𝑺𝒆𝒆𝒅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200" b="1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85433F3-9806-6109-ECC8-B9A5FAC29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282" y="736964"/>
                  <a:ext cx="886723" cy="168724"/>
                </a:xfrm>
                <a:prstGeom prst="rect">
                  <a:avLst/>
                </a:prstGeom>
                <a:blipFill>
                  <a:blip r:embed="rId8"/>
                  <a:stretch>
                    <a:fillRect l="-5587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5F8A238-D98D-7CD2-3B14-146FF2EDEC82}"/>
              </a:ext>
            </a:extLst>
          </p:cNvPr>
          <p:cNvGrpSpPr/>
          <p:nvPr/>
        </p:nvGrpSpPr>
        <p:grpSpPr>
          <a:xfrm>
            <a:off x="2379353" y="3537891"/>
            <a:ext cx="612473" cy="434834"/>
            <a:chOff x="3644768" y="698268"/>
            <a:chExt cx="497338" cy="26486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8D944AE-FAA6-5B61-4502-5759F6059550}"/>
                </a:ext>
              </a:extLst>
            </p:cNvPr>
            <p:cNvSpPr/>
            <p:nvPr/>
          </p:nvSpPr>
          <p:spPr>
            <a:xfrm>
              <a:off x="3644768" y="698268"/>
              <a:ext cx="497338" cy="26486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77DBFB9-FA28-6804-77A6-010D9F71E725}"/>
                    </a:ext>
                  </a:extLst>
                </p:cNvPr>
                <p:cNvSpPr txBox="1"/>
                <p:nvPr/>
              </p:nvSpPr>
              <p:spPr>
                <a:xfrm>
                  <a:off x="3757282" y="736964"/>
                  <a:ext cx="346073" cy="1874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altLang="zh-CN" sz="1200" b="1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77DBFB9-FA28-6804-77A6-010D9F71E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282" y="736964"/>
                  <a:ext cx="346073" cy="1874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B097C5-725A-8105-B0B2-F7D431C76687}"/>
              </a:ext>
            </a:extLst>
          </p:cNvPr>
          <p:cNvGrpSpPr/>
          <p:nvPr/>
        </p:nvGrpSpPr>
        <p:grpSpPr>
          <a:xfrm>
            <a:off x="3829324" y="3542580"/>
            <a:ext cx="1173558" cy="425456"/>
            <a:chOff x="3583980" y="686077"/>
            <a:chExt cx="952949" cy="25915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D6BB668-2F6C-9B68-DFA1-7EB515FA91FF}"/>
                </a:ext>
              </a:extLst>
            </p:cNvPr>
            <p:cNvSpPr/>
            <p:nvPr/>
          </p:nvSpPr>
          <p:spPr>
            <a:xfrm>
              <a:off x="3583980" y="686077"/>
              <a:ext cx="952949" cy="25915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5691149E-827D-3837-BAF3-694EFD6FB5CC}"/>
                    </a:ext>
                  </a:extLst>
                </p:cNvPr>
                <p:cNvSpPr txBox="1"/>
                <p:nvPr/>
              </p:nvSpPr>
              <p:spPr>
                <a:xfrm>
                  <a:off x="3714311" y="736679"/>
                  <a:ext cx="784719" cy="168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𝑺𝒆𝒆𝒅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200" b="1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5691149E-827D-3837-BAF3-694EFD6FB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4311" y="736679"/>
                  <a:ext cx="784719" cy="168724"/>
                </a:xfrm>
                <a:prstGeom prst="rect">
                  <a:avLst/>
                </a:prstGeom>
                <a:blipFill>
                  <a:blip r:embed="rId10"/>
                  <a:stretch>
                    <a:fillRect l="-1258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8FDA2D4-64B7-997E-AEDF-1B117BD59248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5002882" y="3755308"/>
            <a:ext cx="678756" cy="641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388A5744-579D-0986-B8D9-30D76E8D61FF}"/>
              </a:ext>
            </a:extLst>
          </p:cNvPr>
          <p:cNvCxnSpPr>
            <a:cxnSpLocks/>
            <a:stCxn id="6" idx="3"/>
            <a:endCxn id="3" idx="3"/>
          </p:cNvCxnSpPr>
          <p:nvPr/>
        </p:nvCxnSpPr>
        <p:spPr>
          <a:xfrm flipH="1" flipV="1">
            <a:off x="2752717" y="2393121"/>
            <a:ext cx="239109" cy="1362187"/>
          </a:xfrm>
          <a:prstGeom prst="bentConnector3">
            <a:avLst>
              <a:gd name="adj1" fmla="val -95605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B7EEC293-C77B-CBB4-078A-2E28E78EAC19}"/>
              </a:ext>
            </a:extLst>
          </p:cNvPr>
          <p:cNvCxnSpPr>
            <a:cxnSpLocks/>
            <a:stCxn id="3" idx="1"/>
            <a:endCxn id="6" idx="1"/>
          </p:cNvCxnSpPr>
          <p:nvPr/>
        </p:nvCxnSpPr>
        <p:spPr>
          <a:xfrm rot="10800000" flipH="1" flipV="1">
            <a:off x="1358041" y="2393120"/>
            <a:ext cx="1021312" cy="1362187"/>
          </a:xfrm>
          <a:prstGeom prst="bentConnector3">
            <a:avLst>
              <a:gd name="adj1" fmla="val -22383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D236E1B6-DDDB-B618-7B76-531EB0266AB3}"/>
              </a:ext>
            </a:extLst>
          </p:cNvPr>
          <p:cNvSpPr/>
          <p:nvPr/>
        </p:nvSpPr>
        <p:spPr>
          <a:xfrm>
            <a:off x="756157" y="1820857"/>
            <a:ext cx="2863737" cy="244921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94BB210-B1CB-FE43-6ECC-7BCBCC2DF7BB}"/>
              </a:ext>
            </a:extLst>
          </p:cNvPr>
          <p:cNvSpPr txBox="1"/>
          <p:nvPr/>
        </p:nvSpPr>
        <p:spPr>
          <a:xfrm>
            <a:off x="725776" y="3970464"/>
            <a:ext cx="1077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FF0000"/>
                </a:solidFill>
              </a:rPr>
              <a:t>驱动子系统</a:t>
            </a:r>
            <a:endParaRPr lang="en-US" altLang="zh-CN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2948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0224D6F-C94E-438C-BF8C-823F68E840AF}"/>
              </a:ext>
            </a:extLst>
          </p:cNvPr>
          <p:cNvSpPr txBox="1"/>
          <p:nvPr/>
        </p:nvSpPr>
        <p:spPr>
          <a:xfrm>
            <a:off x="193125" y="6300938"/>
            <a:ext cx="132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海绵结构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C1E8B68-0D48-4316-8A7E-8F2D9F421A86}"/>
              </a:ext>
            </a:extLst>
          </p:cNvPr>
          <p:cNvCxnSpPr>
            <a:cxnSpLocks/>
          </p:cNvCxnSpPr>
          <p:nvPr/>
        </p:nvCxnSpPr>
        <p:spPr>
          <a:xfrm>
            <a:off x="1423195" y="903243"/>
            <a:ext cx="0" cy="10661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66837A6-13AD-4EF8-A8D7-BB6F856468D9}"/>
                  </a:ext>
                </a:extLst>
              </p:cNvPr>
              <p:cNvSpPr txBox="1"/>
              <p:nvPr/>
            </p:nvSpPr>
            <p:spPr>
              <a:xfrm>
                <a:off x="60267" y="2136170"/>
                <a:ext cx="4448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66837A6-13AD-4EF8-A8D7-BB6F85646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" y="2136170"/>
                <a:ext cx="44489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725AAC1-A721-4850-B8F9-5D0BBA1535C3}"/>
              </a:ext>
            </a:extLst>
          </p:cNvPr>
          <p:cNvCxnSpPr>
            <a:cxnSpLocks/>
          </p:cNvCxnSpPr>
          <p:nvPr/>
        </p:nvCxnSpPr>
        <p:spPr>
          <a:xfrm>
            <a:off x="443161" y="1546285"/>
            <a:ext cx="0" cy="143827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8E6D7EBD-C0DE-4D0D-87B1-7001CDDD7D96}"/>
                  </a:ext>
                </a:extLst>
              </p:cNvPr>
              <p:cNvSpPr txBox="1"/>
              <p:nvPr/>
            </p:nvSpPr>
            <p:spPr>
              <a:xfrm>
                <a:off x="6384070" y="2049792"/>
                <a:ext cx="8167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8E6D7EBD-C0DE-4D0D-87B1-7001CDDD7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70" y="2049792"/>
                <a:ext cx="81674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E7E597F-B0E9-4D70-9DE4-EA6E62FD199F}"/>
              </a:ext>
            </a:extLst>
          </p:cNvPr>
          <p:cNvCxnSpPr>
            <a:cxnSpLocks/>
          </p:cNvCxnSpPr>
          <p:nvPr/>
        </p:nvCxnSpPr>
        <p:spPr>
          <a:xfrm>
            <a:off x="6094305" y="2299282"/>
            <a:ext cx="33359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F2355AC2-1BD9-420E-A317-EF52B5F0CB3A}"/>
              </a:ext>
            </a:extLst>
          </p:cNvPr>
          <p:cNvGrpSpPr/>
          <p:nvPr/>
        </p:nvGrpSpPr>
        <p:grpSpPr>
          <a:xfrm>
            <a:off x="1948744" y="1546286"/>
            <a:ext cx="612560" cy="1438275"/>
            <a:chOff x="3719197" y="1348103"/>
            <a:chExt cx="612560" cy="1438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DD4CBDE1-69A9-4510-9C03-D6D901755952}"/>
                    </a:ext>
                  </a:extLst>
                </p:cNvPr>
                <p:cNvSpPr txBox="1"/>
                <p:nvPr/>
              </p:nvSpPr>
              <p:spPr>
                <a:xfrm>
                  <a:off x="3719197" y="1892833"/>
                  <a:ext cx="612560" cy="348813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DD4CBDE1-69A9-4510-9C03-D6D901755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9197" y="1892833"/>
                  <a:ext cx="612560" cy="348813"/>
                </a:xfrm>
                <a:prstGeom prst="rect">
                  <a:avLst/>
                </a:prstGeom>
                <a:blipFill>
                  <a:blip r:embed="rId4"/>
                  <a:stretch>
                    <a:fillRect b="-2105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E48D14F-CAC3-475B-B51C-AA8B6F01EE21}"/>
                </a:ext>
              </a:extLst>
            </p:cNvPr>
            <p:cNvSpPr/>
            <p:nvPr/>
          </p:nvSpPr>
          <p:spPr>
            <a:xfrm rot="5400000">
              <a:off x="3305175" y="1762125"/>
              <a:ext cx="1438275" cy="61023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0A738CE-76FB-4AB9-869A-79EB88100B34}"/>
                  </a:ext>
                </a:extLst>
              </p:cNvPr>
              <p:cNvSpPr txBox="1"/>
              <p:nvPr/>
            </p:nvSpPr>
            <p:spPr>
              <a:xfrm>
                <a:off x="1043409" y="2034589"/>
                <a:ext cx="7715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0A738CE-76FB-4AB9-869A-79EB88100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09" y="2034589"/>
                <a:ext cx="771525" cy="461665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421E6424-1BA8-417C-A9D6-9CD5E19B4E22}"/>
              </a:ext>
            </a:extLst>
          </p:cNvPr>
          <p:cNvGrpSpPr/>
          <p:nvPr/>
        </p:nvGrpSpPr>
        <p:grpSpPr>
          <a:xfrm>
            <a:off x="761477" y="323971"/>
            <a:ext cx="1438273" cy="348423"/>
            <a:chOff x="2969510" y="2296040"/>
            <a:chExt cx="1438273" cy="3484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218927E-DC39-4BF5-824B-D16BAD07500F}"/>
                    </a:ext>
                  </a:extLst>
                </p:cNvPr>
                <p:cNvSpPr txBox="1"/>
                <p:nvPr/>
              </p:nvSpPr>
              <p:spPr>
                <a:xfrm>
                  <a:off x="3238303" y="2305909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218927E-DC39-4BF5-824B-D16BAD075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8303" y="2305909"/>
                  <a:ext cx="361222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A4D2270A-6CAE-4D9A-A6D4-D43FC4494718}"/>
                </a:ext>
              </a:extLst>
            </p:cNvPr>
            <p:cNvGrpSpPr/>
            <p:nvPr/>
          </p:nvGrpSpPr>
          <p:grpSpPr>
            <a:xfrm rot="16200000">
              <a:off x="3551503" y="1747084"/>
              <a:ext cx="274288" cy="1438273"/>
              <a:chOff x="7463917" y="1121171"/>
              <a:chExt cx="327533" cy="1879204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3A8742C5-F0DF-4718-BC6B-F9980BF9D4BD}"/>
                  </a:ext>
                </a:extLst>
              </p:cNvPr>
              <p:cNvSpPr/>
              <p:nvPr/>
            </p:nvSpPr>
            <p:spPr>
              <a:xfrm>
                <a:off x="7463917" y="1121171"/>
                <a:ext cx="327533" cy="11743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D124EA28-4CEA-435C-A000-BC5EEEB6DD53}"/>
                  </a:ext>
                </a:extLst>
              </p:cNvPr>
              <p:cNvSpPr/>
              <p:nvPr/>
            </p:nvSpPr>
            <p:spPr>
              <a:xfrm>
                <a:off x="7463917" y="2295525"/>
                <a:ext cx="327533" cy="7048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BDF4C5D-487E-4817-9E7A-E389B5B2C2BD}"/>
                    </a:ext>
                  </a:extLst>
                </p:cNvPr>
                <p:cNvSpPr txBox="1"/>
                <p:nvPr/>
              </p:nvSpPr>
              <p:spPr>
                <a:xfrm>
                  <a:off x="3956499" y="2296040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BDF4C5D-487E-4817-9E7A-E389B5B2C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499" y="2296040"/>
                  <a:ext cx="361222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B9D6970-5B91-466B-88F5-87584CC1B57E}"/>
              </a:ext>
            </a:extLst>
          </p:cNvPr>
          <p:cNvGrpSpPr/>
          <p:nvPr/>
        </p:nvGrpSpPr>
        <p:grpSpPr>
          <a:xfrm>
            <a:off x="572063" y="1546285"/>
            <a:ext cx="370025" cy="1438273"/>
            <a:chOff x="2780096" y="3708537"/>
            <a:chExt cx="370025" cy="143827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73A570B-C3DC-476C-A80D-8C982E65A6FB}"/>
                </a:ext>
              </a:extLst>
            </p:cNvPr>
            <p:cNvGrpSpPr/>
            <p:nvPr/>
          </p:nvGrpSpPr>
          <p:grpSpPr>
            <a:xfrm rot="10800000">
              <a:off x="2832367" y="3708537"/>
              <a:ext cx="274288" cy="1438273"/>
              <a:chOff x="7463917" y="1121171"/>
              <a:chExt cx="327533" cy="1879204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CC080DB-514F-4234-951E-E18778001ACF}"/>
                  </a:ext>
                </a:extLst>
              </p:cNvPr>
              <p:cNvSpPr/>
              <p:nvPr/>
            </p:nvSpPr>
            <p:spPr>
              <a:xfrm>
                <a:off x="7463917" y="1121171"/>
                <a:ext cx="327533" cy="11743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D6BC391-2DCE-4E7F-BFA3-0DE557FEF422}"/>
                  </a:ext>
                </a:extLst>
              </p:cNvPr>
              <p:cNvSpPr/>
              <p:nvPr/>
            </p:nvSpPr>
            <p:spPr>
              <a:xfrm>
                <a:off x="7463917" y="2295525"/>
                <a:ext cx="327533" cy="7048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4AB88E88-4FDB-4E7E-97B0-6C8BB0592BCB}"/>
                    </a:ext>
                  </a:extLst>
                </p:cNvPr>
                <p:cNvSpPr txBox="1"/>
                <p:nvPr/>
              </p:nvSpPr>
              <p:spPr>
                <a:xfrm>
                  <a:off x="2780096" y="4540691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4AB88E88-4FDB-4E7E-97B0-6C8BB0592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096" y="4540691"/>
                  <a:ext cx="361222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8D27E96-592D-4B6D-88AB-B95CE3872393}"/>
                    </a:ext>
                  </a:extLst>
                </p:cNvPr>
                <p:cNvSpPr txBox="1"/>
                <p:nvPr/>
              </p:nvSpPr>
              <p:spPr>
                <a:xfrm>
                  <a:off x="2788899" y="3793056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8D27E96-592D-4B6D-88AB-B95CE3872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899" y="3793056"/>
                  <a:ext cx="361222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5F6D245-0E8F-4517-9B68-DBB684F4C1D9}"/>
              </a:ext>
            </a:extLst>
          </p:cNvPr>
          <p:cNvGrpSpPr/>
          <p:nvPr/>
        </p:nvGrpSpPr>
        <p:grpSpPr>
          <a:xfrm>
            <a:off x="3132773" y="1546285"/>
            <a:ext cx="361222" cy="1438274"/>
            <a:chOff x="2788899" y="4248003"/>
            <a:chExt cx="361222" cy="898807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3CD68C98-76FC-425E-B5C0-7C8FC5552628}"/>
                </a:ext>
              </a:extLst>
            </p:cNvPr>
            <p:cNvSpPr/>
            <p:nvPr/>
          </p:nvSpPr>
          <p:spPr>
            <a:xfrm rot="10800000">
              <a:off x="2832367" y="4248003"/>
              <a:ext cx="274288" cy="89880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DF82B2EB-54C9-46D5-859A-F03110C063A2}"/>
                    </a:ext>
                  </a:extLst>
                </p:cNvPr>
                <p:cNvSpPr txBox="1"/>
                <p:nvPr/>
              </p:nvSpPr>
              <p:spPr>
                <a:xfrm>
                  <a:off x="2788899" y="4588417"/>
                  <a:ext cx="361222" cy="211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DF82B2EB-54C9-46D5-859A-F03110C06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899" y="4588417"/>
                  <a:ext cx="361222" cy="21156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A79BF7F8-805C-4F09-B04B-A792C6435593}"/>
              </a:ext>
            </a:extLst>
          </p:cNvPr>
          <p:cNvCxnSpPr>
            <a:cxnSpLocks/>
          </p:cNvCxnSpPr>
          <p:nvPr/>
        </p:nvCxnSpPr>
        <p:spPr>
          <a:xfrm>
            <a:off x="2566009" y="2290059"/>
            <a:ext cx="573798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78DE511A-F05E-41B0-99B8-362929B1386E}"/>
              </a:ext>
            </a:extLst>
          </p:cNvPr>
          <p:cNvCxnSpPr>
            <a:cxnSpLocks/>
          </p:cNvCxnSpPr>
          <p:nvPr/>
        </p:nvCxnSpPr>
        <p:spPr>
          <a:xfrm>
            <a:off x="1572154" y="2290060"/>
            <a:ext cx="376590" cy="1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3F971C1C-B72F-42D8-993E-3EB12E86598E}"/>
              </a:ext>
            </a:extLst>
          </p:cNvPr>
          <p:cNvCxnSpPr>
            <a:cxnSpLocks/>
          </p:cNvCxnSpPr>
          <p:nvPr/>
        </p:nvCxnSpPr>
        <p:spPr>
          <a:xfrm>
            <a:off x="898622" y="2291277"/>
            <a:ext cx="376590" cy="1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2B4C88D-E9D2-4133-8527-A4FED5597207}"/>
              </a:ext>
            </a:extLst>
          </p:cNvPr>
          <p:cNvCxnSpPr>
            <a:cxnSpLocks/>
          </p:cNvCxnSpPr>
          <p:nvPr/>
        </p:nvCxnSpPr>
        <p:spPr>
          <a:xfrm>
            <a:off x="4023505" y="903243"/>
            <a:ext cx="0" cy="10661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54EB224-82C8-422C-BD07-DFB9275228DF}"/>
              </a:ext>
            </a:extLst>
          </p:cNvPr>
          <p:cNvGrpSpPr/>
          <p:nvPr/>
        </p:nvGrpSpPr>
        <p:grpSpPr>
          <a:xfrm>
            <a:off x="4549054" y="1546286"/>
            <a:ext cx="612560" cy="1438275"/>
            <a:chOff x="3719197" y="1348103"/>
            <a:chExt cx="612560" cy="1438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CEE91BA-1EF0-4536-AB72-7C00B2DF0CED}"/>
                    </a:ext>
                  </a:extLst>
                </p:cNvPr>
                <p:cNvSpPr txBox="1"/>
                <p:nvPr/>
              </p:nvSpPr>
              <p:spPr>
                <a:xfrm>
                  <a:off x="3719197" y="1892833"/>
                  <a:ext cx="612560" cy="348813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CEE91BA-1EF0-4536-AB72-7C00B2DF0C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9197" y="1892833"/>
                  <a:ext cx="612560" cy="348813"/>
                </a:xfrm>
                <a:prstGeom prst="rect">
                  <a:avLst/>
                </a:prstGeom>
                <a:blipFill>
                  <a:blip r:embed="rId11"/>
                  <a:stretch>
                    <a:fillRect b="-2105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E906F1B6-1764-42E2-B61B-C58BCDB310BB}"/>
                </a:ext>
              </a:extLst>
            </p:cNvPr>
            <p:cNvSpPr/>
            <p:nvPr/>
          </p:nvSpPr>
          <p:spPr>
            <a:xfrm rot="5400000">
              <a:off x="3305175" y="1762125"/>
              <a:ext cx="1438275" cy="61023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FA2E3AF7-7675-4703-AC43-DF5741F0668C}"/>
                  </a:ext>
                </a:extLst>
              </p:cNvPr>
              <p:cNvSpPr txBox="1"/>
              <p:nvPr/>
            </p:nvSpPr>
            <p:spPr>
              <a:xfrm>
                <a:off x="3643719" y="2034589"/>
                <a:ext cx="7715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FA2E3AF7-7675-4703-AC43-DF5741F06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719" y="2034589"/>
                <a:ext cx="771525" cy="461665"/>
              </a:xfrm>
              <a:prstGeom prst="rect">
                <a:avLst/>
              </a:prstGeom>
              <a:blipFill>
                <a:blip r:embed="rId1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组合 92">
            <a:extLst>
              <a:ext uri="{FF2B5EF4-FFF2-40B4-BE49-F238E27FC236}">
                <a16:creationId xmlns:a16="http://schemas.microsoft.com/office/drawing/2014/main" id="{E680534E-83AE-4C6A-8591-CB2233551F59}"/>
              </a:ext>
            </a:extLst>
          </p:cNvPr>
          <p:cNvGrpSpPr/>
          <p:nvPr/>
        </p:nvGrpSpPr>
        <p:grpSpPr>
          <a:xfrm>
            <a:off x="3361787" y="323971"/>
            <a:ext cx="1438273" cy="348423"/>
            <a:chOff x="2969510" y="2296040"/>
            <a:chExt cx="1438273" cy="3484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C72EA36C-7879-4663-9940-237DBD2683B6}"/>
                    </a:ext>
                  </a:extLst>
                </p:cNvPr>
                <p:cNvSpPr txBox="1"/>
                <p:nvPr/>
              </p:nvSpPr>
              <p:spPr>
                <a:xfrm>
                  <a:off x="3238303" y="2305909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C72EA36C-7879-4663-9940-237DBD268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8303" y="2305909"/>
                  <a:ext cx="36122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1CFDF8BD-8EEA-4E65-8EF1-38F9F36281DB}"/>
                </a:ext>
              </a:extLst>
            </p:cNvPr>
            <p:cNvGrpSpPr/>
            <p:nvPr/>
          </p:nvGrpSpPr>
          <p:grpSpPr>
            <a:xfrm rot="16200000">
              <a:off x="3551503" y="1747084"/>
              <a:ext cx="274288" cy="1438273"/>
              <a:chOff x="7463917" y="1121171"/>
              <a:chExt cx="327533" cy="1879204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9A0DA32-217C-4BCB-99B6-541E578FB784}"/>
                  </a:ext>
                </a:extLst>
              </p:cNvPr>
              <p:cNvSpPr/>
              <p:nvPr/>
            </p:nvSpPr>
            <p:spPr>
              <a:xfrm>
                <a:off x="7463917" y="1121171"/>
                <a:ext cx="327533" cy="11743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1A4F67FA-A091-44D7-A3C0-57363AF53144}"/>
                  </a:ext>
                </a:extLst>
              </p:cNvPr>
              <p:cNvSpPr/>
              <p:nvPr/>
            </p:nvSpPr>
            <p:spPr>
              <a:xfrm>
                <a:off x="7463917" y="2295525"/>
                <a:ext cx="327533" cy="7048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F714171B-34BE-4640-8EE1-52AF97EDA808}"/>
                    </a:ext>
                  </a:extLst>
                </p:cNvPr>
                <p:cNvSpPr txBox="1"/>
                <p:nvPr/>
              </p:nvSpPr>
              <p:spPr>
                <a:xfrm>
                  <a:off x="3956499" y="2296040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F714171B-34BE-4640-8EE1-52AF97EDA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499" y="2296040"/>
                  <a:ext cx="361222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3DE9F3D-6906-4DCC-A1D2-C407FB1B9AFC}"/>
              </a:ext>
            </a:extLst>
          </p:cNvPr>
          <p:cNvGrpSpPr/>
          <p:nvPr/>
        </p:nvGrpSpPr>
        <p:grpSpPr>
          <a:xfrm>
            <a:off x="5733083" y="1546285"/>
            <a:ext cx="361222" cy="1438274"/>
            <a:chOff x="2788899" y="4248003"/>
            <a:chExt cx="361222" cy="898807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053A1556-CCF3-471B-817D-8E85635289E9}"/>
                </a:ext>
              </a:extLst>
            </p:cNvPr>
            <p:cNvSpPr/>
            <p:nvPr/>
          </p:nvSpPr>
          <p:spPr>
            <a:xfrm rot="10800000">
              <a:off x="2832367" y="4248003"/>
              <a:ext cx="274288" cy="89880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04112A7-8A79-4D73-AEBC-F36B7EFE0B39}"/>
                    </a:ext>
                  </a:extLst>
                </p:cNvPr>
                <p:cNvSpPr txBox="1"/>
                <p:nvPr/>
              </p:nvSpPr>
              <p:spPr>
                <a:xfrm>
                  <a:off x="2788899" y="4588417"/>
                  <a:ext cx="361222" cy="211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04112A7-8A79-4D73-AEBC-F36B7EFE0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899" y="4588417"/>
                  <a:ext cx="361222" cy="21156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6C10782F-24BD-4FBF-8F13-5186A32C7BCC}"/>
              </a:ext>
            </a:extLst>
          </p:cNvPr>
          <p:cNvCxnSpPr>
            <a:cxnSpLocks/>
          </p:cNvCxnSpPr>
          <p:nvPr/>
        </p:nvCxnSpPr>
        <p:spPr>
          <a:xfrm>
            <a:off x="5166319" y="2290059"/>
            <a:ext cx="573798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43C36531-C35B-4A22-B351-F2370CB1C1DC}"/>
              </a:ext>
            </a:extLst>
          </p:cNvPr>
          <p:cNvCxnSpPr>
            <a:cxnSpLocks/>
          </p:cNvCxnSpPr>
          <p:nvPr/>
        </p:nvCxnSpPr>
        <p:spPr>
          <a:xfrm>
            <a:off x="4172464" y="2290060"/>
            <a:ext cx="376590" cy="1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814C606-E2FD-4178-92D6-A221B39CD857}"/>
              </a:ext>
            </a:extLst>
          </p:cNvPr>
          <p:cNvCxnSpPr>
            <a:cxnSpLocks/>
          </p:cNvCxnSpPr>
          <p:nvPr/>
        </p:nvCxnSpPr>
        <p:spPr>
          <a:xfrm>
            <a:off x="3498932" y="2291277"/>
            <a:ext cx="376590" cy="1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F088385D-F6E1-4F02-8A23-EDEA8E319BA9}"/>
              </a:ext>
            </a:extLst>
          </p:cNvPr>
          <p:cNvGrpSpPr/>
          <p:nvPr/>
        </p:nvGrpSpPr>
        <p:grpSpPr>
          <a:xfrm>
            <a:off x="7597150" y="1540010"/>
            <a:ext cx="361222" cy="1438274"/>
            <a:chOff x="2788899" y="4248003"/>
            <a:chExt cx="361222" cy="898807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E5767D72-E7AC-46C7-91B0-A78C47097777}"/>
                </a:ext>
              </a:extLst>
            </p:cNvPr>
            <p:cNvSpPr/>
            <p:nvPr/>
          </p:nvSpPr>
          <p:spPr>
            <a:xfrm rot="10800000">
              <a:off x="2832367" y="4248003"/>
              <a:ext cx="274288" cy="89880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DA1D2A7B-0FC4-4A1A-B5BD-38AB23D5FA31}"/>
                    </a:ext>
                  </a:extLst>
                </p:cNvPr>
                <p:cNvSpPr txBox="1"/>
                <p:nvPr/>
              </p:nvSpPr>
              <p:spPr>
                <a:xfrm>
                  <a:off x="2788899" y="4588417"/>
                  <a:ext cx="361222" cy="211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DA1D2A7B-0FC4-4A1A-B5BD-38AB23D5F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899" y="4588417"/>
                  <a:ext cx="361222" cy="21156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380863BA-037C-4064-873F-D21BEAF3B9F1}"/>
              </a:ext>
            </a:extLst>
          </p:cNvPr>
          <p:cNvGrpSpPr/>
          <p:nvPr/>
        </p:nvGrpSpPr>
        <p:grpSpPr>
          <a:xfrm>
            <a:off x="9013431" y="1540011"/>
            <a:ext cx="612560" cy="1438275"/>
            <a:chOff x="3719197" y="1348103"/>
            <a:chExt cx="612560" cy="1438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E44BA10-BB7C-430F-A829-774430CC646D}"/>
                    </a:ext>
                  </a:extLst>
                </p:cNvPr>
                <p:cNvSpPr txBox="1"/>
                <p:nvPr/>
              </p:nvSpPr>
              <p:spPr>
                <a:xfrm>
                  <a:off x="3719197" y="1892833"/>
                  <a:ext cx="612560" cy="348813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E44BA10-BB7C-430F-A829-774430CC6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9197" y="1892833"/>
                  <a:ext cx="612560" cy="348813"/>
                </a:xfrm>
                <a:prstGeom prst="rect">
                  <a:avLst/>
                </a:prstGeom>
                <a:blipFill>
                  <a:blip r:embed="rId17"/>
                  <a:stretch>
                    <a:fillRect b="-19298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F759ADAC-FF38-4811-AE4F-46BFEE26A209}"/>
                </a:ext>
              </a:extLst>
            </p:cNvPr>
            <p:cNvSpPr/>
            <p:nvPr/>
          </p:nvSpPr>
          <p:spPr>
            <a:xfrm rot="5400000">
              <a:off x="3305175" y="1762125"/>
              <a:ext cx="1438275" cy="61023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B0109F3-4C5A-4135-81E4-234E3B315BE2}"/>
                  </a:ext>
                </a:extLst>
              </p:cNvPr>
              <p:cNvSpPr txBox="1"/>
              <p:nvPr/>
            </p:nvSpPr>
            <p:spPr>
              <a:xfrm>
                <a:off x="8108096" y="2028314"/>
                <a:ext cx="7715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B0109F3-4C5A-4135-81E4-234E3B315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096" y="2028314"/>
                <a:ext cx="771525" cy="461665"/>
              </a:xfrm>
              <a:prstGeom prst="rect">
                <a:avLst/>
              </a:prstGeom>
              <a:blipFill>
                <a:blip r:embed="rId1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BB74C371-1461-498D-B862-64E3BBFB1C06}"/>
              </a:ext>
            </a:extLst>
          </p:cNvPr>
          <p:cNvGrpSpPr/>
          <p:nvPr/>
        </p:nvGrpSpPr>
        <p:grpSpPr>
          <a:xfrm>
            <a:off x="7794860" y="323971"/>
            <a:ext cx="1438273" cy="348423"/>
            <a:chOff x="2969510" y="2296040"/>
            <a:chExt cx="1438273" cy="3484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A4EA040-3A31-4A17-BD13-000B2543BB3F}"/>
                    </a:ext>
                  </a:extLst>
                </p:cNvPr>
                <p:cNvSpPr txBox="1"/>
                <p:nvPr/>
              </p:nvSpPr>
              <p:spPr>
                <a:xfrm>
                  <a:off x="3238303" y="2305909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/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A4EA040-3A31-4A17-BD13-000B2543B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8303" y="2305909"/>
                  <a:ext cx="361222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EB09045-6FF6-4F1C-8805-15BCD05E2632}"/>
                </a:ext>
              </a:extLst>
            </p:cNvPr>
            <p:cNvGrpSpPr/>
            <p:nvPr/>
          </p:nvGrpSpPr>
          <p:grpSpPr>
            <a:xfrm rot="16200000">
              <a:off x="3551503" y="1747084"/>
              <a:ext cx="274288" cy="1438273"/>
              <a:chOff x="7463917" y="1121171"/>
              <a:chExt cx="327533" cy="1879204"/>
            </a:xfrm>
          </p:grpSpPr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C79AA3A5-9EBC-452A-9A7D-72D862F81779}"/>
                  </a:ext>
                </a:extLst>
              </p:cNvPr>
              <p:cNvSpPr/>
              <p:nvPr/>
            </p:nvSpPr>
            <p:spPr>
              <a:xfrm>
                <a:off x="7463917" y="1121171"/>
                <a:ext cx="327533" cy="11743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5ACA812C-05AF-4ADA-96C9-E7C8C242304D}"/>
                  </a:ext>
                </a:extLst>
              </p:cNvPr>
              <p:cNvSpPr/>
              <p:nvPr/>
            </p:nvSpPr>
            <p:spPr>
              <a:xfrm>
                <a:off x="7463917" y="2295525"/>
                <a:ext cx="327533" cy="7048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9CE99E2-249D-4433-AEC9-A9FAF081DFE7}"/>
                    </a:ext>
                  </a:extLst>
                </p:cNvPr>
                <p:cNvSpPr txBox="1"/>
                <p:nvPr/>
              </p:nvSpPr>
              <p:spPr>
                <a:xfrm>
                  <a:off x="3956499" y="2296040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9CE99E2-249D-4433-AEC9-A9FAF081D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499" y="2296040"/>
                  <a:ext cx="361222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C52AB8CA-B659-48B7-A5EF-3C6D349DEE00}"/>
              </a:ext>
            </a:extLst>
          </p:cNvPr>
          <p:cNvCxnSpPr>
            <a:cxnSpLocks/>
          </p:cNvCxnSpPr>
          <p:nvPr/>
        </p:nvCxnSpPr>
        <p:spPr>
          <a:xfrm>
            <a:off x="8636841" y="2283785"/>
            <a:ext cx="376590" cy="1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3EB83513-548B-4D0D-9A95-FAC2E014E5A0}"/>
              </a:ext>
            </a:extLst>
          </p:cNvPr>
          <p:cNvCxnSpPr>
            <a:cxnSpLocks/>
          </p:cNvCxnSpPr>
          <p:nvPr/>
        </p:nvCxnSpPr>
        <p:spPr>
          <a:xfrm>
            <a:off x="7963309" y="2285002"/>
            <a:ext cx="376590" cy="1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EB6E0DD2-F7A5-4AA8-9D15-20ACCD01594F}"/>
                  </a:ext>
                </a:extLst>
              </p:cNvPr>
              <p:cNvSpPr txBox="1"/>
              <p:nvPr/>
            </p:nvSpPr>
            <p:spPr>
              <a:xfrm>
                <a:off x="4605854" y="4329571"/>
                <a:ext cx="4448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EB6E0DD2-F7A5-4AA8-9D15-20ACCD015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854" y="4329571"/>
                <a:ext cx="44489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F3211515-76EC-478A-A69D-70FED47C5907}"/>
              </a:ext>
            </a:extLst>
          </p:cNvPr>
          <p:cNvCxnSpPr>
            <a:cxnSpLocks/>
          </p:cNvCxnSpPr>
          <p:nvPr/>
        </p:nvCxnSpPr>
        <p:spPr>
          <a:xfrm>
            <a:off x="4988748" y="3739686"/>
            <a:ext cx="0" cy="143827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3CCADE3-960F-49E4-8E21-74775D6FD9BF}"/>
              </a:ext>
            </a:extLst>
          </p:cNvPr>
          <p:cNvGrpSpPr/>
          <p:nvPr/>
        </p:nvGrpSpPr>
        <p:grpSpPr>
          <a:xfrm>
            <a:off x="5157448" y="3739686"/>
            <a:ext cx="361222" cy="1438273"/>
            <a:chOff x="5157448" y="3739686"/>
            <a:chExt cx="361222" cy="1438273"/>
          </a:xfrm>
        </p:grpSpPr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3B0C7E46-F76E-442F-A229-77CEFE0EA1AE}"/>
                </a:ext>
              </a:extLst>
            </p:cNvPr>
            <p:cNvGrpSpPr/>
            <p:nvPr/>
          </p:nvGrpSpPr>
          <p:grpSpPr>
            <a:xfrm>
              <a:off x="5157448" y="3739686"/>
              <a:ext cx="361222" cy="1438273"/>
              <a:chOff x="2819894" y="3708537"/>
              <a:chExt cx="361222" cy="1438273"/>
            </a:xfrm>
          </p:grpSpPr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4689B163-F9B6-4AB2-B1CF-A9E1C521427F}"/>
                  </a:ext>
                </a:extLst>
              </p:cNvPr>
              <p:cNvGrpSpPr/>
              <p:nvPr/>
            </p:nvGrpSpPr>
            <p:grpSpPr>
              <a:xfrm rot="10800000">
                <a:off x="2832367" y="3708537"/>
                <a:ext cx="274288" cy="1438273"/>
                <a:chOff x="7463917" y="1121171"/>
                <a:chExt cx="327533" cy="1879204"/>
              </a:xfrm>
            </p:grpSpPr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02B859C1-FA8F-446B-ADD8-5B166F0CF7F2}"/>
                    </a:ext>
                  </a:extLst>
                </p:cNvPr>
                <p:cNvSpPr/>
                <p:nvPr/>
              </p:nvSpPr>
              <p:spPr>
                <a:xfrm>
                  <a:off x="7463917" y="1121171"/>
                  <a:ext cx="327533" cy="117435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AD990AE6-F4BC-4CEA-B2AC-BD7D728A4E91}"/>
                    </a:ext>
                  </a:extLst>
                </p:cNvPr>
                <p:cNvSpPr/>
                <p:nvPr/>
              </p:nvSpPr>
              <p:spPr>
                <a:xfrm>
                  <a:off x="7463917" y="2295525"/>
                  <a:ext cx="327533" cy="70485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文本框 147">
                    <a:extLst>
                      <a:ext uri="{FF2B5EF4-FFF2-40B4-BE49-F238E27FC236}">
                        <a16:creationId xmlns:a16="http://schemas.microsoft.com/office/drawing/2014/main" id="{F1AD9C89-4064-43A4-B64D-84AF665CD3E9}"/>
                      </a:ext>
                    </a:extLst>
                  </p:cNvPr>
                  <p:cNvSpPr txBox="1"/>
                  <p:nvPr/>
                </p:nvSpPr>
                <p:spPr>
                  <a:xfrm>
                    <a:off x="2819894" y="3793056"/>
                    <a:ext cx="36122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148" name="文本框 147">
                    <a:extLst>
                      <a:ext uri="{FF2B5EF4-FFF2-40B4-BE49-F238E27FC236}">
                        <a16:creationId xmlns:a16="http://schemas.microsoft.com/office/drawing/2014/main" id="{F1AD9C89-4064-43A4-B64D-84AF665CD3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9894" y="3793056"/>
                    <a:ext cx="361222" cy="33855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72143DCD-AFB0-4DC2-9CDC-7189DAFC8816}"/>
                    </a:ext>
                  </a:extLst>
                </p:cNvPr>
                <p:cNvSpPr txBox="1"/>
                <p:nvPr/>
              </p:nvSpPr>
              <p:spPr>
                <a:xfrm>
                  <a:off x="5157448" y="4573003"/>
                  <a:ext cx="3612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72143DCD-AFB0-4DC2-9CDC-7189DAFC8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448" y="4573003"/>
                  <a:ext cx="361222" cy="33855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AE0B8FB-FA0C-4539-BBD1-64CB6FC444A9}"/>
              </a:ext>
            </a:extLst>
          </p:cNvPr>
          <p:cNvGrpSpPr/>
          <p:nvPr/>
        </p:nvGrpSpPr>
        <p:grpSpPr>
          <a:xfrm>
            <a:off x="4768735" y="5340224"/>
            <a:ext cx="1138648" cy="1192227"/>
            <a:chOff x="4768735" y="5340224"/>
            <a:chExt cx="1138648" cy="1192227"/>
          </a:xfrm>
        </p:grpSpPr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556B938-BAF4-45A9-A1A9-8031FEB42296}"/>
                </a:ext>
              </a:extLst>
            </p:cNvPr>
            <p:cNvCxnSpPr>
              <a:cxnSpLocks/>
            </p:cNvCxnSpPr>
            <p:nvPr/>
          </p:nvCxnSpPr>
          <p:spPr>
            <a:xfrm>
              <a:off x="5307065" y="5340224"/>
              <a:ext cx="0" cy="62785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7CF153B6-7D6F-4486-835E-44EE17A9CC98}"/>
                    </a:ext>
                  </a:extLst>
                </p:cNvPr>
                <p:cNvSpPr txBox="1"/>
                <p:nvPr/>
              </p:nvSpPr>
              <p:spPr>
                <a:xfrm>
                  <a:off x="4768735" y="6163119"/>
                  <a:ext cx="11386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7CF153B6-7D6F-4486-835E-44EE17A9C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735" y="6163119"/>
                  <a:ext cx="113864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C124FE1-2301-4FE6-92D5-1298C3919765}"/>
              </a:ext>
            </a:extLst>
          </p:cNvPr>
          <p:cNvGrpSpPr/>
          <p:nvPr/>
        </p:nvGrpSpPr>
        <p:grpSpPr>
          <a:xfrm>
            <a:off x="5532530" y="3739684"/>
            <a:ext cx="2410421" cy="2824509"/>
            <a:chOff x="5532530" y="3739684"/>
            <a:chExt cx="2410421" cy="2824509"/>
          </a:xfrm>
        </p:grpSpPr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EE3B31A0-CDC6-4A7A-A4D2-6480E77EDE3E}"/>
                </a:ext>
              </a:extLst>
            </p:cNvPr>
            <p:cNvCxnSpPr>
              <a:cxnSpLocks/>
            </p:cNvCxnSpPr>
            <p:nvPr/>
          </p:nvCxnSpPr>
          <p:spPr>
            <a:xfrm>
              <a:off x="5532530" y="4497636"/>
              <a:ext cx="474127" cy="5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5DAB2440-63A5-465E-BF46-463F291BE0A2}"/>
                </a:ext>
              </a:extLst>
            </p:cNvPr>
            <p:cNvGrpSpPr/>
            <p:nvPr/>
          </p:nvGrpSpPr>
          <p:grpSpPr>
            <a:xfrm>
              <a:off x="6029902" y="3739684"/>
              <a:ext cx="612560" cy="1438275"/>
              <a:chOff x="3719197" y="1348103"/>
              <a:chExt cx="612560" cy="14382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90ACFFAD-0FE2-4D9F-AD1E-58C15FB176D6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197" y="1892833"/>
                    <a:ext cx="612560" cy="348813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90ACFFAD-0FE2-4D9F-AD1E-58C15FB176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197" y="1892833"/>
                    <a:ext cx="612560" cy="34881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9298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421E4113-A35B-42AA-8CCA-9059682073D4}"/>
                  </a:ext>
                </a:extLst>
              </p:cNvPr>
              <p:cNvSpPr/>
              <p:nvPr/>
            </p:nvSpPr>
            <p:spPr>
              <a:xfrm rot="5400000">
                <a:off x="3305175" y="1762125"/>
                <a:ext cx="1438275" cy="610231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074B35AF-62F4-43F8-B5BC-5D8D13B471E2}"/>
                </a:ext>
              </a:extLst>
            </p:cNvPr>
            <p:cNvCxnSpPr>
              <a:cxnSpLocks/>
            </p:cNvCxnSpPr>
            <p:nvPr/>
          </p:nvCxnSpPr>
          <p:spPr>
            <a:xfrm>
              <a:off x="6663378" y="4483458"/>
              <a:ext cx="57379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721D394F-CB63-4479-B994-24295479DAD0}"/>
                </a:ext>
              </a:extLst>
            </p:cNvPr>
            <p:cNvGrpSpPr/>
            <p:nvPr/>
          </p:nvGrpSpPr>
          <p:grpSpPr>
            <a:xfrm>
              <a:off x="7258092" y="3739684"/>
              <a:ext cx="361222" cy="1438273"/>
              <a:chOff x="5157448" y="3739686"/>
              <a:chExt cx="361222" cy="1438273"/>
            </a:xfrm>
          </p:grpSpPr>
          <p:grpSp>
            <p:nvGrpSpPr>
              <p:cNvPr id="163" name="组合 162">
                <a:extLst>
                  <a:ext uri="{FF2B5EF4-FFF2-40B4-BE49-F238E27FC236}">
                    <a16:creationId xmlns:a16="http://schemas.microsoft.com/office/drawing/2014/main" id="{FF68DB19-976E-4004-91EA-DEF0A016C0A1}"/>
                  </a:ext>
                </a:extLst>
              </p:cNvPr>
              <p:cNvGrpSpPr/>
              <p:nvPr/>
            </p:nvGrpSpPr>
            <p:grpSpPr>
              <a:xfrm>
                <a:off x="5157448" y="3739686"/>
                <a:ext cx="361222" cy="1438273"/>
                <a:chOff x="2819894" y="3708537"/>
                <a:chExt cx="361222" cy="1438273"/>
              </a:xfrm>
            </p:grpSpPr>
            <p:grpSp>
              <p:nvGrpSpPr>
                <p:cNvPr id="165" name="组合 164">
                  <a:extLst>
                    <a:ext uri="{FF2B5EF4-FFF2-40B4-BE49-F238E27FC236}">
                      <a16:creationId xmlns:a16="http://schemas.microsoft.com/office/drawing/2014/main" id="{CB98F21C-35E0-4D40-BC69-DE3E73BD9C08}"/>
                    </a:ext>
                  </a:extLst>
                </p:cNvPr>
                <p:cNvGrpSpPr/>
                <p:nvPr/>
              </p:nvGrpSpPr>
              <p:grpSpPr>
                <a:xfrm rot="10800000">
                  <a:off x="2832367" y="3708537"/>
                  <a:ext cx="274288" cy="1438273"/>
                  <a:chOff x="7463917" y="1121171"/>
                  <a:chExt cx="327533" cy="1879204"/>
                </a:xfrm>
              </p:grpSpPr>
              <p:sp>
                <p:nvSpPr>
                  <p:cNvPr id="167" name="矩形 166">
                    <a:extLst>
                      <a:ext uri="{FF2B5EF4-FFF2-40B4-BE49-F238E27FC236}">
                        <a16:creationId xmlns:a16="http://schemas.microsoft.com/office/drawing/2014/main" id="{F0FE0592-8BE5-40F9-A5C1-DDD332D5ECC4}"/>
                      </a:ext>
                    </a:extLst>
                  </p:cNvPr>
                  <p:cNvSpPr/>
                  <p:nvPr/>
                </p:nvSpPr>
                <p:spPr>
                  <a:xfrm>
                    <a:off x="7463917" y="1121171"/>
                    <a:ext cx="327533" cy="117435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8" name="矩形 167">
                    <a:extLst>
                      <a:ext uri="{FF2B5EF4-FFF2-40B4-BE49-F238E27FC236}">
                        <a16:creationId xmlns:a16="http://schemas.microsoft.com/office/drawing/2014/main" id="{FB552017-6F71-45F3-8502-E8D26404E604}"/>
                      </a:ext>
                    </a:extLst>
                  </p:cNvPr>
                  <p:cNvSpPr/>
                  <p:nvPr/>
                </p:nvSpPr>
                <p:spPr>
                  <a:xfrm>
                    <a:off x="7463917" y="2295525"/>
                    <a:ext cx="327533" cy="70485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3113D63B-281A-4FFE-B659-D50C66C20C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19894" y="3793056"/>
                      <a:ext cx="36122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3113D63B-281A-4FFE-B659-D50C66C20C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19894" y="3793056"/>
                      <a:ext cx="361222" cy="338554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D051E8DF-30AB-4B70-8A3A-9139B4B62EDF}"/>
                      </a:ext>
                    </a:extLst>
                  </p:cNvPr>
                  <p:cNvSpPr txBox="1"/>
                  <p:nvPr/>
                </p:nvSpPr>
                <p:spPr>
                  <a:xfrm>
                    <a:off x="5157448" y="4573003"/>
                    <a:ext cx="36122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D051E8DF-30AB-4B70-8A3A-9139B4B62E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7448" y="4573003"/>
                    <a:ext cx="361222" cy="33855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5E5E7959-E425-4DB9-BA4C-14C59ED605FB}"/>
                </a:ext>
              </a:extLst>
            </p:cNvPr>
            <p:cNvGrpSpPr/>
            <p:nvPr/>
          </p:nvGrpSpPr>
          <p:grpSpPr>
            <a:xfrm>
              <a:off x="6804303" y="5371966"/>
              <a:ext cx="1138648" cy="1192227"/>
              <a:chOff x="4768735" y="5340224"/>
              <a:chExt cx="1138648" cy="1192227"/>
            </a:xfrm>
          </p:grpSpPr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213FECF3-6E6F-4C24-A6C0-E32FE02EC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7065" y="5340224"/>
                <a:ext cx="0" cy="62785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文本框 170">
                    <a:extLst>
                      <a:ext uri="{FF2B5EF4-FFF2-40B4-BE49-F238E27FC236}">
                        <a16:creationId xmlns:a16="http://schemas.microsoft.com/office/drawing/2014/main" id="{DD33F4BB-FEB4-4718-ACE9-05A7150A6452}"/>
                      </a:ext>
                    </a:extLst>
                  </p:cNvPr>
                  <p:cNvSpPr txBox="1"/>
                  <p:nvPr/>
                </p:nvSpPr>
                <p:spPr>
                  <a:xfrm>
                    <a:off x="4768735" y="6163119"/>
                    <a:ext cx="113864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71" name="文本框 170">
                    <a:extLst>
                      <a:ext uri="{FF2B5EF4-FFF2-40B4-BE49-F238E27FC236}">
                        <a16:creationId xmlns:a16="http://schemas.microsoft.com/office/drawing/2014/main" id="{DD33F4BB-FEB4-4718-ACE9-05A7150A64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68735" y="6163119"/>
                    <a:ext cx="113864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50BF71B-1A82-4E79-BE90-937FAE082806}"/>
              </a:ext>
            </a:extLst>
          </p:cNvPr>
          <p:cNvGrpSpPr/>
          <p:nvPr/>
        </p:nvGrpSpPr>
        <p:grpSpPr>
          <a:xfrm>
            <a:off x="7672496" y="3739685"/>
            <a:ext cx="2444503" cy="2821967"/>
            <a:chOff x="7672496" y="3739685"/>
            <a:chExt cx="2444503" cy="2821967"/>
          </a:xfrm>
        </p:grpSpPr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AA2DE1E9-5986-4CCF-B5AC-62C58B11621C}"/>
                </a:ext>
              </a:extLst>
            </p:cNvPr>
            <p:cNvCxnSpPr>
              <a:cxnSpLocks/>
            </p:cNvCxnSpPr>
            <p:nvPr/>
          </p:nvCxnSpPr>
          <p:spPr>
            <a:xfrm>
              <a:off x="7672496" y="4497637"/>
              <a:ext cx="474127" cy="5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B0FFA8EC-82D5-49CF-8E6A-74E995BDD5C1}"/>
                </a:ext>
              </a:extLst>
            </p:cNvPr>
            <p:cNvGrpSpPr/>
            <p:nvPr/>
          </p:nvGrpSpPr>
          <p:grpSpPr>
            <a:xfrm>
              <a:off x="8169868" y="3739685"/>
              <a:ext cx="612560" cy="1438275"/>
              <a:chOff x="3719197" y="1348103"/>
              <a:chExt cx="612560" cy="14382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文本框 173">
                    <a:extLst>
                      <a:ext uri="{FF2B5EF4-FFF2-40B4-BE49-F238E27FC236}">
                        <a16:creationId xmlns:a16="http://schemas.microsoft.com/office/drawing/2014/main" id="{13F14BDD-1EFC-4009-95BF-4BD724990662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197" y="1892833"/>
                    <a:ext cx="612560" cy="348813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74" name="文本框 173">
                    <a:extLst>
                      <a:ext uri="{FF2B5EF4-FFF2-40B4-BE49-F238E27FC236}">
                        <a16:creationId xmlns:a16="http://schemas.microsoft.com/office/drawing/2014/main" id="{13F14BDD-1EFC-4009-95BF-4BD7249906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197" y="1892833"/>
                    <a:ext cx="612560" cy="34881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b="-19298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5" name="矩形: 圆角 174">
                <a:extLst>
                  <a:ext uri="{FF2B5EF4-FFF2-40B4-BE49-F238E27FC236}">
                    <a16:creationId xmlns:a16="http://schemas.microsoft.com/office/drawing/2014/main" id="{D6ED7B47-8CD9-4D6A-A4D2-0CE9564CA8DB}"/>
                  </a:ext>
                </a:extLst>
              </p:cNvPr>
              <p:cNvSpPr/>
              <p:nvPr/>
            </p:nvSpPr>
            <p:spPr>
              <a:xfrm rot="5400000">
                <a:off x="3305175" y="1762125"/>
                <a:ext cx="1438275" cy="610231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CE20B8D5-B923-455E-AA76-388C3ECA36BC}"/>
                </a:ext>
              </a:extLst>
            </p:cNvPr>
            <p:cNvCxnSpPr>
              <a:cxnSpLocks/>
            </p:cNvCxnSpPr>
            <p:nvPr/>
          </p:nvCxnSpPr>
          <p:spPr>
            <a:xfrm>
              <a:off x="8803344" y="4483459"/>
              <a:ext cx="57379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DDE4DC4B-8E1B-497C-A7C0-076B3975A7D2}"/>
                </a:ext>
              </a:extLst>
            </p:cNvPr>
            <p:cNvGrpSpPr/>
            <p:nvPr/>
          </p:nvGrpSpPr>
          <p:grpSpPr>
            <a:xfrm>
              <a:off x="9398058" y="3739685"/>
              <a:ext cx="361222" cy="1438273"/>
              <a:chOff x="5157448" y="3739686"/>
              <a:chExt cx="361222" cy="1438273"/>
            </a:xfrm>
          </p:grpSpPr>
          <p:grpSp>
            <p:nvGrpSpPr>
              <p:cNvPr id="178" name="组合 177">
                <a:extLst>
                  <a:ext uri="{FF2B5EF4-FFF2-40B4-BE49-F238E27FC236}">
                    <a16:creationId xmlns:a16="http://schemas.microsoft.com/office/drawing/2014/main" id="{E3C67773-143E-42EA-8534-6DFB87A0C0DA}"/>
                  </a:ext>
                </a:extLst>
              </p:cNvPr>
              <p:cNvGrpSpPr/>
              <p:nvPr/>
            </p:nvGrpSpPr>
            <p:grpSpPr>
              <a:xfrm>
                <a:off x="5157448" y="3739686"/>
                <a:ext cx="361222" cy="1438273"/>
                <a:chOff x="2819894" y="3708537"/>
                <a:chExt cx="361222" cy="1438273"/>
              </a:xfrm>
            </p:grpSpPr>
            <p:grpSp>
              <p:nvGrpSpPr>
                <p:cNvPr id="180" name="组合 179">
                  <a:extLst>
                    <a:ext uri="{FF2B5EF4-FFF2-40B4-BE49-F238E27FC236}">
                      <a16:creationId xmlns:a16="http://schemas.microsoft.com/office/drawing/2014/main" id="{33207DD3-6B11-487C-A6AC-6E7E0F455D9C}"/>
                    </a:ext>
                  </a:extLst>
                </p:cNvPr>
                <p:cNvGrpSpPr/>
                <p:nvPr/>
              </p:nvGrpSpPr>
              <p:grpSpPr>
                <a:xfrm rot="10800000">
                  <a:off x="2832367" y="3708537"/>
                  <a:ext cx="274288" cy="1438273"/>
                  <a:chOff x="7463917" y="1121171"/>
                  <a:chExt cx="327533" cy="1879204"/>
                </a:xfrm>
              </p:grpSpPr>
              <p:sp>
                <p:nvSpPr>
                  <p:cNvPr id="182" name="矩形 181">
                    <a:extLst>
                      <a:ext uri="{FF2B5EF4-FFF2-40B4-BE49-F238E27FC236}">
                        <a16:creationId xmlns:a16="http://schemas.microsoft.com/office/drawing/2014/main" id="{EA17A089-FEEC-4871-9676-6A60637F5040}"/>
                      </a:ext>
                    </a:extLst>
                  </p:cNvPr>
                  <p:cNvSpPr/>
                  <p:nvPr/>
                </p:nvSpPr>
                <p:spPr>
                  <a:xfrm>
                    <a:off x="7463917" y="1121171"/>
                    <a:ext cx="327533" cy="117435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3" name="矩形 182">
                    <a:extLst>
                      <a:ext uri="{FF2B5EF4-FFF2-40B4-BE49-F238E27FC236}">
                        <a16:creationId xmlns:a16="http://schemas.microsoft.com/office/drawing/2014/main" id="{61BD7AFA-6E72-4A9C-83EE-635C6DEB2052}"/>
                      </a:ext>
                    </a:extLst>
                  </p:cNvPr>
                  <p:cNvSpPr/>
                  <p:nvPr/>
                </p:nvSpPr>
                <p:spPr>
                  <a:xfrm>
                    <a:off x="7463917" y="2295525"/>
                    <a:ext cx="327533" cy="70485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1" name="文本框 180">
                      <a:extLst>
                        <a:ext uri="{FF2B5EF4-FFF2-40B4-BE49-F238E27FC236}">
                          <a16:creationId xmlns:a16="http://schemas.microsoft.com/office/drawing/2014/main" id="{9B2B9A54-7437-4F49-B6F7-686416DD28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19894" y="3793056"/>
                      <a:ext cx="36122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/>
                    </a:p>
                  </p:txBody>
                </p:sp>
              </mc:Choice>
              <mc:Fallback xmlns="">
                <p:sp>
                  <p:nvSpPr>
                    <p:cNvPr id="181" name="文本框 180">
                      <a:extLst>
                        <a:ext uri="{FF2B5EF4-FFF2-40B4-BE49-F238E27FC236}">
                          <a16:creationId xmlns:a16="http://schemas.microsoft.com/office/drawing/2014/main" id="{9B2B9A54-7437-4F49-B6F7-686416DD28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19894" y="3793056"/>
                      <a:ext cx="361222" cy="338554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AAF57A18-A42D-4CBD-A9BB-934D33D0C9AE}"/>
                      </a:ext>
                    </a:extLst>
                  </p:cNvPr>
                  <p:cNvSpPr txBox="1"/>
                  <p:nvPr/>
                </p:nvSpPr>
                <p:spPr>
                  <a:xfrm>
                    <a:off x="5157448" y="4573003"/>
                    <a:ext cx="36122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AAF57A18-A42D-4CBD-A9BB-934D33D0C9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7448" y="4573003"/>
                    <a:ext cx="361222" cy="33855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C52ADA88-7098-4FFD-B6B7-7D818AAB14D9}"/>
                </a:ext>
              </a:extLst>
            </p:cNvPr>
            <p:cNvGrpSpPr/>
            <p:nvPr/>
          </p:nvGrpSpPr>
          <p:grpSpPr>
            <a:xfrm>
              <a:off x="8978351" y="5369425"/>
              <a:ext cx="1138648" cy="1192227"/>
              <a:chOff x="4768735" y="5340224"/>
              <a:chExt cx="1138648" cy="1192227"/>
            </a:xfrm>
          </p:grpSpPr>
          <p:cxnSp>
            <p:nvCxnSpPr>
              <p:cNvPr id="185" name="直接箭头连接符 184">
                <a:extLst>
                  <a:ext uri="{FF2B5EF4-FFF2-40B4-BE49-F238E27FC236}">
                    <a16:creationId xmlns:a16="http://schemas.microsoft.com/office/drawing/2014/main" id="{504B3B56-0B52-4A91-B08E-62FE51E210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7065" y="5340224"/>
                <a:ext cx="0" cy="62785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DF6C134F-1492-4C2C-AE0E-7E56D5ADF907}"/>
                      </a:ext>
                    </a:extLst>
                  </p:cNvPr>
                  <p:cNvSpPr txBox="1"/>
                  <p:nvPr/>
                </p:nvSpPr>
                <p:spPr>
                  <a:xfrm>
                    <a:off x="4768735" y="6163119"/>
                    <a:ext cx="113864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DF6C134F-1492-4C2C-AE0E-7E56D5ADF9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68735" y="6163119"/>
                    <a:ext cx="1138648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3F1FF113-0268-490C-9280-8B4B84184B93}"/>
              </a:ext>
            </a:extLst>
          </p:cNvPr>
          <p:cNvCxnSpPr>
            <a:cxnSpLocks/>
          </p:cNvCxnSpPr>
          <p:nvPr/>
        </p:nvCxnSpPr>
        <p:spPr>
          <a:xfrm>
            <a:off x="9861617" y="4483458"/>
            <a:ext cx="33359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6F45F53E-0A73-4E0E-9C2D-3AF4C768913F}"/>
                  </a:ext>
                </a:extLst>
              </p:cNvPr>
              <p:cNvSpPr txBox="1"/>
              <p:nvPr/>
            </p:nvSpPr>
            <p:spPr>
              <a:xfrm>
                <a:off x="10323896" y="4221848"/>
                <a:ext cx="8167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6F45F53E-0A73-4E0E-9C2D-3AF4C7689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896" y="4221848"/>
                <a:ext cx="816746" cy="52322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03EFC035-7A6B-4FC9-9A64-4F7E5D7FFA12}"/>
              </a:ext>
            </a:extLst>
          </p:cNvPr>
          <p:cNvCxnSpPr>
            <a:cxnSpLocks/>
          </p:cNvCxnSpPr>
          <p:nvPr/>
        </p:nvCxnSpPr>
        <p:spPr>
          <a:xfrm>
            <a:off x="7117179" y="2306796"/>
            <a:ext cx="33359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7EBA38BC-9910-4381-8474-088EB4026D34}"/>
              </a:ext>
            </a:extLst>
          </p:cNvPr>
          <p:cNvCxnSpPr>
            <a:cxnSpLocks/>
          </p:cNvCxnSpPr>
          <p:nvPr/>
        </p:nvCxnSpPr>
        <p:spPr>
          <a:xfrm>
            <a:off x="4023911" y="903243"/>
            <a:ext cx="0" cy="10661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2D08A0F2-8357-4635-8DDF-CC14BCD3094F}"/>
              </a:ext>
            </a:extLst>
          </p:cNvPr>
          <p:cNvCxnSpPr>
            <a:cxnSpLocks/>
          </p:cNvCxnSpPr>
          <p:nvPr/>
        </p:nvCxnSpPr>
        <p:spPr>
          <a:xfrm>
            <a:off x="8474983" y="903242"/>
            <a:ext cx="0" cy="10661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B365084D-979E-4241-9B74-C6B517ADD092}"/>
              </a:ext>
            </a:extLst>
          </p:cNvPr>
          <p:cNvCxnSpPr>
            <a:cxnSpLocks/>
            <a:stCxn id="129" idx="0"/>
          </p:cNvCxnSpPr>
          <p:nvPr/>
        </p:nvCxnSpPr>
        <p:spPr>
          <a:xfrm flipH="1">
            <a:off x="3084523" y="2259149"/>
            <a:ext cx="6539139" cy="1083023"/>
          </a:xfrm>
          <a:prstGeom prst="bentConnector3">
            <a:avLst>
              <a:gd name="adj1" fmla="val -9827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95662DF5-E918-43FF-97CD-CED2DD9D693E}"/>
              </a:ext>
            </a:extLst>
          </p:cNvPr>
          <p:cNvCxnSpPr>
            <a:cxnSpLocks/>
          </p:cNvCxnSpPr>
          <p:nvPr/>
        </p:nvCxnSpPr>
        <p:spPr>
          <a:xfrm>
            <a:off x="3084523" y="3367962"/>
            <a:ext cx="1521331" cy="1126857"/>
          </a:xfrm>
          <a:prstGeom prst="bentConnector3">
            <a:avLst>
              <a:gd name="adj1" fmla="val 538"/>
            </a:avLst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382EB5D4-F4EB-4BF0-89EA-87A9AE07ABF7}"/>
              </a:ext>
            </a:extLst>
          </p:cNvPr>
          <p:cNvSpPr txBox="1"/>
          <p:nvPr/>
        </p:nvSpPr>
        <p:spPr>
          <a:xfrm>
            <a:off x="10323896" y="662525"/>
            <a:ext cx="132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吸水阶段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DD41D3C6-E5EE-421B-B7F7-F95507D54C81}"/>
              </a:ext>
            </a:extLst>
          </p:cNvPr>
          <p:cNvSpPr txBox="1"/>
          <p:nvPr/>
        </p:nvSpPr>
        <p:spPr>
          <a:xfrm>
            <a:off x="2297997" y="4993292"/>
            <a:ext cx="132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挤水阶段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616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终止 3">
            <a:extLst>
              <a:ext uri="{FF2B5EF4-FFF2-40B4-BE49-F238E27FC236}">
                <a16:creationId xmlns:a16="http://schemas.microsoft.com/office/drawing/2014/main" id="{E4B1A5CD-5D6C-4075-9CB4-4F4515D260A0}"/>
              </a:ext>
            </a:extLst>
          </p:cNvPr>
          <p:cNvSpPr/>
          <p:nvPr/>
        </p:nvSpPr>
        <p:spPr>
          <a:xfrm>
            <a:off x="3294530" y="149980"/>
            <a:ext cx="770087" cy="281354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endParaRPr lang="en-US" altLang="zh-CN" sz="11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流程图: 数据 4">
                <a:extLst>
                  <a:ext uri="{FF2B5EF4-FFF2-40B4-BE49-F238E27FC236}">
                    <a16:creationId xmlns:a16="http://schemas.microsoft.com/office/drawing/2014/main" id="{7B56D3D4-E3AD-47FC-9B5A-1F988532162A}"/>
                  </a:ext>
                </a:extLst>
              </p:cNvPr>
              <p:cNvSpPr/>
              <p:nvPr/>
            </p:nvSpPr>
            <p:spPr>
              <a:xfrm>
                <a:off x="3083077" y="637445"/>
                <a:ext cx="1193004" cy="395665"/>
              </a:xfrm>
              <a:prstGeom prst="flowChartInputOutpu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>
                    <a:solidFill>
                      <a:schemeClr val="tx1"/>
                    </a:solidFill>
                  </a:rPr>
                  <a:t>输入明文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流程图: 数据 4">
                <a:extLst>
                  <a:ext uri="{FF2B5EF4-FFF2-40B4-BE49-F238E27FC236}">
                    <a16:creationId xmlns:a16="http://schemas.microsoft.com/office/drawing/2014/main" id="{7B56D3D4-E3AD-47FC-9B5A-1F9885321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077" y="637445"/>
                <a:ext cx="1193004" cy="395665"/>
              </a:xfrm>
              <a:prstGeom prst="flowChartInputOutpu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9AA846E6-D398-40DE-97A0-7B0B6B53C7F4}"/>
              </a:ext>
            </a:extLst>
          </p:cNvPr>
          <p:cNvGrpSpPr/>
          <p:nvPr/>
        </p:nvGrpSpPr>
        <p:grpSpPr>
          <a:xfrm>
            <a:off x="3048457" y="1235346"/>
            <a:ext cx="1262241" cy="430417"/>
            <a:chOff x="2967128" y="2400335"/>
            <a:chExt cx="1262241" cy="430417"/>
          </a:xfrm>
        </p:grpSpPr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55A0F989-6DE5-4C3C-8515-C69D6E26D9EE}"/>
                </a:ext>
              </a:extLst>
            </p:cNvPr>
            <p:cNvSpPr/>
            <p:nvPr/>
          </p:nvSpPr>
          <p:spPr>
            <a:xfrm>
              <a:off x="2967128" y="2400335"/>
              <a:ext cx="1262241" cy="395665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1089DF0-C804-43AA-BDAB-E1ECAD483ACE}"/>
                </a:ext>
              </a:extLst>
            </p:cNvPr>
            <p:cNvSpPr txBox="1"/>
            <p:nvPr/>
          </p:nvSpPr>
          <p:spPr>
            <a:xfrm>
              <a:off x="2973733" y="2415254"/>
              <a:ext cx="124972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/>
                <a:t>消息填充</a:t>
              </a:r>
              <a:r>
                <a:rPr lang="en-US" altLang="zh-CN" sz="1050"/>
                <a:t>, </a:t>
              </a:r>
            </a:p>
            <a:p>
              <a:pPr algn="ctr"/>
              <a:r>
                <a:rPr lang="zh-CN" altLang="en-US" sz="1050"/>
                <a:t>至</a:t>
              </a:r>
              <a:r>
                <a:rPr lang="en-US" altLang="zh-CN" sz="1050"/>
                <a:t>64*k </a:t>
              </a:r>
              <a:r>
                <a:rPr lang="zh-CN" altLang="en-US" sz="1050"/>
                <a:t>字节长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814621-AC41-42F5-8139-C2BCF3017411}"/>
              </a:ext>
            </a:extLst>
          </p:cNvPr>
          <p:cNvGrpSpPr/>
          <p:nvPr/>
        </p:nvGrpSpPr>
        <p:grpSpPr>
          <a:xfrm>
            <a:off x="3043307" y="1861584"/>
            <a:ext cx="1345221" cy="446590"/>
            <a:chOff x="2961979" y="2414615"/>
            <a:chExt cx="1345221" cy="446590"/>
          </a:xfrm>
        </p:grpSpPr>
        <p:sp>
          <p:nvSpPr>
            <p:cNvPr id="10" name="流程图: 过程 9">
              <a:extLst>
                <a:ext uri="{FF2B5EF4-FFF2-40B4-BE49-F238E27FC236}">
                  <a16:creationId xmlns:a16="http://schemas.microsoft.com/office/drawing/2014/main" id="{A1B03262-0C49-4177-BEC9-E1DF7D639CE5}"/>
                </a:ext>
              </a:extLst>
            </p:cNvPr>
            <p:cNvSpPr/>
            <p:nvPr/>
          </p:nvSpPr>
          <p:spPr>
            <a:xfrm>
              <a:off x="2967127" y="2414615"/>
              <a:ext cx="1262243" cy="430888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DD94803-D1B7-4D63-ADF7-AA1B394A1EE2}"/>
                    </a:ext>
                  </a:extLst>
                </p:cNvPr>
                <p:cNvSpPr txBox="1"/>
                <p:nvPr/>
              </p:nvSpPr>
              <p:spPr>
                <a:xfrm>
                  <a:off x="2961979" y="2430318"/>
                  <a:ext cx="134522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50"/>
                    <a:t>消息分组</a:t>
                  </a:r>
                  <a:r>
                    <a:rPr lang="en-US" altLang="zh-CN" sz="1050"/>
                    <a:t>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05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DD94803-D1B7-4D63-ADF7-AA1B394A1E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1979" y="2430318"/>
                  <a:ext cx="1345221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410A4A2-7AAF-45C2-84DC-FBCCAE15A315}"/>
              </a:ext>
            </a:extLst>
          </p:cNvPr>
          <p:cNvGrpSpPr/>
          <p:nvPr/>
        </p:nvGrpSpPr>
        <p:grpSpPr>
          <a:xfrm>
            <a:off x="3300245" y="2530453"/>
            <a:ext cx="749757" cy="285528"/>
            <a:chOff x="2975983" y="2484522"/>
            <a:chExt cx="1102332" cy="341510"/>
          </a:xfrm>
        </p:grpSpPr>
        <p:sp>
          <p:nvSpPr>
            <p:cNvPr id="13" name="流程图: 过程 12">
              <a:extLst>
                <a:ext uri="{FF2B5EF4-FFF2-40B4-BE49-F238E27FC236}">
                  <a16:creationId xmlns:a16="http://schemas.microsoft.com/office/drawing/2014/main" id="{24641DC5-7383-4D41-8650-202932017D0F}"/>
                </a:ext>
              </a:extLst>
            </p:cNvPr>
            <p:cNvSpPr/>
            <p:nvPr/>
          </p:nvSpPr>
          <p:spPr>
            <a:xfrm>
              <a:off x="2975983" y="2484522"/>
              <a:ext cx="1102332" cy="34151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7AF6975-0945-4A37-836D-2D0E35292093}"/>
                    </a:ext>
                  </a:extLst>
                </p:cNvPr>
                <p:cNvSpPr txBox="1"/>
                <p:nvPr/>
              </p:nvSpPr>
              <p:spPr>
                <a:xfrm>
                  <a:off x="3215782" y="2524471"/>
                  <a:ext cx="76493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←0</m:t>
                        </m:r>
                      </m:oMath>
                    </m:oMathPara>
                  </a14:m>
                  <a:endParaRPr lang="en-US" altLang="zh-CN" sz="1100" b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7AF6975-0945-4A37-836D-2D0E35292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782" y="2524471"/>
                  <a:ext cx="76493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92B1DB0-1A65-47CB-BBB9-D2392841D4A9}"/>
              </a:ext>
            </a:extLst>
          </p:cNvPr>
          <p:cNvGrpSpPr/>
          <p:nvPr/>
        </p:nvGrpSpPr>
        <p:grpSpPr>
          <a:xfrm>
            <a:off x="3097988" y="3021017"/>
            <a:ext cx="1154269" cy="350813"/>
            <a:chOff x="6919545" y="4150943"/>
            <a:chExt cx="1084748" cy="508190"/>
          </a:xfrm>
        </p:grpSpPr>
        <p:sp>
          <p:nvSpPr>
            <p:cNvPr id="15" name="流程图: 决策 14">
              <a:extLst>
                <a:ext uri="{FF2B5EF4-FFF2-40B4-BE49-F238E27FC236}">
                  <a16:creationId xmlns:a16="http://schemas.microsoft.com/office/drawing/2014/main" id="{48625BCB-4C65-4325-9A51-9FEAAA66BAD7}"/>
                </a:ext>
              </a:extLst>
            </p:cNvPr>
            <p:cNvSpPr/>
            <p:nvPr/>
          </p:nvSpPr>
          <p:spPr>
            <a:xfrm>
              <a:off x="6919545" y="4150943"/>
              <a:ext cx="1084748" cy="508190"/>
            </a:xfrm>
            <a:prstGeom prst="flowChartDecis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FDFCF9C-CE2E-430E-9B9A-B4034F288ACC}"/>
                    </a:ext>
                  </a:extLst>
                </p:cNvPr>
                <p:cNvSpPr txBox="1"/>
                <p:nvPr/>
              </p:nvSpPr>
              <p:spPr>
                <a:xfrm>
                  <a:off x="7133602" y="4204625"/>
                  <a:ext cx="694592" cy="277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20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FDFCF9C-CE2E-430E-9B9A-B4034F288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3602" y="4204625"/>
                  <a:ext cx="694592" cy="277000"/>
                </a:xfrm>
                <a:prstGeom prst="rect">
                  <a:avLst/>
                </a:prstGeom>
                <a:blipFill>
                  <a:blip r:embed="rId5"/>
                  <a:stretch>
                    <a:fillRect b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7773939-CEE2-44B6-81F5-7A322547528D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3679574" y="431334"/>
            <a:ext cx="5" cy="2061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EB6EC27-97D2-4F69-B998-F6CE1B52FD6B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 flipH="1">
            <a:off x="3679578" y="1033110"/>
            <a:ext cx="1" cy="2022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A11132F-03DC-4CFD-BAF4-72A4984571F0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3679577" y="1631011"/>
            <a:ext cx="1" cy="23057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6F44D99-903B-4B8F-B5BA-B9A98609814B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3675124" y="2292472"/>
            <a:ext cx="4453" cy="23798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195BCDA-B607-4E7C-9F1C-E5FE37FB704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3675123" y="2815981"/>
            <a:ext cx="1" cy="2050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4C14A0-0E36-4C31-ABAF-9E94391E92F4}"/>
              </a:ext>
            </a:extLst>
          </p:cNvPr>
          <p:cNvGrpSpPr/>
          <p:nvPr/>
        </p:nvGrpSpPr>
        <p:grpSpPr>
          <a:xfrm>
            <a:off x="2966174" y="3643086"/>
            <a:ext cx="1506165" cy="468710"/>
            <a:chOff x="2975117" y="2400253"/>
            <a:chExt cx="1295726" cy="468710"/>
          </a:xfrm>
        </p:grpSpPr>
        <p:sp>
          <p:nvSpPr>
            <p:cNvPr id="33" name="流程图: 过程 32">
              <a:extLst>
                <a:ext uri="{FF2B5EF4-FFF2-40B4-BE49-F238E27FC236}">
                  <a16:creationId xmlns:a16="http://schemas.microsoft.com/office/drawing/2014/main" id="{EC9E6C28-C308-46CC-91B0-837BEA001775}"/>
                </a:ext>
              </a:extLst>
            </p:cNvPr>
            <p:cNvSpPr/>
            <p:nvPr/>
          </p:nvSpPr>
          <p:spPr>
            <a:xfrm>
              <a:off x="2975117" y="2400253"/>
              <a:ext cx="1219793" cy="450046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652F126-814E-4D78-B15F-1EFEFCD80C79}"/>
                    </a:ext>
                  </a:extLst>
                </p:cNvPr>
                <p:cNvSpPr txBox="1"/>
                <p:nvPr/>
              </p:nvSpPr>
              <p:spPr>
                <a:xfrm>
                  <a:off x="3017611" y="2438076"/>
                  <a:ext cx="125323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50"/>
                    <a:t>消息扩展</a:t>
                  </a:r>
                  <a:endParaRPr lang="en-US" altLang="zh-CN" sz="105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67</m:t>
                            </m:r>
                          </m:sub>
                        </m:s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latin typeface="Cambria Math" panose="02040503050406030204" pitchFamily="18" charset="0"/>
                              </a:rPr>
                              <m:t>63</m:t>
                            </m:r>
                          </m:sub>
                        </m:s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105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652F126-814E-4D78-B15F-1EFEFCD80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7611" y="2438076"/>
                  <a:ext cx="1253232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20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A534311-8BC4-48E6-8AE2-528DA2F6C021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>
            <a:off x="3675123" y="3371830"/>
            <a:ext cx="1" cy="2712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9FED704-69DC-4D13-8C15-20E84CE0BC18}"/>
              </a:ext>
            </a:extLst>
          </p:cNvPr>
          <p:cNvGrpSpPr/>
          <p:nvPr/>
        </p:nvGrpSpPr>
        <p:grpSpPr>
          <a:xfrm>
            <a:off x="2838339" y="4398387"/>
            <a:ext cx="1673566" cy="536331"/>
            <a:chOff x="2878381" y="2387110"/>
            <a:chExt cx="1439738" cy="536331"/>
          </a:xfrm>
        </p:grpSpPr>
        <p:sp>
          <p:nvSpPr>
            <p:cNvPr id="39" name="流程图: 过程 38">
              <a:extLst>
                <a:ext uri="{FF2B5EF4-FFF2-40B4-BE49-F238E27FC236}">
                  <a16:creationId xmlns:a16="http://schemas.microsoft.com/office/drawing/2014/main" id="{AEAED9B8-1016-488D-816D-A971FC81296F}"/>
                </a:ext>
              </a:extLst>
            </p:cNvPr>
            <p:cNvSpPr/>
            <p:nvPr/>
          </p:nvSpPr>
          <p:spPr>
            <a:xfrm>
              <a:off x="2878381" y="2387110"/>
              <a:ext cx="1439738" cy="536331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C2395F1-78D3-411B-A9D8-CAC8A106070B}"/>
                    </a:ext>
                  </a:extLst>
                </p:cNvPr>
                <p:cNvSpPr txBox="1"/>
                <p:nvPr/>
              </p:nvSpPr>
              <p:spPr>
                <a:xfrm>
                  <a:off x="2878381" y="2439831"/>
                  <a:ext cx="1405698" cy="436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100"/>
                    <a:t>迭代压缩</a:t>
                  </a:r>
                  <a:endParaRPr lang="en-US" altLang="zh-CN" sz="110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10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C2395F1-78D3-411B-A9D8-CAC8A1060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381" y="2439831"/>
                  <a:ext cx="1405698" cy="436402"/>
                </a:xfrm>
                <a:prstGeom prst="rect">
                  <a:avLst/>
                </a:prstGeom>
                <a:blipFill>
                  <a:blip r:embed="rId7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86D201F-2F03-442F-9805-A8D288A7D28D}"/>
              </a:ext>
            </a:extLst>
          </p:cNvPr>
          <p:cNvGrpSpPr/>
          <p:nvPr/>
        </p:nvGrpSpPr>
        <p:grpSpPr>
          <a:xfrm>
            <a:off x="3233859" y="5212901"/>
            <a:ext cx="882530" cy="333569"/>
            <a:chOff x="2878382" y="2455790"/>
            <a:chExt cx="1297542" cy="398970"/>
          </a:xfrm>
        </p:grpSpPr>
        <p:sp>
          <p:nvSpPr>
            <p:cNvPr id="42" name="流程图: 过程 41">
              <a:extLst>
                <a:ext uri="{FF2B5EF4-FFF2-40B4-BE49-F238E27FC236}">
                  <a16:creationId xmlns:a16="http://schemas.microsoft.com/office/drawing/2014/main" id="{DBB95289-515E-4A9F-8FB5-6E1C900FC526}"/>
                </a:ext>
              </a:extLst>
            </p:cNvPr>
            <p:cNvSpPr/>
            <p:nvPr/>
          </p:nvSpPr>
          <p:spPr>
            <a:xfrm>
              <a:off x="2878382" y="2455790"/>
              <a:ext cx="1297542" cy="39897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E176788-1E77-45ED-A0ED-E26220E12925}"/>
                    </a:ext>
                  </a:extLst>
                </p:cNvPr>
                <p:cNvSpPr txBox="1"/>
                <p:nvPr/>
              </p:nvSpPr>
              <p:spPr>
                <a:xfrm>
                  <a:off x="3013553" y="2497210"/>
                  <a:ext cx="1138689" cy="312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altLang="zh-CN" sz="1100" b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E176788-1E77-45ED-A0ED-E26220E12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3553" y="2497210"/>
                  <a:ext cx="1138689" cy="31290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5C42DD2-7957-42CB-9001-987BAD124A91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 flipH="1">
            <a:off x="3675122" y="4093132"/>
            <a:ext cx="2" cy="3052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9204EC4-8ABB-4770-AC12-98F5372910AE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>
            <a:off x="3675122" y="4934718"/>
            <a:ext cx="2" cy="27818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6F63B732-3661-4E19-A0A5-EB7D0AD68F5B}"/>
              </a:ext>
            </a:extLst>
          </p:cNvPr>
          <p:cNvCxnSpPr>
            <a:cxnSpLocks/>
            <a:stCxn id="42" idx="1"/>
            <a:endCxn id="15" idx="1"/>
          </p:cNvCxnSpPr>
          <p:nvPr/>
        </p:nvCxnSpPr>
        <p:spPr>
          <a:xfrm rot="10800000">
            <a:off x="3097989" y="3196424"/>
            <a:ext cx="135871" cy="2183262"/>
          </a:xfrm>
          <a:prstGeom prst="bentConnector3">
            <a:avLst>
              <a:gd name="adj1" fmla="val 559446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33F94B61-3386-471F-AB0E-9FEC530EE60C}"/>
              </a:ext>
            </a:extLst>
          </p:cNvPr>
          <p:cNvSpPr txBox="1"/>
          <p:nvPr/>
        </p:nvSpPr>
        <p:spPr>
          <a:xfrm>
            <a:off x="3618535" y="3446324"/>
            <a:ext cx="520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0"/>
              <a:t>Y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DEA80D9-8645-4775-AC3C-61D07AB326E3}"/>
              </a:ext>
            </a:extLst>
          </p:cNvPr>
          <p:cNvSpPr txBox="1"/>
          <p:nvPr/>
        </p:nvSpPr>
        <p:spPr>
          <a:xfrm>
            <a:off x="4180285" y="2945638"/>
            <a:ext cx="520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/>
              <a:t>N</a:t>
            </a:r>
            <a:endParaRPr lang="en-US" altLang="zh-CN" sz="1100" b="0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E9B066A-F6C3-44A7-B4AF-D0135C9C7405}"/>
              </a:ext>
            </a:extLst>
          </p:cNvPr>
          <p:cNvGrpSpPr/>
          <p:nvPr/>
        </p:nvGrpSpPr>
        <p:grpSpPr>
          <a:xfrm>
            <a:off x="3013690" y="5815524"/>
            <a:ext cx="1336521" cy="430887"/>
            <a:chOff x="5943507" y="2736503"/>
            <a:chExt cx="1336521" cy="430887"/>
          </a:xfrm>
        </p:grpSpPr>
        <p:sp>
          <p:nvSpPr>
            <p:cNvPr id="76" name="流程图: 数据 75">
              <a:extLst>
                <a:ext uri="{FF2B5EF4-FFF2-40B4-BE49-F238E27FC236}">
                  <a16:creationId xmlns:a16="http://schemas.microsoft.com/office/drawing/2014/main" id="{79C9F58D-B91B-44F8-8211-8300C7E7CE09}"/>
                </a:ext>
              </a:extLst>
            </p:cNvPr>
            <p:cNvSpPr/>
            <p:nvPr/>
          </p:nvSpPr>
          <p:spPr>
            <a:xfrm>
              <a:off x="5943507" y="2740885"/>
              <a:ext cx="1336521" cy="426505"/>
            </a:xfrm>
            <a:prstGeom prst="flowChartInputOutpu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9093F87-831F-4667-9D48-7850429C7B61}"/>
                    </a:ext>
                  </a:extLst>
                </p:cNvPr>
                <p:cNvSpPr txBox="1"/>
                <p:nvPr/>
              </p:nvSpPr>
              <p:spPr>
                <a:xfrm>
                  <a:off x="5980645" y="2736503"/>
                  <a:ext cx="126224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100"/>
                    <a:t>输出杂凑值</a:t>
                  </a:r>
                  <a:endParaRPr lang="en-US" altLang="zh-CN" sz="110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100" i="1">
                            <a:latin typeface="Cambria Math" panose="02040503050406030204" pitchFamily="18" charset="0"/>
                          </a:rPr>
                          <m:t>ACBDEFGH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zh-CN" altLang="en-US" sz="110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9093F87-831F-4667-9D48-7850429C7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0645" y="2736503"/>
                  <a:ext cx="1262243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流程图: 终止 78">
            <a:extLst>
              <a:ext uri="{FF2B5EF4-FFF2-40B4-BE49-F238E27FC236}">
                <a16:creationId xmlns:a16="http://schemas.microsoft.com/office/drawing/2014/main" id="{0F57A336-6528-4008-9E18-2A7E597D6B07}"/>
              </a:ext>
            </a:extLst>
          </p:cNvPr>
          <p:cNvSpPr/>
          <p:nvPr/>
        </p:nvSpPr>
        <p:spPr>
          <a:xfrm>
            <a:off x="3296905" y="6515465"/>
            <a:ext cx="770087" cy="281354"/>
          </a:xfrm>
          <a:prstGeom prst="flowChartTermina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  <a:endParaRPr lang="en-US" altLang="zh-CN" sz="11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07C9538-C290-40DA-9C22-DF5638173778}"/>
              </a:ext>
            </a:extLst>
          </p:cNvPr>
          <p:cNvCxnSpPr>
            <a:cxnSpLocks/>
            <a:stCxn id="42" idx="2"/>
            <a:endCxn id="77" idx="0"/>
          </p:cNvCxnSpPr>
          <p:nvPr/>
        </p:nvCxnSpPr>
        <p:spPr>
          <a:xfrm>
            <a:off x="3675124" y="5546470"/>
            <a:ext cx="6826" cy="2690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A2E6474F-D21C-41D0-B932-9A4D34AB0BAE}"/>
              </a:ext>
            </a:extLst>
          </p:cNvPr>
          <p:cNvCxnSpPr>
            <a:cxnSpLocks/>
            <a:stCxn id="77" idx="2"/>
            <a:endCxn id="79" idx="0"/>
          </p:cNvCxnSpPr>
          <p:nvPr/>
        </p:nvCxnSpPr>
        <p:spPr>
          <a:xfrm flipH="1">
            <a:off x="3681949" y="6246411"/>
            <a:ext cx="1" cy="2690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447882BE-12E7-48DC-B99F-87A58DEF69AE}"/>
              </a:ext>
            </a:extLst>
          </p:cNvPr>
          <p:cNvCxnSpPr>
            <a:cxnSpLocks/>
            <a:stCxn id="15" idx="3"/>
            <a:endCxn id="77" idx="3"/>
          </p:cNvCxnSpPr>
          <p:nvPr/>
        </p:nvCxnSpPr>
        <p:spPr>
          <a:xfrm>
            <a:off x="4252257" y="3196424"/>
            <a:ext cx="60814" cy="2834544"/>
          </a:xfrm>
          <a:prstGeom prst="bentConnector3">
            <a:avLst>
              <a:gd name="adj1" fmla="val 1343362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7660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1B06EB-1902-A2CE-A5B5-C34074C1B50A}"/>
              </a:ext>
            </a:extLst>
          </p:cNvPr>
          <p:cNvSpPr/>
          <p:nvPr/>
        </p:nvSpPr>
        <p:spPr>
          <a:xfrm>
            <a:off x="4157134" y="990600"/>
            <a:ext cx="863600" cy="423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KDC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8ED0AE-27B6-C213-1D0A-4C0C2B157D8F}"/>
              </a:ext>
            </a:extLst>
          </p:cNvPr>
          <p:cNvSpPr/>
          <p:nvPr/>
        </p:nvSpPr>
        <p:spPr>
          <a:xfrm>
            <a:off x="2048934" y="3048000"/>
            <a:ext cx="863600" cy="423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571189-C114-27B3-0E3F-9FFBEE187628}"/>
              </a:ext>
            </a:extLst>
          </p:cNvPr>
          <p:cNvSpPr/>
          <p:nvPr/>
        </p:nvSpPr>
        <p:spPr>
          <a:xfrm>
            <a:off x="6680201" y="3048000"/>
            <a:ext cx="863600" cy="423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6BF2AFE7-350E-6C51-12F8-96DA2E31B748}"/>
              </a:ext>
            </a:extLst>
          </p:cNvPr>
          <p:cNvSpPr/>
          <p:nvPr/>
        </p:nvSpPr>
        <p:spPr>
          <a:xfrm rot="18954298">
            <a:off x="781408" y="3041398"/>
            <a:ext cx="6328790" cy="4077040"/>
          </a:xfrm>
          <a:prstGeom prst="arc">
            <a:avLst>
              <a:gd name="adj1" fmla="val 17986320"/>
              <a:gd name="adj2" fmla="val 6806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3C7FFC-948C-B106-2D92-34393C0FB94B}"/>
                  </a:ext>
                </a:extLst>
              </p:cNvPr>
              <p:cNvSpPr txBox="1"/>
              <p:nvPr/>
            </p:nvSpPr>
            <p:spPr>
              <a:xfrm>
                <a:off x="2941568" y="2091564"/>
                <a:ext cx="12103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0"/>
                  <a:t>1.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𝑅𝑒𝑞𝑢𝑒𝑠𝑡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200" b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3C7FFC-948C-B106-2D92-34393C0F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568" y="2091564"/>
                <a:ext cx="1210398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052FCF-0C17-FA29-DE56-C6F882E3CA3D}"/>
                  </a:ext>
                </a:extLst>
              </p:cNvPr>
              <p:cNvSpPr txBox="1"/>
              <p:nvPr/>
            </p:nvSpPr>
            <p:spPr>
              <a:xfrm>
                <a:off x="1218312" y="996963"/>
                <a:ext cx="2378075" cy="493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2</a:t>
                </a:r>
                <a:r>
                  <a:rPr lang="en-US" altLang="zh-CN" sz="1200" b="0"/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altLang="zh-CN" sz="12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‖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𝑅𝑒𝑞𝑢𝑒𝑠𝑡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‖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𝐼𝑛𝑓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/>
              </a:p>
              <a:p>
                <a:pPr algn="ctr"/>
                <a:r>
                  <a:rPr lang="zh-CN" altLang="en-US" sz="1200"/>
                  <a:t>其中</a:t>
                </a:r>
                <a14:m>
                  <m:oMath xmlns:m="http://schemas.openxmlformats.org/officeDocument/2006/math">
                    <m:r>
                      <a:rPr lang="en-US" altLang="zh-CN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𝐼𝑛𝑓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052FCF-0C17-FA29-DE56-C6F882E3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312" y="996963"/>
                <a:ext cx="2378075" cy="493468"/>
              </a:xfrm>
              <a:prstGeom prst="rect">
                <a:avLst/>
              </a:prstGeom>
              <a:blipFill>
                <a:blip r:embed="rId3"/>
                <a:stretch>
                  <a:fillRect t="-1250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8E9D3D6-DC96-ED87-45A5-1B28B8B734B1}"/>
                  </a:ext>
                </a:extLst>
              </p:cNvPr>
              <p:cNvSpPr txBox="1"/>
              <p:nvPr/>
            </p:nvSpPr>
            <p:spPr>
              <a:xfrm>
                <a:off x="5018723" y="2193952"/>
                <a:ext cx="2228850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3</a:t>
                </a:r>
                <a:r>
                  <a:rPr lang="en-US" altLang="zh-CN" sz="1200" b="0"/>
                  <a:t>.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𝐼𝑛𝑓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8E9D3D6-DC96-ED87-45A5-1B28B8B73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723" y="2193952"/>
                <a:ext cx="2228850" cy="292901"/>
              </a:xfrm>
              <a:prstGeom prst="rect">
                <a:avLst/>
              </a:prstGeom>
              <a:blipFill>
                <a:blip r:embed="rId4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E9C551-752C-7CC8-5AAC-71F2208279E5}"/>
                  </a:ext>
                </a:extLst>
              </p:cNvPr>
              <p:cNvSpPr txBox="1"/>
              <p:nvPr/>
            </p:nvSpPr>
            <p:spPr>
              <a:xfrm>
                <a:off x="4157134" y="2966562"/>
                <a:ext cx="1371599" cy="300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4</a:t>
                </a:r>
                <a:r>
                  <a:rPr lang="en-US" altLang="zh-CN" sz="1200" b="0"/>
                  <a:t>.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E9C551-752C-7CC8-5AAC-71F220827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34" y="2966562"/>
                <a:ext cx="1371599" cy="300210"/>
              </a:xfrm>
              <a:prstGeom prst="rect">
                <a:avLst/>
              </a:prstGeom>
              <a:blipFill>
                <a:blip r:embed="rId5"/>
                <a:stretch>
                  <a:fillRect t="-2041"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D5B5AE-73AE-83F6-8DB2-5A8FB9195971}"/>
                  </a:ext>
                </a:extLst>
              </p:cNvPr>
              <p:cNvSpPr txBox="1"/>
              <p:nvPr/>
            </p:nvSpPr>
            <p:spPr>
              <a:xfrm>
                <a:off x="3144290" y="4148272"/>
                <a:ext cx="1371599" cy="300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5</a:t>
                </a:r>
                <a:r>
                  <a:rPr lang="en-US" altLang="zh-CN" sz="1200" b="0"/>
                  <a:t>.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])</m:t>
                    </m:r>
                  </m:oMath>
                </a14:m>
                <a:endParaRPr lang="en-US" altLang="zh-CN" sz="1200" b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D5B5AE-73AE-83F6-8DB2-5A8FB9195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90" y="4148272"/>
                <a:ext cx="1371599" cy="300210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弧形 12">
            <a:extLst>
              <a:ext uri="{FF2B5EF4-FFF2-40B4-BE49-F238E27FC236}">
                <a16:creationId xmlns:a16="http://schemas.microsoft.com/office/drawing/2014/main" id="{F4947EA3-3C98-00D9-FD9E-781F2AF361AC}"/>
              </a:ext>
            </a:extLst>
          </p:cNvPr>
          <p:cNvSpPr/>
          <p:nvPr/>
        </p:nvSpPr>
        <p:spPr>
          <a:xfrm rot="8627796">
            <a:off x="2738989" y="-393010"/>
            <a:ext cx="6328790" cy="4077040"/>
          </a:xfrm>
          <a:prstGeom prst="arc">
            <a:avLst>
              <a:gd name="adj1" fmla="val 17716249"/>
              <a:gd name="adj2" fmla="val 21477109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170A730-2F68-570E-DFAB-BDAB01A20CA9}"/>
              </a:ext>
            </a:extLst>
          </p:cNvPr>
          <p:cNvCxnSpPr>
            <a:cxnSpLocks/>
          </p:cNvCxnSpPr>
          <p:nvPr/>
        </p:nvCxnSpPr>
        <p:spPr>
          <a:xfrm flipH="1">
            <a:off x="3347490" y="3270375"/>
            <a:ext cx="2912533" cy="153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0CD3C5C-DCC7-919B-41E5-20300A58D125}"/>
              </a:ext>
            </a:extLst>
          </p:cNvPr>
          <p:cNvCxnSpPr>
            <a:cxnSpLocks/>
          </p:cNvCxnSpPr>
          <p:nvPr/>
        </p:nvCxnSpPr>
        <p:spPr>
          <a:xfrm flipV="1">
            <a:off x="3040808" y="1583267"/>
            <a:ext cx="1111158" cy="122212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769682CA-325C-F2D1-A986-129AA0C05C46}"/>
              </a:ext>
            </a:extLst>
          </p:cNvPr>
          <p:cNvSpPr/>
          <p:nvPr/>
        </p:nvSpPr>
        <p:spPr>
          <a:xfrm rot="16964823">
            <a:off x="1067479" y="2562193"/>
            <a:ext cx="4817662" cy="2250446"/>
          </a:xfrm>
          <a:prstGeom prst="arc">
            <a:avLst>
              <a:gd name="adj1" fmla="val 18310159"/>
              <a:gd name="adj2" fmla="val 21413490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6347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68ED0AE-27B6-C213-1D0A-4C0C2B157D8F}"/>
              </a:ext>
            </a:extLst>
          </p:cNvPr>
          <p:cNvSpPr/>
          <p:nvPr/>
        </p:nvSpPr>
        <p:spPr>
          <a:xfrm>
            <a:off x="2048934" y="3048000"/>
            <a:ext cx="863600" cy="423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571189-C114-27B3-0E3F-9FFBEE187628}"/>
              </a:ext>
            </a:extLst>
          </p:cNvPr>
          <p:cNvSpPr/>
          <p:nvPr/>
        </p:nvSpPr>
        <p:spPr>
          <a:xfrm>
            <a:off x="6680201" y="3048000"/>
            <a:ext cx="863600" cy="423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6BF2AFE7-350E-6C51-12F8-96DA2E31B748}"/>
              </a:ext>
            </a:extLst>
          </p:cNvPr>
          <p:cNvSpPr/>
          <p:nvPr/>
        </p:nvSpPr>
        <p:spPr>
          <a:xfrm rot="18954298">
            <a:off x="781408" y="3041398"/>
            <a:ext cx="6328790" cy="4077040"/>
          </a:xfrm>
          <a:prstGeom prst="arc">
            <a:avLst>
              <a:gd name="adj1" fmla="val 17986320"/>
              <a:gd name="adj2" fmla="val 68064"/>
            </a:avLst>
          </a:prstGeom>
          <a:noFill/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3C7FFC-948C-B106-2D92-34393C0FB94B}"/>
                  </a:ext>
                </a:extLst>
              </p:cNvPr>
              <p:cNvSpPr txBox="1"/>
              <p:nvPr/>
            </p:nvSpPr>
            <p:spPr>
              <a:xfrm>
                <a:off x="4216401" y="1499059"/>
                <a:ext cx="1498600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0">
                    <a:solidFill>
                      <a:srgbClr val="002060"/>
                    </a:solidFill>
                  </a:rPr>
                  <a:t>1.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sub>
                    </m:sSub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3C7FFC-948C-B106-2D92-34393C0F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01" y="1499059"/>
                <a:ext cx="1498600" cy="292901"/>
              </a:xfrm>
              <a:prstGeom prst="rect">
                <a:avLst/>
              </a:prstGeom>
              <a:blipFill>
                <a:blip r:embed="rId2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E9C551-752C-7CC8-5AAC-71F2208279E5}"/>
                  </a:ext>
                </a:extLst>
              </p:cNvPr>
              <p:cNvSpPr txBox="1"/>
              <p:nvPr/>
            </p:nvSpPr>
            <p:spPr>
              <a:xfrm>
                <a:off x="4157134" y="2966562"/>
                <a:ext cx="1371599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solidFill>
                      <a:srgbClr val="002060"/>
                    </a:solidFill>
                  </a:rPr>
                  <a:t>3</a:t>
                </a:r>
                <a:r>
                  <a:rPr lang="en-US" altLang="zh-CN" sz="1200" b="0">
                    <a:solidFill>
                      <a:srgbClr val="002060"/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E9C551-752C-7CC8-5AAC-71F220827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34" y="2966562"/>
                <a:ext cx="1371599" cy="292901"/>
              </a:xfrm>
              <a:prstGeom prst="rect">
                <a:avLst/>
              </a:prstGeom>
              <a:blipFill>
                <a:blip r:embed="rId3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弧形 12">
            <a:extLst>
              <a:ext uri="{FF2B5EF4-FFF2-40B4-BE49-F238E27FC236}">
                <a16:creationId xmlns:a16="http://schemas.microsoft.com/office/drawing/2014/main" id="{F4947EA3-3C98-00D9-FD9E-781F2AF361AC}"/>
              </a:ext>
            </a:extLst>
          </p:cNvPr>
          <p:cNvSpPr/>
          <p:nvPr/>
        </p:nvSpPr>
        <p:spPr>
          <a:xfrm rot="8627796">
            <a:off x="2738988" y="-428521"/>
            <a:ext cx="6328790" cy="4077040"/>
          </a:xfrm>
          <a:prstGeom prst="arc">
            <a:avLst>
              <a:gd name="adj1" fmla="val 17716249"/>
              <a:gd name="adj2" fmla="val 21477109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170A730-2F68-570E-DFAB-BDAB01A20CA9}"/>
              </a:ext>
            </a:extLst>
          </p:cNvPr>
          <p:cNvCxnSpPr>
            <a:cxnSpLocks/>
          </p:cNvCxnSpPr>
          <p:nvPr/>
        </p:nvCxnSpPr>
        <p:spPr>
          <a:xfrm flipH="1">
            <a:off x="3347490" y="3270375"/>
            <a:ext cx="2912533" cy="1536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弧形 1">
            <a:extLst>
              <a:ext uri="{FF2B5EF4-FFF2-40B4-BE49-F238E27FC236}">
                <a16:creationId xmlns:a16="http://schemas.microsoft.com/office/drawing/2014/main" id="{BBB9DEAC-3B3F-D404-154D-6EDF704F748F}"/>
              </a:ext>
            </a:extLst>
          </p:cNvPr>
          <p:cNvSpPr/>
          <p:nvPr/>
        </p:nvSpPr>
        <p:spPr>
          <a:xfrm rot="20044563">
            <a:off x="508759" y="2259856"/>
            <a:ext cx="6981123" cy="4077040"/>
          </a:xfrm>
          <a:prstGeom prst="arc">
            <a:avLst>
              <a:gd name="adj1" fmla="val 15658490"/>
              <a:gd name="adj2" fmla="val 21263177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7D14632-0910-477A-E434-66AA10BCB99E}"/>
                  </a:ext>
                </a:extLst>
              </p:cNvPr>
              <p:cNvSpPr txBox="1"/>
              <p:nvPr/>
            </p:nvSpPr>
            <p:spPr>
              <a:xfrm>
                <a:off x="4157134" y="2135450"/>
                <a:ext cx="1498600" cy="300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solidFill>
                      <a:srgbClr val="002060"/>
                    </a:solidFill>
                  </a:rPr>
                  <a:t>2</a:t>
                </a:r>
                <a:r>
                  <a:rPr lang="en-US" altLang="zh-CN" sz="1200" b="0">
                    <a:solidFill>
                      <a:srgbClr val="002060"/>
                    </a:solidFill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7D14632-0910-477A-E434-66AA10BCB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34" y="2135450"/>
                <a:ext cx="1498600" cy="300210"/>
              </a:xfrm>
              <a:prstGeom prst="rect">
                <a:avLst/>
              </a:prstGeom>
              <a:blipFill>
                <a:blip r:embed="rId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BE20DE-E556-D23A-7C64-DA305D7D2A8D}"/>
                  </a:ext>
                </a:extLst>
              </p:cNvPr>
              <p:cNvSpPr txBox="1"/>
              <p:nvPr/>
            </p:nvSpPr>
            <p:spPr>
              <a:xfrm>
                <a:off x="4093633" y="3777231"/>
                <a:ext cx="1498600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solidFill>
                      <a:srgbClr val="002060"/>
                    </a:solidFill>
                  </a:rPr>
                  <a:t>4</a:t>
                </a:r>
                <a:r>
                  <a:rPr lang="en-US" altLang="zh-CN" sz="1200" b="0">
                    <a:solidFill>
                      <a:srgbClr val="002060"/>
                    </a:solidFill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sub>
                    </m:sSub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])</m:t>
                    </m:r>
                  </m:oMath>
                </a14:m>
                <a:endParaRPr lang="en-US" altLang="zh-CN" sz="1200" b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BE20DE-E556-D23A-7C64-DA305D7D2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633" y="3777231"/>
                <a:ext cx="1498600" cy="292901"/>
              </a:xfrm>
              <a:prstGeom prst="rect">
                <a:avLst/>
              </a:prstGeom>
              <a:blipFill>
                <a:blip r:embed="rId5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81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scadia Code SemiBold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2029</Words>
  <Application>Microsoft Office PowerPoint</Application>
  <PresentationFormat>宽屏</PresentationFormat>
  <Paragraphs>1053</Paragraphs>
  <Slides>51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等距更纱黑体 SC</vt:lpstr>
      <vt:lpstr>等距更纱黑体 Slab SC</vt:lpstr>
      <vt:lpstr>等线</vt:lpstr>
      <vt:lpstr>黑体</vt:lpstr>
      <vt:lpstr>微软雅黑</vt:lpstr>
      <vt:lpstr>Arial</vt:lpstr>
      <vt:lpstr>Cambria Math</vt:lpstr>
      <vt:lpstr>Cascadia Code SemiBold</vt:lpstr>
      <vt:lpstr>Consolas</vt:lpstr>
      <vt:lpstr>Fira Code</vt:lpstr>
      <vt:lpstr>Fira Code Retina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子不语</dc:creator>
  <cp:lastModifiedBy>子不语</cp:lastModifiedBy>
  <cp:revision>117</cp:revision>
  <dcterms:created xsi:type="dcterms:W3CDTF">2024-04-25T12:13:07Z</dcterms:created>
  <dcterms:modified xsi:type="dcterms:W3CDTF">2024-10-22T15:18:29Z</dcterms:modified>
</cp:coreProperties>
</file>